
<file path=[Content_Types].xml><?xml version="1.0" encoding="utf-8"?>
<Types xmlns="http://schemas.openxmlformats.org/package/2006/content-types">
  <Default Extension="emf" ContentType="image/x-emf"/>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9" r:id="rId4"/>
    <p:sldMasterId id="2147483669" r:id="rId5"/>
    <p:sldMasterId id="2147483725" r:id="rId6"/>
  </p:sldMasterIdLst>
  <p:notesMasterIdLst>
    <p:notesMasterId r:id="rId23"/>
  </p:notesMasterIdLst>
  <p:handoutMasterIdLst>
    <p:handoutMasterId r:id="rId24"/>
  </p:handoutMasterIdLst>
  <p:sldIdLst>
    <p:sldId id="498" r:id="rId7"/>
    <p:sldId id="256" r:id="rId8"/>
    <p:sldId id="984" r:id="rId9"/>
    <p:sldId id="985" r:id="rId10"/>
    <p:sldId id="258" r:id="rId11"/>
    <p:sldId id="262" r:id="rId12"/>
    <p:sldId id="997" r:id="rId13"/>
    <p:sldId id="781" r:id="rId14"/>
    <p:sldId id="982" r:id="rId15"/>
    <p:sldId id="783" r:id="rId16"/>
    <p:sldId id="1245" r:id="rId17"/>
    <p:sldId id="1258" r:id="rId18"/>
    <p:sldId id="1260" r:id="rId19"/>
    <p:sldId id="1259" r:id="rId20"/>
    <p:sldId id="1261" r:id="rId21"/>
    <p:sldId id="804" r:id="rId22"/>
  </p:sldIdLst>
  <p:sldSz cx="18288000" cy="10287000"/>
  <p:notesSz cx="6858000" cy="9144000"/>
  <p:embeddedFontLst>
    <p:embeddedFont>
      <p:font typeface="Poppins" panose="00000500000000000000" pitchFamily="2" charset="0"/>
      <p:regular r:id="rId25"/>
      <p:bold r:id="rId26"/>
      <p:italic r:id="rId27"/>
      <p:boldItalic r:id="rId28"/>
    </p:embeddedFont>
    <p:embeddedFont>
      <p:font typeface="Poppins Bold" panose="00000800000000000000" pitchFamily="2" charset="0"/>
      <p:bold r:id="rId29"/>
      <p:italic r:id="rId30"/>
      <p:boldItalic r:id="rId31"/>
    </p:embeddedFont>
    <p:embeddedFont>
      <p:font typeface="Poppins Light" panose="00000400000000000000" pitchFamily="2" charset="0"/>
      <p:regular r:id="rId32"/>
      <p:bold r:id="rId33"/>
      <p:italic r:id="rId34"/>
      <p:boldItalic r:id="rId35"/>
    </p:embeddedFont>
    <p:embeddedFont>
      <p:font typeface="Poppins Medium" panose="00000600000000000000" pitchFamily="2"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A0C091F-4F9F-B823-3F86-61B29C165090}" name="Etna Nobre" initials="EN" userId="536488f0b3312cec" providerId="Windows Live"/>
  <p188:author id="{CA82B621-AF1E-5701-9628-970A2BAC155B}" name="Marcus Vasconcelos de Castro" initials="MV" userId="S::marcus_castro@vanzolini-ead.org.br::f3e0bdc8-d4d6-4b41-86a7-248e0cb99c76" providerId="AD"/>
  <p188:author id="{5D93F123-A5E2-A62B-D9E3-D9303D1BB86B}" name="Gustavo Cruz dos Reis" initials="GC" userId="S::greis@vanzolini-ead.org.br::837664e1-438f-44d7-9e01-7f6012fe004f" providerId="AD"/>
  <p188:author id="{C6975768-E079-2129-EF66-8C7D8D20589C}" name="Usuário Convidado" initials="UC" userId="S::urn:spo:anon#9c1a6640c4cf430e37b8e52984f4ed92aa1896e2c9d3b1637fd5ce4c8fd5c9d5::" providerId="AD"/>
  <p188:author id="{6CA8C269-474B-54A0-5332-E1CD01049E8D}" name="Simara de Bastos Estima" initials="Sd" userId="S::simara.estima@levefuturo.com.br::851f0e59-69da-4352-8f6c-95a0578731bb" providerId="AD"/>
  <p188:author id="{F4028395-8D69-C238-59E5-790C37A83559}" name="Usuário Convidado" initials="UC" userId="S::urn:spo:anon#319181b0b628194b9506eab08b91498210bc05ca33f45caadcd2ec1b94616ef9::" providerId="AD"/>
  <p188:author id="{BAEE28E6-BCA2-A58F-B4C5-4E73CE74ED33}" name="MARCUS VASCONCELOS DE CASTRO" initials="MC" userId="S::marcus.castro@fatec.sp.gov.br::dcc98bfb-8b88-4fff-9dd1-69ee0ad30106" providerId="AD"/>
  <p188:author id="{E0388DF7-5B9F-86E5-E6C5-3F344187204B}" name="Eloisa Dalbem" initials="ED" userId="S::eldalbem@vanzolini-ead.org.br::9ae0c03a-8642-493e-97df-c9fd93e6c398" providerId="AD"/>
  <p188:author id="{E06AE5F7-C4FB-8FC1-0379-16158CB16B4E}" name="Michelle Mirabile Barbosa" initials="MM" userId="S::michelle_barbosa@vanzolini-ead.org.br::514663f0-91cb-4e5c-876a-7189c1f1989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Mariana Rimoli" initials="MR" lastIdx="4" clrIdx="0">
    <p:extLst>
      <p:ext uri="{19B8F6BF-5375-455C-9EA6-DF929625EA0E}">
        <p15:presenceInfo xmlns:p15="http://schemas.microsoft.com/office/powerpoint/2012/main" userId="6cf9166fde090e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29AC2"/>
    <a:srgbClr val="92D050"/>
    <a:srgbClr val="28566E"/>
    <a:srgbClr val="263B4B"/>
    <a:srgbClr val="D9D9D9"/>
    <a:srgbClr val="D8D2D5"/>
    <a:srgbClr val="EDB1C8"/>
    <a:srgbClr val="000000"/>
    <a:srgbClr val="CAC0C4"/>
    <a:srgbClr val="D0D1D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948734A-62AA-64F7-A635-E400D6983A7A}" v="139" dt="2025-04-14T14:09:10.327"/>
    <p1510:client id="{7C5CCD32-3215-438F-9BA6-B5B8BB8DB921}" v="78" dt="2025-04-14T16:02:54.831"/>
    <p1510:client id="{DB8EA3B3-5403-3EEC-F27A-7D4718B96D83}" v="1" dt="2025-04-14T14:33:56.908"/>
    <p1510:client id="{DF025E2B-71C2-542D-49EA-8053012DA8DD}" v="15" dt="2025-04-14T16:08:58.232"/>
  </p1510:revLst>
</p1510:revInfo>
</file>

<file path=ppt/tableStyles.xml><?xml version="1.0" encoding="utf-8"?>
<a:tblStyleLst xmlns:a="http://schemas.openxmlformats.org/drawingml/2006/main" def="{58B62AC2-CBFF-4FEF-A790-FB120B6FE34D}">
  <a:tblStyle styleId="{58B62AC2-CBFF-4FEF-A790-FB120B6FE34D}"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1"/>
    <p:restoredTop sz="95755" autoAdjust="0"/>
  </p:normalViewPr>
  <p:slideViewPr>
    <p:cSldViewPr snapToGrid="0">
      <p:cViewPr varScale="1">
        <p:scale>
          <a:sx n="72" d="100"/>
          <a:sy n="72" d="100"/>
        </p:scale>
        <p:origin x="576" y="72"/>
      </p:cViewPr>
      <p:guideLst/>
    </p:cSldViewPr>
  </p:slideViewPr>
  <p:notesTextViewPr>
    <p:cViewPr>
      <p:scale>
        <a:sx n="75" d="100"/>
        <a:sy n="75" d="100"/>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font" Target="fonts/font2.fntdata"/><Relationship Id="rId39" Type="http://schemas.openxmlformats.org/officeDocument/2006/relationships/font" Target="fonts/font15.fntdata"/><Relationship Id="rId21" Type="http://schemas.openxmlformats.org/officeDocument/2006/relationships/slide" Target="slides/slide15.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font" Target="fonts/font5.fntdata"/><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font" Target="fonts/font13.fntdata"/><Relationship Id="rId40" Type="http://schemas.openxmlformats.org/officeDocument/2006/relationships/commentAuthors" Target="commentAuthors.xml"/><Relationship Id="rId45" Type="http://schemas.microsoft.com/office/2015/10/relationships/revisionInfo" Target="revisionInfo.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46" Type="http://schemas.microsoft.com/office/2018/10/relationships/authors" Target="authors.xml"/><Relationship Id="rId20" Type="http://schemas.openxmlformats.org/officeDocument/2006/relationships/slide" Target="slides/slide14.xml"/><Relationship Id="rId4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0820016A-23B3-8332-53D6-57FE04C281E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378ABBCA-ED84-8C3A-7D17-F6393BAD02D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5BE6816-8789-481E-B2F2-61889E0E8584}" type="datetimeFigureOut">
              <a:rPr lang="pt-BR" smtClean="0"/>
              <a:t>17/09/2026</a:t>
            </a:fld>
            <a:endParaRPr lang="pt-BR"/>
          </a:p>
        </p:txBody>
      </p:sp>
      <p:sp>
        <p:nvSpPr>
          <p:cNvPr id="4" name="Espaço Reservado para Rodapé 3">
            <a:extLst>
              <a:ext uri="{FF2B5EF4-FFF2-40B4-BE49-F238E27FC236}">
                <a16:creationId xmlns:a16="http://schemas.microsoft.com/office/drawing/2014/main" id="{E140203C-C3C0-C509-C3D9-F91275DBAE3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A7A17361-C8A0-CABB-2146-B5B19E39C26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44F6E5-A54A-42CC-B250-9D06C7C52CD8}" type="slidenum">
              <a:rPr lang="pt-BR" smtClean="0"/>
              <a:t>‹nº›</a:t>
            </a:fld>
            <a:endParaRPr lang="pt-BR"/>
          </a:p>
        </p:txBody>
      </p:sp>
    </p:spTree>
    <p:extLst>
      <p:ext uri="{BB962C8B-B14F-4D97-AF65-F5344CB8AC3E}">
        <p14:creationId xmlns:p14="http://schemas.microsoft.com/office/powerpoint/2010/main" val="2818438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06537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2357085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10"/>
          </p:nvPr>
        </p:nvSpPr>
        <p:spPr/>
        <p:txBody>
          <a:bodyPr/>
          <a:lstStyle/>
          <a:p>
            <a:fld id="{8BE604BA-17DA-4B63-8B72-ADA1FAE27E0B}" type="slidenum">
              <a:rPr lang="pt-BR" smtClean="0"/>
              <a:t>4</a:t>
            </a:fld>
            <a:endParaRPr lang="pt-BR"/>
          </a:p>
        </p:txBody>
      </p:sp>
    </p:spTree>
    <p:extLst>
      <p:ext uri="{BB962C8B-B14F-4D97-AF65-F5344CB8AC3E}">
        <p14:creationId xmlns:p14="http://schemas.microsoft.com/office/powerpoint/2010/main" val="24403164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0"/>
        <p:cNvGrpSpPr/>
        <p:nvPr/>
      </p:nvGrpSpPr>
      <p:grpSpPr>
        <a:xfrm>
          <a:off x="0" y="0"/>
          <a:ext cx="0" cy="0"/>
          <a:chOff x="0" y="0"/>
          <a:chExt cx="0" cy="0"/>
        </a:xfrm>
      </p:grpSpPr>
      <p:sp>
        <p:nvSpPr>
          <p:cNvPr id="651" name="Google Shape;65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52" name="Google Shape;65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a:lnSpc>
                <a:spcPct val="107000"/>
              </a:lnSpc>
              <a:spcAft>
                <a:spcPts val="800"/>
              </a:spcAft>
            </a:pPr>
            <a:endParaRPr lang="pt-BR" sz="1800"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689" name="Google Shape;68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09092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620540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a:extLst>
            <a:ext uri="{FF2B5EF4-FFF2-40B4-BE49-F238E27FC236}">
              <a16:creationId xmlns:a16="http://schemas.microsoft.com/office/drawing/2014/main" id="{65F4DAEE-9901-3731-8F08-D283C21594AC}"/>
            </a:ext>
          </a:extLst>
        </p:cNvPr>
        <p:cNvGrpSpPr/>
        <p:nvPr/>
      </p:nvGrpSpPr>
      <p:grpSpPr>
        <a:xfrm>
          <a:off x="0" y="0"/>
          <a:ext cx="0" cy="0"/>
          <a:chOff x="0" y="0"/>
          <a:chExt cx="0" cy="0"/>
        </a:xfrm>
      </p:grpSpPr>
      <p:sp>
        <p:nvSpPr>
          <p:cNvPr id="723" name="Google Shape;723;g1e5198b4dfb_0_1:notes">
            <a:extLst>
              <a:ext uri="{FF2B5EF4-FFF2-40B4-BE49-F238E27FC236}">
                <a16:creationId xmlns:a16="http://schemas.microsoft.com/office/drawing/2014/main" id="{74B7CBA6-3C74-A542-6503-85E3ED027EE3}"/>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lang="pt-BR" dirty="0">
              <a:latin typeface="Poppins" panose="00000500000000000000" pitchFamily="2" charset="0"/>
              <a:cs typeface="Poppins" panose="00000500000000000000" pitchFamily="2" charset="0"/>
            </a:endParaRPr>
          </a:p>
        </p:txBody>
      </p:sp>
      <p:sp>
        <p:nvSpPr>
          <p:cNvPr id="724" name="Google Shape;724;g1e5198b4dfb_0_1:notes">
            <a:extLst>
              <a:ext uri="{FF2B5EF4-FFF2-40B4-BE49-F238E27FC236}">
                <a16:creationId xmlns:a16="http://schemas.microsoft.com/office/drawing/2014/main" id="{D3DB5D40-7473-12E9-B92C-1A646EAD81CB}"/>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016139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7"/>
        <p:cNvGrpSpPr/>
        <p:nvPr/>
      </p:nvGrpSpPr>
      <p:grpSpPr>
        <a:xfrm>
          <a:off x="0" y="0"/>
          <a:ext cx="0" cy="0"/>
          <a:chOff x="0" y="0"/>
          <a:chExt cx="0" cy="0"/>
        </a:xfrm>
      </p:grpSpPr>
      <p:sp>
        <p:nvSpPr>
          <p:cNvPr id="718" name="Google Shape;718;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719" name="Google Shape;719;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031569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10</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0667741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E7A64-A70A-C3FA-BC7F-62738BC80AB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836E8C-BAF5-6CEF-AB5B-4973780B239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2BF7F7-8EF1-ED67-95D9-CF3E77C4FAD6}"/>
              </a:ext>
            </a:extLst>
          </p:cNvPr>
          <p:cNvSpPr>
            <a:spLocks noGrp="1"/>
          </p:cNvSpPr>
          <p:nvPr>
            <p:ph type="body" idx="1"/>
          </p:nvPr>
        </p:nvSpPr>
        <p:spPr/>
        <p:txBody>
          <a:bodyPr/>
          <a:lstStyle/>
          <a:p>
            <a:r>
              <a:rPr lang="pt-BR"/>
              <a:t>      </a:t>
            </a:r>
          </a:p>
        </p:txBody>
      </p:sp>
      <p:sp>
        <p:nvSpPr>
          <p:cNvPr id="4" name="Espaço Reservado para Número de Slide 3">
            <a:extLst>
              <a:ext uri="{FF2B5EF4-FFF2-40B4-BE49-F238E27FC236}">
                <a16:creationId xmlns:a16="http://schemas.microsoft.com/office/drawing/2014/main" id="{EF99F2DC-80E3-A38B-8279-F2593E0182B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157177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82443-05CB-25C5-E6FE-472C4A4B671E}"/>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7D71E1E-3E01-2AA5-F4CA-C624DF3D7A7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B7BEB46-6461-030B-1485-90FA4FA36C60}"/>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A76390C5-AAF6-24DE-8C84-8F48F729E2E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245875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AC564-AFDB-AC57-5F47-3D68D9AB8DE0}"/>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67CB4FB-D956-13C7-D313-B2221ECA6231}"/>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4B7FE19-8167-99BF-B4B1-5E2233E3FA71}"/>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3337BDD0-E379-10AD-7283-94CBE864F89D}"/>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13</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9594148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43C17-3AAE-552E-CFC7-160EE7889E2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D6E7E72-E1B7-490F-3135-817F674F914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4AA2EBCC-E93A-0CCE-320D-27202E291B25}"/>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C54AC3AF-68E2-CEC9-5BA8-C666CF76361A}"/>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0556373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779C8-8692-FE5C-F297-A8D2BC16DED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1F93F19B-5BF7-3BEC-3363-7B327DC47C89}"/>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EC9B63C2-EF24-3E94-F996-D9DE0235CB57}"/>
              </a:ext>
            </a:extLst>
          </p:cNvPr>
          <p:cNvSpPr>
            <a:spLocks noGrp="1"/>
          </p:cNvSpPr>
          <p:nvPr>
            <p:ph type="body" idx="1"/>
          </p:nvPr>
        </p:nvSpPr>
        <p:spPr/>
        <p:txBody>
          <a:bodyPr/>
          <a:lstStyle/>
          <a:p>
            <a:r>
              <a:rPr lang="pt-BR" dirty="0"/>
              <a:t>      </a:t>
            </a:r>
          </a:p>
        </p:txBody>
      </p:sp>
      <p:sp>
        <p:nvSpPr>
          <p:cNvPr id="4" name="Espaço Reservado para Número de Slide 3">
            <a:extLst>
              <a:ext uri="{FF2B5EF4-FFF2-40B4-BE49-F238E27FC236}">
                <a16:creationId xmlns:a16="http://schemas.microsoft.com/office/drawing/2014/main" id="{2EEA1024-E1DA-E554-AA52-47009E9E1618}"/>
              </a:ext>
            </a:extLst>
          </p:cNvPr>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410577161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a:t>		</a:t>
            </a:r>
          </a:p>
        </p:txBody>
      </p:sp>
      <p:sp>
        <p:nvSpPr>
          <p:cNvPr id="4" name="Espaço Reservado para Número de Slide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16</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2920000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 Id="rId5" Type="http://schemas.openxmlformats.org/officeDocument/2006/relationships/image" Target="../media/image4.emf"/><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Master" Target="../slideMasters/slideMaster2.xml"/><Relationship Id="rId4" Type="http://schemas.openxmlformats.org/officeDocument/2006/relationships/image" Target="../media/image24.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2_Atividade_Resposta" userDrawn="1">
  <p:cSld name="2_Atividade_Resposta">
    <p:spTree>
      <p:nvGrpSpPr>
        <p:cNvPr id="1" name="Shape 244"/>
        <p:cNvGrpSpPr/>
        <p:nvPr/>
      </p:nvGrpSpPr>
      <p:grpSpPr>
        <a:xfrm>
          <a:off x="0" y="0"/>
          <a:ext cx="0" cy="0"/>
          <a:chOff x="0" y="0"/>
          <a:chExt cx="0" cy="0"/>
        </a:xfrm>
      </p:grpSpPr>
      <p:sp>
        <p:nvSpPr>
          <p:cNvPr id="12" name="Google Shape;550;p38">
            <a:extLst>
              <a:ext uri="{FF2B5EF4-FFF2-40B4-BE49-F238E27FC236}">
                <a16:creationId xmlns:a16="http://schemas.microsoft.com/office/drawing/2014/main" id="{B63D1618-4DC9-81A2-1395-7A581D0E2524}"/>
              </a:ext>
            </a:extLst>
          </p:cNvPr>
          <p:cNvSpPr/>
          <p:nvPr userDrawn="1"/>
        </p:nvSpPr>
        <p:spPr>
          <a:xfrm>
            <a:off x="4324935"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3" name="Google Shape;552;p38">
            <a:extLst>
              <a:ext uri="{FF2B5EF4-FFF2-40B4-BE49-F238E27FC236}">
                <a16:creationId xmlns:a16="http://schemas.microsoft.com/office/drawing/2014/main" id="{642E7FBD-2EAE-B480-D2C0-0E05D335427E}"/>
              </a:ext>
            </a:extLst>
          </p:cNvPr>
          <p:cNvSpPr/>
          <p:nvPr userDrawn="1"/>
        </p:nvSpPr>
        <p:spPr>
          <a:xfrm>
            <a:off x="10830009" y="3043509"/>
            <a:ext cx="6070350" cy="5425400"/>
          </a:xfrm>
          <a:prstGeom prst="rect">
            <a:avLst/>
          </a:prstGeom>
          <a:noFill/>
          <a:ln w="19050" cap="flat" cmpd="sng">
            <a:solidFill>
              <a:srgbClr val="43434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sp>
        <p:nvSpPr>
          <p:cNvPr id="14" name="Google Shape;555;p38">
            <a:extLst>
              <a:ext uri="{FF2B5EF4-FFF2-40B4-BE49-F238E27FC236}">
                <a16:creationId xmlns:a16="http://schemas.microsoft.com/office/drawing/2014/main" id="{690CC235-292D-45C9-F973-86247E174E3A}"/>
              </a:ext>
            </a:extLst>
          </p:cNvPr>
          <p:cNvSpPr txBox="1"/>
          <p:nvPr userDrawn="1"/>
        </p:nvSpPr>
        <p:spPr>
          <a:xfrm>
            <a:off x="4324934"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Materiais necessários</a:t>
            </a:r>
          </a:p>
        </p:txBody>
      </p:sp>
      <p:sp>
        <p:nvSpPr>
          <p:cNvPr id="15" name="Google Shape;556;p38">
            <a:extLst>
              <a:ext uri="{FF2B5EF4-FFF2-40B4-BE49-F238E27FC236}">
                <a16:creationId xmlns:a16="http://schemas.microsoft.com/office/drawing/2014/main" id="{03565EBF-03F3-84DC-8861-14074402225D}"/>
              </a:ext>
            </a:extLst>
          </p:cNvPr>
          <p:cNvSpPr txBox="1"/>
          <p:nvPr userDrawn="1"/>
        </p:nvSpPr>
        <p:spPr>
          <a:xfrm>
            <a:off x="10830010" y="3763723"/>
            <a:ext cx="6070349" cy="415498"/>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700"/>
              <a:buFont typeface="Arial"/>
              <a:buNone/>
            </a:pPr>
            <a:r>
              <a:rPr lang="pt-BR" sz="2700" b="1" i="0" u="none" strike="noStrike" cap="none" noProof="0">
                <a:solidFill>
                  <a:schemeClr val="tx1"/>
                </a:solidFill>
                <a:latin typeface="Poppins"/>
                <a:ea typeface="Poppins"/>
                <a:cs typeface="Poppins"/>
                <a:sym typeface="Poppins"/>
              </a:rPr>
              <a:t>Passo a passo</a:t>
            </a:r>
          </a:p>
        </p:txBody>
      </p:sp>
      <p:sp>
        <p:nvSpPr>
          <p:cNvPr id="25" name="Google Shape;551;p38">
            <a:extLst>
              <a:ext uri="{FF2B5EF4-FFF2-40B4-BE49-F238E27FC236}">
                <a16:creationId xmlns:a16="http://schemas.microsoft.com/office/drawing/2014/main" id="{CD83FF8F-63B7-0CEA-B429-A2BCF2BB7487}"/>
              </a:ext>
            </a:extLst>
          </p:cNvPr>
          <p:cNvSpPr/>
          <p:nvPr userDrawn="1"/>
        </p:nvSpPr>
        <p:spPr>
          <a:xfrm rot="10800000">
            <a:off x="6784410"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Poppins"/>
              <a:ea typeface="Poppins"/>
              <a:cs typeface="Poppins"/>
              <a:sym typeface="Poppins"/>
            </a:endParaRPr>
          </a:p>
        </p:txBody>
      </p:sp>
      <p:pic>
        <p:nvPicPr>
          <p:cNvPr id="27" name="Gráfico 26">
            <a:extLst>
              <a:ext uri="{FF2B5EF4-FFF2-40B4-BE49-F238E27FC236}">
                <a16:creationId xmlns:a16="http://schemas.microsoft.com/office/drawing/2014/main" id="{0A2D55E2-F6DC-1B1A-6206-C9A21DB9570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6937578" y="2478729"/>
            <a:ext cx="919981" cy="625587"/>
          </a:xfrm>
          <a:prstGeom prst="rect">
            <a:avLst/>
          </a:prstGeom>
        </p:spPr>
      </p:pic>
      <p:sp>
        <p:nvSpPr>
          <p:cNvPr id="26" name="Google Shape;553;p38">
            <a:extLst>
              <a:ext uri="{FF2B5EF4-FFF2-40B4-BE49-F238E27FC236}">
                <a16:creationId xmlns:a16="http://schemas.microsoft.com/office/drawing/2014/main" id="{5669D558-D8B7-9B54-34D3-9E8D442164C5}"/>
              </a:ext>
            </a:extLst>
          </p:cNvPr>
          <p:cNvSpPr/>
          <p:nvPr userDrawn="1"/>
        </p:nvSpPr>
        <p:spPr>
          <a:xfrm rot="10800000">
            <a:off x="13289486" y="2276623"/>
            <a:ext cx="1151397" cy="1274247"/>
          </a:xfrm>
          <a:custGeom>
            <a:avLst/>
            <a:gdLst/>
            <a:ahLst/>
            <a:cxnLst/>
            <a:rect l="l" t="t" r="r" b="b"/>
            <a:pathLst>
              <a:path w="14910" h="22743" extrusionOk="0">
                <a:moveTo>
                  <a:pt x="7449" y="0"/>
                </a:moveTo>
                <a:cubicBezTo>
                  <a:pt x="7363" y="0"/>
                  <a:pt x="7277" y="40"/>
                  <a:pt x="7219" y="121"/>
                </a:cubicBezTo>
                <a:lnTo>
                  <a:pt x="4981" y="3220"/>
                </a:lnTo>
                <a:lnTo>
                  <a:pt x="1079" y="3220"/>
                </a:lnTo>
                <a:cubicBezTo>
                  <a:pt x="482" y="3220"/>
                  <a:pt x="0" y="3702"/>
                  <a:pt x="0" y="4298"/>
                </a:cubicBezTo>
                <a:lnTo>
                  <a:pt x="0" y="21652"/>
                </a:lnTo>
                <a:cubicBezTo>
                  <a:pt x="0" y="22249"/>
                  <a:pt x="482" y="22742"/>
                  <a:pt x="1079" y="22742"/>
                </a:cubicBezTo>
                <a:lnTo>
                  <a:pt x="13830" y="22742"/>
                </a:lnTo>
                <a:cubicBezTo>
                  <a:pt x="14427" y="22742"/>
                  <a:pt x="14909" y="22249"/>
                  <a:pt x="14909" y="21652"/>
                </a:cubicBezTo>
                <a:lnTo>
                  <a:pt x="14909" y="4298"/>
                </a:lnTo>
                <a:cubicBezTo>
                  <a:pt x="14909" y="3708"/>
                  <a:pt x="14438" y="3219"/>
                  <a:pt x="13851" y="3219"/>
                </a:cubicBezTo>
                <a:cubicBezTo>
                  <a:pt x="13844" y="3219"/>
                  <a:pt x="13837" y="3219"/>
                  <a:pt x="13830" y="3220"/>
                </a:cubicBezTo>
                <a:lnTo>
                  <a:pt x="9916" y="3220"/>
                </a:lnTo>
                <a:lnTo>
                  <a:pt x="7678" y="121"/>
                </a:lnTo>
                <a:cubicBezTo>
                  <a:pt x="7621" y="40"/>
                  <a:pt x="7535" y="0"/>
                  <a:pt x="7449" y="0"/>
                </a:cubicBezTo>
                <a:close/>
              </a:path>
            </a:pathLst>
          </a:custGeom>
          <a:solidFill>
            <a:srgbClr val="529AC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chemeClr val="dk1"/>
              </a:buClr>
              <a:buSzPts val="1800"/>
              <a:buFont typeface="Calibri"/>
              <a:buNone/>
            </a:pPr>
            <a:endParaRPr sz="1800" b="0" i="0" u="none" strike="noStrike" cap="none">
              <a:solidFill>
                <a:schemeClr val="dk1"/>
              </a:solidFill>
              <a:latin typeface="Calibri"/>
              <a:ea typeface="Calibri"/>
              <a:cs typeface="Calibri"/>
              <a:sym typeface="Calibri"/>
            </a:endParaRPr>
          </a:p>
        </p:txBody>
      </p:sp>
      <p:pic>
        <p:nvPicPr>
          <p:cNvPr id="28" name="Gráfico 27">
            <a:extLst>
              <a:ext uri="{FF2B5EF4-FFF2-40B4-BE49-F238E27FC236}">
                <a16:creationId xmlns:a16="http://schemas.microsoft.com/office/drawing/2014/main" id="{2A2DE510-28AA-A9FA-EF96-ADC1ED86D10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3568672" y="2449466"/>
            <a:ext cx="675825" cy="661446"/>
          </a:xfrm>
          <a:prstGeom prst="rect">
            <a:avLst/>
          </a:prstGeom>
        </p:spPr>
      </p:pic>
      <p:sp>
        <p:nvSpPr>
          <p:cNvPr id="43" name="Espaço Reservado para Texto 42">
            <a:extLst>
              <a:ext uri="{FF2B5EF4-FFF2-40B4-BE49-F238E27FC236}">
                <a16:creationId xmlns:a16="http://schemas.microsoft.com/office/drawing/2014/main" id="{72E00D2B-696A-7CA4-B294-8A4F6F5EABA8}"/>
              </a:ext>
            </a:extLst>
          </p:cNvPr>
          <p:cNvSpPr>
            <a:spLocks noGrp="1"/>
          </p:cNvSpPr>
          <p:nvPr>
            <p:ph type="body" sz="quarter" idx="10"/>
          </p:nvPr>
        </p:nvSpPr>
        <p:spPr>
          <a:xfrm>
            <a:off x="4606925" y="928688"/>
            <a:ext cx="10020958" cy="724735"/>
          </a:xfrm>
          <a:prstGeom prst="rect">
            <a:avLst/>
          </a:prstGeom>
        </p:spPr>
        <p:txBody>
          <a:bodyPr/>
          <a:lstStyle/>
          <a:p>
            <a:pPr lvl="0"/>
            <a:endParaRPr lang="pt-BR"/>
          </a:p>
        </p:txBody>
      </p:sp>
      <p:sp>
        <p:nvSpPr>
          <p:cNvPr id="44" name="Espaço Reservado para Texto 42">
            <a:extLst>
              <a:ext uri="{FF2B5EF4-FFF2-40B4-BE49-F238E27FC236}">
                <a16:creationId xmlns:a16="http://schemas.microsoft.com/office/drawing/2014/main" id="{118B8204-3952-1CCE-5DDA-09799D963BDF}"/>
              </a:ext>
            </a:extLst>
          </p:cNvPr>
          <p:cNvSpPr>
            <a:spLocks noGrp="1"/>
          </p:cNvSpPr>
          <p:nvPr>
            <p:ph type="body" sz="quarter" idx="11"/>
          </p:nvPr>
        </p:nvSpPr>
        <p:spPr>
          <a:xfrm>
            <a:off x="641669" y="4538602"/>
            <a:ext cx="2798011" cy="642937"/>
          </a:xfrm>
          <a:prstGeom prst="rect">
            <a:avLst/>
          </a:prstGeom>
        </p:spPr>
        <p:txBody>
          <a:bodyPr/>
          <a:lstStyle/>
          <a:p>
            <a:pPr lvl="0"/>
            <a:endParaRPr lang="pt-BR"/>
          </a:p>
        </p:txBody>
      </p:sp>
      <p:sp>
        <p:nvSpPr>
          <p:cNvPr id="47" name="Espaço Reservado para Texto 42">
            <a:extLst>
              <a:ext uri="{FF2B5EF4-FFF2-40B4-BE49-F238E27FC236}">
                <a16:creationId xmlns:a16="http://schemas.microsoft.com/office/drawing/2014/main" id="{E46ABB28-D7A5-0F46-EF31-F1C12A67E799}"/>
              </a:ext>
            </a:extLst>
          </p:cNvPr>
          <p:cNvSpPr>
            <a:spLocks noGrp="1"/>
          </p:cNvSpPr>
          <p:nvPr>
            <p:ph type="body" sz="quarter" idx="12"/>
          </p:nvPr>
        </p:nvSpPr>
        <p:spPr>
          <a:xfrm>
            <a:off x="1387641" y="6084650"/>
            <a:ext cx="2758756" cy="642937"/>
          </a:xfrm>
          <a:prstGeom prst="rect">
            <a:avLst/>
          </a:prstGeom>
        </p:spPr>
        <p:txBody>
          <a:bodyPr/>
          <a:lstStyle/>
          <a:p>
            <a:pPr lvl="0"/>
            <a:endParaRPr lang="pt-BR"/>
          </a:p>
        </p:txBody>
      </p:sp>
      <p:sp>
        <p:nvSpPr>
          <p:cNvPr id="48" name="Espaço Reservado para Texto 42">
            <a:extLst>
              <a:ext uri="{FF2B5EF4-FFF2-40B4-BE49-F238E27FC236}">
                <a16:creationId xmlns:a16="http://schemas.microsoft.com/office/drawing/2014/main" id="{BF847B60-BEEF-1E56-730D-C01E43BCC2AB}"/>
              </a:ext>
            </a:extLst>
          </p:cNvPr>
          <p:cNvSpPr>
            <a:spLocks noGrp="1"/>
          </p:cNvSpPr>
          <p:nvPr>
            <p:ph type="body" sz="quarter" idx="13"/>
          </p:nvPr>
        </p:nvSpPr>
        <p:spPr>
          <a:xfrm>
            <a:off x="1359066" y="7270513"/>
            <a:ext cx="2758756" cy="642937"/>
          </a:xfrm>
          <a:prstGeom prst="rect">
            <a:avLst/>
          </a:prstGeom>
        </p:spPr>
        <p:txBody>
          <a:bodyPr/>
          <a:lstStyle/>
          <a:p>
            <a:pPr lvl="0"/>
            <a:endParaRPr lang="pt-BR"/>
          </a:p>
        </p:txBody>
      </p:sp>
      <p:pic>
        <p:nvPicPr>
          <p:cNvPr id="6" name="Imagem 5">
            <a:extLst>
              <a:ext uri="{FF2B5EF4-FFF2-40B4-BE49-F238E27FC236}">
                <a16:creationId xmlns:a16="http://schemas.microsoft.com/office/drawing/2014/main" id="{1B351472-65D0-FA5E-CA28-A7F651B3F1C3}"/>
              </a:ext>
            </a:extLst>
          </p:cNvPr>
          <p:cNvPicPr>
            <a:picLocks/>
          </p:cNvPicPr>
          <p:nvPr userDrawn="1"/>
        </p:nvPicPr>
        <p:blipFill>
          <a:blip r:embed="rId4"/>
          <a:stretch>
            <a:fillRect/>
          </a:stretch>
        </p:blipFill>
        <p:spPr>
          <a:xfrm>
            <a:off x="396001" y="421201"/>
            <a:ext cx="3434405" cy="2390404"/>
          </a:xfrm>
          <a:prstGeom prst="rect">
            <a:avLst/>
          </a:prstGeom>
        </p:spPr>
      </p:pic>
      <p:sp>
        <p:nvSpPr>
          <p:cNvPr id="5" name="Google Shape;207;p37">
            <a:extLst>
              <a:ext uri="{FF2B5EF4-FFF2-40B4-BE49-F238E27FC236}">
                <a16:creationId xmlns:a16="http://schemas.microsoft.com/office/drawing/2014/main" id="{8D519054-56C9-E8DC-6002-F426D55631A8}"/>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2" name="Google Shape;562;p38">
            <a:extLst>
              <a:ext uri="{FF2B5EF4-FFF2-40B4-BE49-F238E27FC236}">
                <a16:creationId xmlns:a16="http://schemas.microsoft.com/office/drawing/2014/main" id="{DC2E51EA-7A9E-03EB-F489-7558738ECDF2}"/>
              </a:ext>
            </a:extLst>
          </p:cNvPr>
          <p:cNvSpPr txBox="1"/>
          <p:nvPr userDrawn="1"/>
        </p:nvSpPr>
        <p:spPr>
          <a:xfrm>
            <a:off x="4958755" y="8923165"/>
            <a:ext cx="9285741" cy="36929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pt-BR" sz="1800" b="1" i="0" u="none" strike="noStrike" cap="none" noProof="0">
                <a:solidFill>
                  <a:schemeClr val="dk1"/>
                </a:solidFill>
                <a:latin typeface="Poppins"/>
                <a:ea typeface="Poppins"/>
                <a:cs typeface="Poppins"/>
                <a:sym typeface="Poppins"/>
              </a:rPr>
              <a:t>Baixe o roteiro dessa atividade</a:t>
            </a:r>
            <a:endParaRPr lang="pt-BR" sz="1800" b="0" i="0" u="none" strike="noStrike" cap="none" noProof="0">
              <a:solidFill>
                <a:srgbClr val="000000"/>
              </a:solidFill>
              <a:latin typeface="Poppins"/>
              <a:ea typeface="Poppins"/>
              <a:cs typeface="Poppins"/>
              <a:sym typeface="Poppins"/>
            </a:endParaRPr>
          </a:p>
        </p:txBody>
      </p:sp>
      <p:pic>
        <p:nvPicPr>
          <p:cNvPr id="7" name="Imagem 6">
            <a:extLst>
              <a:ext uri="{FF2B5EF4-FFF2-40B4-BE49-F238E27FC236}">
                <a16:creationId xmlns:a16="http://schemas.microsoft.com/office/drawing/2014/main" id="{EC34FE3E-47A8-E9EA-DBAE-A2C1931AD7E3}"/>
              </a:ext>
            </a:extLst>
          </p:cNvPr>
          <p:cNvPicPr>
            <a:picLocks noChangeAspect="1"/>
          </p:cNvPicPr>
          <p:nvPr userDrawn="1"/>
        </p:nvPicPr>
        <p:blipFill>
          <a:blip r:embed="rId5"/>
          <a:stretch>
            <a:fillRect/>
          </a:stretch>
        </p:blipFill>
        <p:spPr>
          <a:xfrm>
            <a:off x="4353070" y="8693932"/>
            <a:ext cx="545339" cy="6544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Layout Personalizado">
    <p:spTree>
      <p:nvGrpSpPr>
        <p:cNvPr id="1" name=""/>
        <p:cNvGrpSpPr/>
        <p:nvPr/>
      </p:nvGrpSpPr>
      <p:grpSpPr>
        <a:xfrm>
          <a:off x="0" y="0"/>
          <a:ext cx="0" cy="0"/>
          <a:chOff x="0" y="0"/>
          <a:chExt cx="0" cy="0"/>
        </a:xfrm>
      </p:grpSpPr>
      <p:sp>
        <p:nvSpPr>
          <p:cNvPr id="10" name="Retângulo 9">
            <a:extLst>
              <a:ext uri="{FF2B5EF4-FFF2-40B4-BE49-F238E27FC236}">
                <a16:creationId xmlns:a16="http://schemas.microsoft.com/office/drawing/2014/main" id="{0F2ED3E9-3B0B-E370-C738-4D436A14D453}"/>
              </a:ext>
            </a:extLst>
          </p:cNvPr>
          <p:cNvSpPr/>
          <p:nvPr userDrawn="1"/>
        </p:nvSpPr>
        <p:spPr>
          <a:xfrm>
            <a:off x="0" y="0"/>
            <a:ext cx="18288000" cy="10287000"/>
          </a:xfrm>
          <a:prstGeom prst="rect">
            <a:avLst/>
          </a:prstGeom>
          <a:solidFill>
            <a:srgbClr val="BFBFB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2" name="Imagem 11">
            <a:extLst>
              <a:ext uri="{FF2B5EF4-FFF2-40B4-BE49-F238E27FC236}">
                <a16:creationId xmlns:a16="http://schemas.microsoft.com/office/drawing/2014/main" id="{58C49C61-1767-36FF-63EC-5A49F0196625}"/>
              </a:ext>
            </a:extLst>
          </p:cNvPr>
          <p:cNvPicPr>
            <a:picLocks/>
          </p:cNvPicPr>
          <p:nvPr userDrawn="1"/>
        </p:nvPicPr>
        <p:blipFill>
          <a:blip r:embed="rId2"/>
          <a:stretch>
            <a:fillRect/>
          </a:stretch>
        </p:blipFill>
        <p:spPr>
          <a:xfrm>
            <a:off x="8704814" y="2055603"/>
            <a:ext cx="6307210" cy="4564807"/>
          </a:xfrm>
          <a:prstGeom prst="rect">
            <a:avLst/>
          </a:prstGeom>
        </p:spPr>
      </p:pic>
      <p:pic>
        <p:nvPicPr>
          <p:cNvPr id="9" name="Imagem 8">
            <a:extLst>
              <a:ext uri="{FF2B5EF4-FFF2-40B4-BE49-F238E27FC236}">
                <a16:creationId xmlns:a16="http://schemas.microsoft.com/office/drawing/2014/main" id="{9E016963-F782-FD5D-F722-C0D85DC6CB50}"/>
              </a:ext>
            </a:extLst>
          </p:cNvPr>
          <p:cNvPicPr>
            <a:picLocks/>
          </p:cNvPicPr>
          <p:nvPr userDrawn="1"/>
        </p:nvPicPr>
        <p:blipFill>
          <a:blip r:embed="rId2"/>
          <a:stretch>
            <a:fillRect/>
          </a:stretch>
        </p:blipFill>
        <p:spPr>
          <a:xfrm>
            <a:off x="8704814" y="2055603"/>
            <a:ext cx="6307210" cy="4564807"/>
          </a:xfrm>
          <a:prstGeom prst="rect">
            <a:avLst/>
          </a:prstGeom>
        </p:spPr>
      </p:pic>
      <p:sp>
        <p:nvSpPr>
          <p:cNvPr id="7" name="TextBox 4">
            <a:extLst>
              <a:ext uri="{FF2B5EF4-FFF2-40B4-BE49-F238E27FC236}">
                <a16:creationId xmlns:a16="http://schemas.microsoft.com/office/drawing/2014/main" id="{CF524BA5-8A5B-145B-7D69-2189A7ECA0A4}"/>
              </a:ext>
            </a:extLst>
          </p:cNvPr>
          <p:cNvSpPr txBox="1"/>
          <p:nvPr userDrawn="1"/>
        </p:nvSpPr>
        <p:spPr>
          <a:xfrm>
            <a:off x="3224043" y="3598169"/>
            <a:ext cx="5102506" cy="2344928"/>
          </a:xfrm>
          <a:prstGeom prst="rect">
            <a:avLst/>
          </a:prstGeom>
        </p:spPr>
        <p:txBody>
          <a:bodyPr lIns="0" tIns="0" rIns="0" bIns="0" rtlCol="0" anchor="t">
            <a:spAutoFit/>
          </a:bodyPr>
          <a:lstStyle/>
          <a:p>
            <a:pPr algn="r">
              <a:lnSpc>
                <a:spcPts val="6015"/>
              </a:lnSpc>
            </a:pPr>
            <a:r>
              <a:rPr lang="pt-BR" sz="6399" noProof="0">
                <a:solidFill>
                  <a:srgbClr val="000000"/>
                </a:solidFill>
                <a:latin typeface="Poppins Bold"/>
              </a:rPr>
              <a:t>Educação Profissional Paulista</a:t>
            </a:r>
          </a:p>
        </p:txBody>
      </p:sp>
      <p:sp>
        <p:nvSpPr>
          <p:cNvPr id="2" name="TextBox 5">
            <a:extLst>
              <a:ext uri="{FF2B5EF4-FFF2-40B4-BE49-F238E27FC236}">
                <a16:creationId xmlns:a16="http://schemas.microsoft.com/office/drawing/2014/main" id="{6DBC72C7-C710-800A-C379-F6C1DBE65031}"/>
              </a:ext>
            </a:extLst>
          </p:cNvPr>
          <p:cNvSpPr txBox="1"/>
          <p:nvPr userDrawn="1"/>
        </p:nvSpPr>
        <p:spPr>
          <a:xfrm>
            <a:off x="9104402" y="3475910"/>
            <a:ext cx="5367683" cy="846386"/>
          </a:xfrm>
          <a:prstGeom prst="rect">
            <a:avLst/>
          </a:prstGeom>
        </p:spPr>
        <p:txBody>
          <a:bodyPr lIns="0" tIns="0" rIns="0" bIns="0" rtlCol="0" anchor="t">
            <a:spAutoFit/>
          </a:bodyPr>
          <a:lstStyle/>
          <a:p>
            <a:pPr>
              <a:lnSpc>
                <a:spcPts val="6845"/>
              </a:lnSpc>
            </a:pPr>
            <a:r>
              <a:rPr lang="pt-BR" sz="5000" noProof="0">
                <a:solidFill>
                  <a:srgbClr val="FFFFFF"/>
                </a:solidFill>
                <a:latin typeface="Poppins Light"/>
              </a:rPr>
              <a:t>Técnico em </a:t>
            </a:r>
          </a:p>
        </p:txBody>
      </p:sp>
      <p:sp>
        <p:nvSpPr>
          <p:cNvPr id="4" name="TextBox 6">
            <a:extLst>
              <a:ext uri="{FF2B5EF4-FFF2-40B4-BE49-F238E27FC236}">
                <a16:creationId xmlns:a16="http://schemas.microsoft.com/office/drawing/2014/main" id="{6C42670F-F865-673C-461A-99A20C35AD88}"/>
              </a:ext>
            </a:extLst>
          </p:cNvPr>
          <p:cNvSpPr txBox="1"/>
          <p:nvPr userDrawn="1"/>
        </p:nvSpPr>
        <p:spPr>
          <a:xfrm>
            <a:off x="9174600" y="4344718"/>
            <a:ext cx="5510664" cy="1446550"/>
          </a:xfrm>
          <a:prstGeom prst="rect">
            <a:avLst/>
          </a:prstGeom>
        </p:spPr>
        <p:txBody>
          <a:bodyPr wrap="square" lIns="0" tIns="0" rIns="0" bIns="0" rtlCol="0" anchor="t">
            <a:spAutoFit/>
          </a:bodyPr>
          <a:lstStyle/>
          <a:p>
            <a:pPr>
              <a:lnSpc>
                <a:spcPct val="100000"/>
              </a:lnSpc>
            </a:pPr>
            <a:r>
              <a:rPr lang="pt-BR" sz="4700" noProof="0">
                <a:solidFill>
                  <a:srgbClr val="FFFFFF"/>
                </a:solidFill>
                <a:latin typeface="Poppins Bold"/>
              </a:rPr>
              <a:t>Desenvolvimento de Sistemas</a:t>
            </a:r>
          </a:p>
        </p:txBody>
      </p:sp>
      <p:pic>
        <p:nvPicPr>
          <p:cNvPr id="5" name="Imagem 4">
            <a:extLst>
              <a:ext uri="{FF2B5EF4-FFF2-40B4-BE49-F238E27FC236}">
                <a16:creationId xmlns:a16="http://schemas.microsoft.com/office/drawing/2014/main" id="{4839A536-131A-8A7E-2B11-95D90B7B8E98}"/>
              </a:ext>
            </a:extLst>
          </p:cNvPr>
          <p:cNvPicPr>
            <a:picLocks/>
          </p:cNvPicPr>
          <p:nvPr userDrawn="1"/>
        </p:nvPicPr>
        <p:blipFill>
          <a:blip r:embed="rId3"/>
          <a:stretch>
            <a:fillRect/>
          </a:stretch>
        </p:blipFill>
        <p:spPr>
          <a:xfrm>
            <a:off x="7243211" y="8078412"/>
            <a:ext cx="3805206" cy="1720803"/>
          </a:xfrm>
          <a:prstGeom prst="rect">
            <a:avLst/>
          </a:prstGeom>
        </p:spPr>
      </p:pic>
    </p:spTree>
    <p:extLst>
      <p:ext uri="{BB962C8B-B14F-4D97-AF65-F5344CB8AC3E}">
        <p14:creationId xmlns:p14="http://schemas.microsoft.com/office/powerpoint/2010/main" val="177496773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57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Personalizado" userDrawn="1">
  <p:cSld name="Layout Personalizado">
    <p:spTree>
      <p:nvGrpSpPr>
        <p:cNvPr id="1" name="Shape 10"/>
        <p:cNvGrpSpPr/>
        <p:nvPr/>
      </p:nvGrpSpPr>
      <p:grpSpPr>
        <a:xfrm>
          <a:off x="0" y="0"/>
          <a:ext cx="0" cy="0"/>
          <a:chOff x="0" y="0"/>
          <a:chExt cx="0" cy="0"/>
        </a:xfrm>
      </p:grpSpPr>
      <p:pic>
        <p:nvPicPr>
          <p:cNvPr id="3" name="Google Shape;11;p2">
            <a:extLst>
              <a:ext uri="{FF2B5EF4-FFF2-40B4-BE49-F238E27FC236}">
                <a16:creationId xmlns:a16="http://schemas.microsoft.com/office/drawing/2014/main" id="{CD1033A7-228B-1DA2-EB35-B102BEEA1D77}"/>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0" name="Imagem 9">
            <a:extLst>
              <a:ext uri="{FF2B5EF4-FFF2-40B4-BE49-F238E27FC236}">
                <a16:creationId xmlns:a16="http://schemas.microsoft.com/office/drawing/2014/main" id="{97D43F95-993C-AF5A-D22F-72021A7724CE}"/>
              </a:ext>
            </a:extLst>
          </p:cNvPr>
          <p:cNvPicPr>
            <a:picLocks/>
          </p:cNvPicPr>
          <p:nvPr userDrawn="1"/>
        </p:nvPicPr>
        <p:blipFill>
          <a:blip r:embed="rId3"/>
          <a:stretch>
            <a:fillRect/>
          </a:stretch>
        </p:blipFill>
        <p:spPr>
          <a:xfrm>
            <a:off x="0" y="0"/>
            <a:ext cx="12848420" cy="8071212"/>
          </a:xfrm>
          <a:prstGeom prst="rect">
            <a:avLst/>
          </a:prstGeom>
        </p:spPr>
      </p:pic>
      <p:pic>
        <p:nvPicPr>
          <p:cNvPr id="12" name="Imagem 11">
            <a:extLst>
              <a:ext uri="{FF2B5EF4-FFF2-40B4-BE49-F238E27FC236}">
                <a16:creationId xmlns:a16="http://schemas.microsoft.com/office/drawing/2014/main" id="{43B76048-3DE4-C504-E38C-C20FE3707C6F}"/>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Personalizado" preserve="1" userDrawn="1">
  <p:cSld name="2_Layout Personalizado">
    <p:spTree>
      <p:nvGrpSpPr>
        <p:cNvPr id="1" name="Shape 10"/>
        <p:cNvGrpSpPr/>
        <p:nvPr/>
      </p:nvGrpSpPr>
      <p:grpSpPr>
        <a:xfrm>
          <a:off x="0" y="0"/>
          <a:ext cx="0" cy="0"/>
          <a:chOff x="0" y="0"/>
          <a:chExt cx="0" cy="0"/>
        </a:xfrm>
      </p:grpSpPr>
      <p:pic>
        <p:nvPicPr>
          <p:cNvPr id="6" name="Google Shape;11;p2">
            <a:extLst>
              <a:ext uri="{FF2B5EF4-FFF2-40B4-BE49-F238E27FC236}">
                <a16:creationId xmlns:a16="http://schemas.microsoft.com/office/drawing/2014/main" id="{8A610ACC-90D2-5456-1F39-1F02FE18018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18288000" cy="10288800"/>
          </a:xfrm>
          <a:prstGeom prst="rect">
            <a:avLst/>
          </a:prstGeom>
          <a:noFill/>
          <a:ln>
            <a:noFill/>
          </a:ln>
        </p:spPr>
      </p:pic>
      <p:pic>
        <p:nvPicPr>
          <p:cNvPr id="11" name="Imagem 10">
            <a:extLst>
              <a:ext uri="{FF2B5EF4-FFF2-40B4-BE49-F238E27FC236}">
                <a16:creationId xmlns:a16="http://schemas.microsoft.com/office/drawing/2014/main" id="{7A42030C-DB23-F202-F73C-E06815B9CD50}"/>
              </a:ext>
            </a:extLst>
          </p:cNvPr>
          <p:cNvPicPr>
            <a:picLocks/>
          </p:cNvPicPr>
          <p:nvPr userDrawn="1"/>
        </p:nvPicPr>
        <p:blipFill>
          <a:blip r:embed="rId3"/>
          <a:stretch>
            <a:fillRect/>
          </a:stretch>
        </p:blipFill>
        <p:spPr>
          <a:xfrm>
            <a:off x="0" y="0"/>
            <a:ext cx="12848420" cy="8071212"/>
          </a:xfrm>
          <a:prstGeom prst="rect">
            <a:avLst/>
          </a:prstGeom>
        </p:spPr>
      </p:pic>
      <p:pic>
        <p:nvPicPr>
          <p:cNvPr id="14" name="Imagem 13">
            <a:extLst>
              <a:ext uri="{FF2B5EF4-FFF2-40B4-BE49-F238E27FC236}">
                <a16:creationId xmlns:a16="http://schemas.microsoft.com/office/drawing/2014/main" id="{2FB2B744-6054-4FC7-02AC-0698BFEC8E63}"/>
              </a:ext>
            </a:extLst>
          </p:cNvPr>
          <p:cNvPicPr>
            <a:picLocks/>
          </p:cNvPicPr>
          <p:nvPr userDrawn="1"/>
        </p:nvPicPr>
        <p:blipFill>
          <a:blip r:embed="rId3"/>
          <a:stretch>
            <a:fillRect/>
          </a:stretch>
        </p:blipFill>
        <p:spPr>
          <a:xfrm>
            <a:off x="0" y="0"/>
            <a:ext cx="12848420" cy="8071212"/>
          </a:xfrm>
          <a:prstGeom prst="rect">
            <a:avLst/>
          </a:prstGeom>
        </p:spPr>
      </p:pic>
      <p:sp>
        <p:nvSpPr>
          <p:cNvPr id="5" name="CaixaDeTexto 4">
            <a:extLst>
              <a:ext uri="{FF2B5EF4-FFF2-40B4-BE49-F238E27FC236}">
                <a16:creationId xmlns:a16="http://schemas.microsoft.com/office/drawing/2014/main" id="{8F753BE2-99F0-4892-173B-5CB027D775FC}"/>
              </a:ext>
            </a:extLst>
          </p:cNvPr>
          <p:cNvSpPr txBox="1"/>
          <p:nvPr userDrawn="1"/>
        </p:nvSpPr>
        <p:spPr>
          <a:xfrm>
            <a:off x="19576473" y="292330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2" name="Google Shape;643;p43">
            <a:extLst>
              <a:ext uri="{FF2B5EF4-FFF2-40B4-BE49-F238E27FC236}">
                <a16:creationId xmlns:a16="http://schemas.microsoft.com/office/drawing/2014/main" id="{C48BB9E0-E4E1-D9BE-BCF0-CCC4171FA07E}"/>
              </a:ext>
            </a:extLst>
          </p:cNvPr>
          <p:cNvSpPr txBox="1">
            <a:spLocks/>
          </p:cNvSpPr>
          <p:nvPr userDrawn="1"/>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a:solidFill>
                  <a:srgbClr val="FF161F"/>
                </a:solidFill>
              </a:rPr>
              <a:t>Orientações ao Professor</a:t>
            </a:r>
          </a:p>
        </p:txBody>
      </p:sp>
    </p:spTree>
    <p:extLst>
      <p:ext uri="{BB962C8B-B14F-4D97-AF65-F5344CB8AC3E}">
        <p14:creationId xmlns:p14="http://schemas.microsoft.com/office/powerpoint/2010/main" val="41914105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preserve="1" userDrawn="1">
  <p:cSld name="1_Construindo o conceito">
    <p:spTree>
      <p:nvGrpSpPr>
        <p:cNvPr id="1" name="Shape 16"/>
        <p:cNvGrpSpPr/>
        <p:nvPr/>
      </p:nvGrpSpPr>
      <p:grpSpPr>
        <a:xfrm>
          <a:off x="0" y="0"/>
          <a:ext cx="0" cy="0"/>
          <a:chOff x="0" y="0"/>
          <a:chExt cx="0" cy="0"/>
        </a:xfrm>
      </p:grpSpPr>
      <p:pic>
        <p:nvPicPr>
          <p:cNvPr id="6" name="Google Shape;164;p15">
            <a:extLst>
              <a:ext uri="{FF2B5EF4-FFF2-40B4-BE49-F238E27FC236}">
                <a16:creationId xmlns:a16="http://schemas.microsoft.com/office/drawing/2014/main" id="{2A40035A-46AA-DFA0-4141-7C162F3C6DEC}"/>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r="-3854"/>
          <a:stretch/>
        </p:blipFill>
        <p:spPr>
          <a:xfrm>
            <a:off x="0" y="0"/>
            <a:ext cx="8787534" cy="10287000"/>
          </a:xfrm>
          <a:prstGeom prst="rect">
            <a:avLst/>
          </a:prstGeom>
          <a:noFill/>
          <a:ln>
            <a:noFill/>
          </a:ln>
        </p:spPr>
      </p:pic>
      <p:sp>
        <p:nvSpPr>
          <p:cNvPr id="4" name="Retângulo 3">
            <a:extLst>
              <a:ext uri="{FF2B5EF4-FFF2-40B4-BE49-F238E27FC236}">
                <a16:creationId xmlns:a16="http://schemas.microsoft.com/office/drawing/2014/main" id="{569D7266-D0C4-A44D-9827-A0C02D9BAFF7}"/>
              </a:ext>
            </a:extLst>
          </p:cNvPr>
          <p:cNvSpPr/>
          <p:nvPr userDrawn="1"/>
        </p:nvSpPr>
        <p:spPr>
          <a:xfrm>
            <a:off x="8299521" y="-1"/>
            <a:ext cx="10013430" cy="102855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CaixaDeTexto 4">
            <a:extLst>
              <a:ext uri="{FF2B5EF4-FFF2-40B4-BE49-F238E27FC236}">
                <a16:creationId xmlns:a16="http://schemas.microsoft.com/office/drawing/2014/main" id="{94EF9377-0BC9-8D48-6EB4-411B8F209D6B}"/>
              </a:ext>
            </a:extLst>
          </p:cNvPr>
          <p:cNvSpPr txBox="1"/>
          <p:nvPr userDrawn="1"/>
        </p:nvSpPr>
        <p:spPr>
          <a:xfrm>
            <a:off x="-2203554" y="1514007"/>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2" name="Espaço Reservado para Texto 11">
            <a:extLst>
              <a:ext uri="{FF2B5EF4-FFF2-40B4-BE49-F238E27FC236}">
                <a16:creationId xmlns:a16="http://schemas.microsoft.com/office/drawing/2014/main" id="{5324B01E-494B-5E4B-E130-7F8451233889}"/>
              </a:ext>
            </a:extLst>
          </p:cNvPr>
          <p:cNvSpPr>
            <a:spLocks noGrp="1"/>
          </p:cNvSpPr>
          <p:nvPr>
            <p:ph type="body" sz="quarter" idx="10"/>
          </p:nvPr>
        </p:nvSpPr>
        <p:spPr>
          <a:xfrm>
            <a:off x="1035051" y="3822700"/>
            <a:ext cx="4076596" cy="3313113"/>
          </a:xfrm>
          <a:prstGeom prst="rect">
            <a:avLst/>
          </a:prstGeom>
        </p:spPr>
        <p:txBody>
          <a:bodyPr/>
          <a:lstStyle>
            <a:lvl1pPr>
              <a:defRPr sz="1800"/>
            </a:lvl1pPr>
          </a:lstStyle>
          <a:p>
            <a:pPr lvl="0"/>
            <a:endParaRPr lang="pt-BR"/>
          </a:p>
        </p:txBody>
      </p:sp>
      <p:sp>
        <p:nvSpPr>
          <p:cNvPr id="13" name="Espaço Reservado para Texto 11">
            <a:extLst>
              <a:ext uri="{FF2B5EF4-FFF2-40B4-BE49-F238E27FC236}">
                <a16:creationId xmlns:a16="http://schemas.microsoft.com/office/drawing/2014/main" id="{D70461BD-1593-C70D-1057-4FD1447C604E}"/>
              </a:ext>
            </a:extLst>
          </p:cNvPr>
          <p:cNvSpPr>
            <a:spLocks noGrp="1"/>
          </p:cNvSpPr>
          <p:nvPr>
            <p:ph type="body" sz="quarter" idx="11"/>
          </p:nvPr>
        </p:nvSpPr>
        <p:spPr>
          <a:xfrm>
            <a:off x="12997201" y="404944"/>
            <a:ext cx="4076596" cy="1139044"/>
          </a:xfrm>
          <a:prstGeom prst="rect">
            <a:avLst/>
          </a:prstGeom>
        </p:spPr>
        <p:txBody>
          <a:bodyPr/>
          <a:lstStyle>
            <a:lvl1pPr>
              <a:defRPr sz="1800"/>
            </a:lvl1pPr>
          </a:lstStyle>
          <a:p>
            <a:pPr lvl="0"/>
            <a:endParaRPr lang="pt-BR"/>
          </a:p>
        </p:txBody>
      </p:sp>
      <p:sp>
        <p:nvSpPr>
          <p:cNvPr id="14" name="Espaço Reservado para Texto 11">
            <a:extLst>
              <a:ext uri="{FF2B5EF4-FFF2-40B4-BE49-F238E27FC236}">
                <a16:creationId xmlns:a16="http://schemas.microsoft.com/office/drawing/2014/main" id="{78BE3200-A19B-129C-0001-7074E2293354}"/>
              </a:ext>
            </a:extLst>
          </p:cNvPr>
          <p:cNvSpPr>
            <a:spLocks noGrp="1"/>
          </p:cNvSpPr>
          <p:nvPr>
            <p:ph type="body" sz="quarter" idx="12"/>
          </p:nvPr>
        </p:nvSpPr>
        <p:spPr>
          <a:xfrm>
            <a:off x="12997201" y="1888970"/>
            <a:ext cx="4076596" cy="1139044"/>
          </a:xfrm>
          <a:prstGeom prst="rect">
            <a:avLst/>
          </a:prstGeom>
        </p:spPr>
        <p:txBody>
          <a:bodyPr/>
          <a:lstStyle>
            <a:lvl1pPr>
              <a:defRPr sz="1800"/>
            </a:lvl1pPr>
          </a:lstStyle>
          <a:p>
            <a:pPr lvl="0"/>
            <a:endParaRPr lang="pt-BR"/>
          </a:p>
        </p:txBody>
      </p:sp>
      <p:sp>
        <p:nvSpPr>
          <p:cNvPr id="15" name="Espaço Reservado para Texto 11">
            <a:extLst>
              <a:ext uri="{FF2B5EF4-FFF2-40B4-BE49-F238E27FC236}">
                <a16:creationId xmlns:a16="http://schemas.microsoft.com/office/drawing/2014/main" id="{D5B1F210-DB8A-2C19-6DC1-04B1A4E69F9E}"/>
              </a:ext>
            </a:extLst>
          </p:cNvPr>
          <p:cNvSpPr>
            <a:spLocks noGrp="1"/>
          </p:cNvSpPr>
          <p:nvPr>
            <p:ph type="body" sz="quarter" idx="13"/>
          </p:nvPr>
        </p:nvSpPr>
        <p:spPr>
          <a:xfrm>
            <a:off x="12997201" y="3552879"/>
            <a:ext cx="4076596" cy="1139044"/>
          </a:xfrm>
          <a:prstGeom prst="rect">
            <a:avLst/>
          </a:prstGeom>
        </p:spPr>
        <p:txBody>
          <a:bodyPr/>
          <a:lstStyle>
            <a:lvl1pPr>
              <a:defRPr sz="1800"/>
            </a:lvl1pPr>
          </a:lstStyle>
          <a:p>
            <a:pPr lvl="0"/>
            <a:endParaRPr lang="pt-BR"/>
          </a:p>
        </p:txBody>
      </p:sp>
      <p:sp>
        <p:nvSpPr>
          <p:cNvPr id="16" name="Espaço Reservado para Texto 11">
            <a:extLst>
              <a:ext uri="{FF2B5EF4-FFF2-40B4-BE49-F238E27FC236}">
                <a16:creationId xmlns:a16="http://schemas.microsoft.com/office/drawing/2014/main" id="{AEDDDAF3-00C6-4448-54A0-F213582A9D36}"/>
              </a:ext>
            </a:extLst>
          </p:cNvPr>
          <p:cNvSpPr>
            <a:spLocks noGrp="1"/>
          </p:cNvSpPr>
          <p:nvPr>
            <p:ph type="body" sz="quarter" idx="14"/>
          </p:nvPr>
        </p:nvSpPr>
        <p:spPr>
          <a:xfrm>
            <a:off x="12997201" y="5531581"/>
            <a:ext cx="4076596" cy="1139044"/>
          </a:xfrm>
          <a:prstGeom prst="rect">
            <a:avLst/>
          </a:prstGeom>
        </p:spPr>
        <p:txBody>
          <a:bodyPr/>
          <a:lstStyle>
            <a:lvl1pPr>
              <a:defRPr sz="1800"/>
            </a:lvl1pPr>
          </a:lstStyle>
          <a:p>
            <a:pPr lvl="0"/>
            <a:endParaRPr lang="pt-BR"/>
          </a:p>
        </p:txBody>
      </p:sp>
      <p:sp>
        <p:nvSpPr>
          <p:cNvPr id="17" name="Espaço Reservado para Texto 11">
            <a:extLst>
              <a:ext uri="{FF2B5EF4-FFF2-40B4-BE49-F238E27FC236}">
                <a16:creationId xmlns:a16="http://schemas.microsoft.com/office/drawing/2014/main" id="{33351543-E05B-156E-AB33-2E725E3AE564}"/>
              </a:ext>
            </a:extLst>
          </p:cNvPr>
          <p:cNvSpPr>
            <a:spLocks noGrp="1"/>
          </p:cNvSpPr>
          <p:nvPr>
            <p:ph type="body" sz="quarter" idx="15"/>
          </p:nvPr>
        </p:nvSpPr>
        <p:spPr>
          <a:xfrm>
            <a:off x="12997201" y="7120539"/>
            <a:ext cx="4076596" cy="1139044"/>
          </a:xfrm>
          <a:prstGeom prst="rect">
            <a:avLst/>
          </a:prstGeom>
        </p:spPr>
        <p:txBody>
          <a:bodyPr/>
          <a:lstStyle>
            <a:lvl1pPr>
              <a:defRPr sz="1800"/>
            </a:lvl1pPr>
          </a:lstStyle>
          <a:p>
            <a:pPr lvl="0"/>
            <a:endParaRPr lang="pt-BR"/>
          </a:p>
        </p:txBody>
      </p:sp>
      <p:sp>
        <p:nvSpPr>
          <p:cNvPr id="18" name="Espaço Reservado para Texto 11">
            <a:extLst>
              <a:ext uri="{FF2B5EF4-FFF2-40B4-BE49-F238E27FC236}">
                <a16:creationId xmlns:a16="http://schemas.microsoft.com/office/drawing/2014/main" id="{01D8F84B-5F4E-C2A3-883D-5A1C801EF18C}"/>
              </a:ext>
            </a:extLst>
          </p:cNvPr>
          <p:cNvSpPr>
            <a:spLocks noGrp="1"/>
          </p:cNvSpPr>
          <p:nvPr>
            <p:ph type="body" sz="quarter" idx="16"/>
          </p:nvPr>
        </p:nvSpPr>
        <p:spPr>
          <a:xfrm>
            <a:off x="12997201" y="8709496"/>
            <a:ext cx="4076596" cy="1139044"/>
          </a:xfrm>
          <a:prstGeom prst="rect">
            <a:avLst/>
          </a:prstGeom>
        </p:spPr>
        <p:txBody>
          <a:bodyPr/>
          <a:lstStyle>
            <a:lvl1pPr>
              <a:defRPr sz="1800"/>
            </a:lvl1pPr>
          </a:lstStyle>
          <a:p>
            <a:pPr lvl="0"/>
            <a:endParaRPr lang="pt-BR"/>
          </a:p>
        </p:txBody>
      </p:sp>
      <p:sp>
        <p:nvSpPr>
          <p:cNvPr id="20" name="Espaço Reservado para Imagem 19">
            <a:extLst>
              <a:ext uri="{FF2B5EF4-FFF2-40B4-BE49-F238E27FC236}">
                <a16:creationId xmlns:a16="http://schemas.microsoft.com/office/drawing/2014/main" id="{48712A06-262B-D6D3-C983-0170C2A084D1}"/>
              </a:ext>
            </a:extLst>
          </p:cNvPr>
          <p:cNvSpPr>
            <a:spLocks noGrp="1"/>
          </p:cNvSpPr>
          <p:nvPr>
            <p:ph type="pic" sz="quarter" idx="17"/>
          </p:nvPr>
        </p:nvSpPr>
        <p:spPr>
          <a:xfrm>
            <a:off x="8029575" y="438150"/>
            <a:ext cx="3922713" cy="2274888"/>
          </a:xfrm>
          <a:prstGeom prst="rect">
            <a:avLst/>
          </a:prstGeom>
          <a:solidFill>
            <a:schemeClr val="bg1">
              <a:lumMod val="85000"/>
            </a:schemeClr>
          </a:solidFill>
        </p:spPr>
        <p:txBody>
          <a:bodyPr/>
          <a:lstStyle/>
          <a:p>
            <a:endParaRPr lang="pt-BR"/>
          </a:p>
        </p:txBody>
      </p:sp>
      <p:sp>
        <p:nvSpPr>
          <p:cNvPr id="21" name="Espaço Reservado para Imagem 19">
            <a:extLst>
              <a:ext uri="{FF2B5EF4-FFF2-40B4-BE49-F238E27FC236}">
                <a16:creationId xmlns:a16="http://schemas.microsoft.com/office/drawing/2014/main" id="{0A8B1842-36CA-D18C-45E3-9B8BE54F5233}"/>
              </a:ext>
            </a:extLst>
          </p:cNvPr>
          <p:cNvSpPr>
            <a:spLocks noGrp="1"/>
          </p:cNvSpPr>
          <p:nvPr>
            <p:ph type="pic" sz="quarter" idx="18"/>
          </p:nvPr>
        </p:nvSpPr>
        <p:spPr>
          <a:xfrm>
            <a:off x="8029575" y="3361232"/>
            <a:ext cx="3922713" cy="2274888"/>
          </a:xfrm>
          <a:prstGeom prst="rect">
            <a:avLst/>
          </a:prstGeom>
          <a:solidFill>
            <a:schemeClr val="bg1">
              <a:lumMod val="85000"/>
            </a:schemeClr>
          </a:solidFill>
        </p:spPr>
        <p:txBody>
          <a:bodyPr/>
          <a:lstStyle/>
          <a:p>
            <a:endParaRPr lang="pt-BR"/>
          </a:p>
        </p:txBody>
      </p:sp>
      <p:sp>
        <p:nvSpPr>
          <p:cNvPr id="22" name="Espaço Reservado para Imagem 19">
            <a:extLst>
              <a:ext uri="{FF2B5EF4-FFF2-40B4-BE49-F238E27FC236}">
                <a16:creationId xmlns:a16="http://schemas.microsoft.com/office/drawing/2014/main" id="{9E259D35-9872-B049-FD84-CE39C4A5A725}"/>
              </a:ext>
            </a:extLst>
          </p:cNvPr>
          <p:cNvSpPr>
            <a:spLocks noGrp="1"/>
          </p:cNvSpPr>
          <p:nvPr>
            <p:ph type="pic" sz="quarter" idx="19"/>
          </p:nvPr>
        </p:nvSpPr>
        <p:spPr>
          <a:xfrm>
            <a:off x="8029575" y="5999501"/>
            <a:ext cx="3922713" cy="2274888"/>
          </a:xfrm>
          <a:prstGeom prst="rect">
            <a:avLst/>
          </a:prstGeom>
          <a:solidFill>
            <a:schemeClr val="bg1">
              <a:lumMod val="85000"/>
            </a:schemeClr>
          </a:solidFill>
        </p:spPr>
        <p:txBody>
          <a:bodyPr/>
          <a:lstStyle/>
          <a:p>
            <a:endParaRPr lang="pt-BR"/>
          </a:p>
        </p:txBody>
      </p:sp>
      <p:sp>
        <p:nvSpPr>
          <p:cNvPr id="23" name="Espaço Reservado para Texto 11">
            <a:extLst>
              <a:ext uri="{FF2B5EF4-FFF2-40B4-BE49-F238E27FC236}">
                <a16:creationId xmlns:a16="http://schemas.microsoft.com/office/drawing/2014/main" id="{AE1C7992-8AEB-845F-1366-E5FC6ECA3A5A}"/>
              </a:ext>
            </a:extLst>
          </p:cNvPr>
          <p:cNvSpPr>
            <a:spLocks noGrp="1"/>
          </p:cNvSpPr>
          <p:nvPr>
            <p:ph type="body" sz="quarter" idx="20"/>
          </p:nvPr>
        </p:nvSpPr>
        <p:spPr>
          <a:xfrm>
            <a:off x="8020466" y="2848341"/>
            <a:ext cx="4076596" cy="302847"/>
          </a:xfrm>
          <a:prstGeom prst="rect">
            <a:avLst/>
          </a:prstGeom>
        </p:spPr>
        <p:txBody>
          <a:bodyPr/>
          <a:lstStyle>
            <a:lvl1pPr>
              <a:defRPr sz="1800"/>
            </a:lvl1pPr>
          </a:lstStyle>
          <a:p>
            <a:pPr lvl="0"/>
            <a:endParaRPr lang="pt-BR"/>
          </a:p>
        </p:txBody>
      </p:sp>
      <p:sp>
        <p:nvSpPr>
          <p:cNvPr id="24" name="Espaço Reservado para Texto 11">
            <a:extLst>
              <a:ext uri="{FF2B5EF4-FFF2-40B4-BE49-F238E27FC236}">
                <a16:creationId xmlns:a16="http://schemas.microsoft.com/office/drawing/2014/main" id="{2D6CE238-2CC1-38FE-1D64-155E8DDF5FB2}"/>
              </a:ext>
            </a:extLst>
          </p:cNvPr>
          <p:cNvSpPr>
            <a:spLocks noGrp="1"/>
          </p:cNvSpPr>
          <p:nvPr>
            <p:ph type="body" sz="quarter" idx="21"/>
          </p:nvPr>
        </p:nvSpPr>
        <p:spPr>
          <a:xfrm>
            <a:off x="8020466" y="5726452"/>
            <a:ext cx="4076596" cy="302847"/>
          </a:xfrm>
          <a:prstGeom prst="rect">
            <a:avLst/>
          </a:prstGeom>
        </p:spPr>
        <p:txBody>
          <a:bodyPr/>
          <a:lstStyle>
            <a:lvl1pPr>
              <a:defRPr sz="1800"/>
            </a:lvl1pPr>
          </a:lstStyle>
          <a:p>
            <a:pPr lvl="0"/>
            <a:endParaRPr lang="pt-BR"/>
          </a:p>
        </p:txBody>
      </p:sp>
      <p:sp>
        <p:nvSpPr>
          <p:cNvPr id="25" name="Espaço Reservado para Texto 11">
            <a:extLst>
              <a:ext uri="{FF2B5EF4-FFF2-40B4-BE49-F238E27FC236}">
                <a16:creationId xmlns:a16="http://schemas.microsoft.com/office/drawing/2014/main" id="{CCF79652-1EF4-B51F-5A86-90BD5A7FF41E}"/>
              </a:ext>
            </a:extLst>
          </p:cNvPr>
          <p:cNvSpPr>
            <a:spLocks noGrp="1"/>
          </p:cNvSpPr>
          <p:nvPr>
            <p:ph type="body" sz="quarter" idx="22"/>
          </p:nvPr>
        </p:nvSpPr>
        <p:spPr>
          <a:xfrm>
            <a:off x="8020466" y="8364720"/>
            <a:ext cx="4076596" cy="302847"/>
          </a:xfrm>
          <a:prstGeom prst="rect">
            <a:avLst/>
          </a:prstGeom>
        </p:spPr>
        <p:txBody>
          <a:bodyPr/>
          <a:lstStyle>
            <a:lvl1pPr>
              <a:defRPr sz="1800"/>
            </a:lvl1pPr>
          </a:lstStyle>
          <a:p>
            <a:pPr lvl="0"/>
            <a:endParaRPr lang="pt-BR"/>
          </a:p>
        </p:txBody>
      </p:sp>
      <p:cxnSp>
        <p:nvCxnSpPr>
          <p:cNvPr id="29" name="Google Shape;88;p34">
            <a:extLst>
              <a:ext uri="{FF2B5EF4-FFF2-40B4-BE49-F238E27FC236}">
                <a16:creationId xmlns:a16="http://schemas.microsoft.com/office/drawing/2014/main" id="{A2EE80FD-890E-4D7D-AE29-D84D61A7F32E}"/>
              </a:ext>
            </a:extLst>
          </p:cNvPr>
          <p:cNvCxnSpPr/>
          <p:nvPr userDrawn="1"/>
        </p:nvCxnSpPr>
        <p:spPr>
          <a:xfrm>
            <a:off x="11534273" y="42431"/>
            <a:ext cx="0" cy="10287000"/>
          </a:xfrm>
          <a:prstGeom prst="straightConnector1">
            <a:avLst/>
          </a:prstGeom>
          <a:noFill/>
          <a:ln w="28575" cap="flat" cmpd="sng">
            <a:solidFill>
              <a:schemeClr val="dk1"/>
            </a:solidFill>
            <a:prstDash val="dot"/>
            <a:round/>
            <a:headEnd type="none" w="sm" len="sm"/>
            <a:tailEnd type="none" w="sm" len="sm"/>
          </a:ln>
        </p:spPr>
      </p:cxnSp>
      <p:cxnSp>
        <p:nvCxnSpPr>
          <p:cNvPr id="26" name="Google Shape;89;p34">
            <a:extLst>
              <a:ext uri="{FF2B5EF4-FFF2-40B4-BE49-F238E27FC236}">
                <a16:creationId xmlns:a16="http://schemas.microsoft.com/office/drawing/2014/main" id="{E6CB6094-B327-4FE9-85C2-75046C92B43B}"/>
              </a:ext>
            </a:extLst>
          </p:cNvPr>
          <p:cNvCxnSpPr/>
          <p:nvPr userDrawn="1"/>
        </p:nvCxnSpPr>
        <p:spPr>
          <a:xfrm rot="10800000">
            <a:off x="11091472" y="1514148"/>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7" name="Google Shape;92;p34">
            <a:extLst>
              <a:ext uri="{FF2B5EF4-FFF2-40B4-BE49-F238E27FC236}">
                <a16:creationId xmlns:a16="http://schemas.microsoft.com/office/drawing/2014/main" id="{752A9B77-04F6-2F45-AE2A-463001DA7DFB}"/>
              </a:ext>
            </a:extLst>
          </p:cNvPr>
          <p:cNvCxnSpPr/>
          <p:nvPr userDrawn="1"/>
        </p:nvCxnSpPr>
        <p:spPr>
          <a:xfrm rot="10800000">
            <a:off x="11091472" y="4591077"/>
            <a:ext cx="5800865" cy="0"/>
          </a:xfrm>
          <a:prstGeom prst="straightConnector1">
            <a:avLst/>
          </a:prstGeom>
          <a:noFill/>
          <a:ln w="19050" cap="flat" cmpd="sng">
            <a:solidFill>
              <a:srgbClr val="F4F4F4"/>
            </a:solidFill>
            <a:prstDash val="solid"/>
            <a:round/>
            <a:headEnd type="diamond" w="med" len="med"/>
            <a:tailEnd type="none" w="sm" len="sm"/>
          </a:ln>
        </p:spPr>
      </p:cxnSp>
      <p:cxnSp>
        <p:nvCxnSpPr>
          <p:cNvPr id="28" name="Google Shape;95;p34">
            <a:extLst>
              <a:ext uri="{FF2B5EF4-FFF2-40B4-BE49-F238E27FC236}">
                <a16:creationId xmlns:a16="http://schemas.microsoft.com/office/drawing/2014/main" id="{BEADF656-22C2-5F8B-EF5F-18B5EE22D464}"/>
              </a:ext>
            </a:extLst>
          </p:cNvPr>
          <p:cNvCxnSpPr/>
          <p:nvPr userDrawn="1"/>
        </p:nvCxnSpPr>
        <p:spPr>
          <a:xfrm rot="10800000">
            <a:off x="11091471" y="7642394"/>
            <a:ext cx="5800865" cy="0"/>
          </a:xfrm>
          <a:prstGeom prst="straightConnector1">
            <a:avLst/>
          </a:prstGeom>
          <a:noFill/>
          <a:ln w="19050" cap="flat" cmpd="sng">
            <a:solidFill>
              <a:srgbClr val="F4F4F4"/>
            </a:solidFill>
            <a:prstDash val="solid"/>
            <a:round/>
            <a:headEnd type="diamond" w="med" len="med"/>
            <a:tailEnd type="none" w="sm" len="sm"/>
          </a:ln>
        </p:spPr>
      </p:cxnSp>
      <p:pic>
        <p:nvPicPr>
          <p:cNvPr id="11" name="Imagem 10">
            <a:extLst>
              <a:ext uri="{FF2B5EF4-FFF2-40B4-BE49-F238E27FC236}">
                <a16:creationId xmlns:a16="http://schemas.microsoft.com/office/drawing/2014/main" id="{43F1AA32-51DD-D553-CFDF-FC96248076D2}"/>
              </a:ext>
            </a:extLst>
          </p:cNvPr>
          <p:cNvPicPr>
            <a:picLocks/>
          </p:cNvPicPr>
          <p:nvPr userDrawn="1"/>
        </p:nvPicPr>
        <p:blipFill>
          <a:blip r:embed="rId3"/>
          <a:stretch>
            <a:fillRect/>
          </a:stretch>
        </p:blipFill>
        <p:spPr>
          <a:xfrm>
            <a:off x="381601" y="327600"/>
            <a:ext cx="3434405" cy="2390404"/>
          </a:xfrm>
          <a:prstGeom prst="rect">
            <a:avLst/>
          </a:prstGeom>
        </p:spPr>
      </p:pic>
      <p:sp>
        <p:nvSpPr>
          <p:cNvPr id="7" name="Google Shape;101;p34">
            <a:extLst>
              <a:ext uri="{FF2B5EF4-FFF2-40B4-BE49-F238E27FC236}">
                <a16:creationId xmlns:a16="http://schemas.microsoft.com/office/drawing/2014/main" id="{606FAC63-7E4F-1C04-DB5A-A68FE33CD612}"/>
              </a:ext>
            </a:extLst>
          </p:cNvPr>
          <p:cNvSpPr txBox="1"/>
          <p:nvPr userDrawn="1"/>
        </p:nvSpPr>
        <p:spPr>
          <a:xfrm>
            <a:off x="743543" y="1014222"/>
            <a:ext cx="272016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conceito</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649BBA63-7482-E6D1-CC24-EC86DF5C161D}"/>
              </a:ext>
            </a:extLst>
          </p:cNvPr>
          <p:cNvSpPr txBox="1"/>
          <p:nvPr userDrawn="1"/>
        </p:nvSpPr>
        <p:spPr>
          <a:xfrm>
            <a:off x="-1135626" y="929148"/>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9827182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1. Conteudo" preserve="1" userDrawn="1">
  <p:cSld name="2_1. Conteudo">
    <p:spTree>
      <p:nvGrpSpPr>
        <p:cNvPr id="1" name="Shape 21"/>
        <p:cNvGrpSpPr/>
        <p:nvPr/>
      </p:nvGrpSpPr>
      <p:grpSpPr>
        <a:xfrm>
          <a:off x="0" y="0"/>
          <a:ext cx="0" cy="0"/>
          <a:chOff x="0" y="0"/>
          <a:chExt cx="0" cy="0"/>
        </a:xfrm>
      </p:grpSpPr>
      <p:pic>
        <p:nvPicPr>
          <p:cNvPr id="6" name="Google Shape;142;p13">
            <a:extLst>
              <a:ext uri="{FF2B5EF4-FFF2-40B4-BE49-F238E27FC236}">
                <a16:creationId xmlns:a16="http://schemas.microsoft.com/office/drawing/2014/main" id="{F07B1DA4-0BE0-8D2F-5B14-D586124A95EE}"/>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0" name="Google Shape;143;p13">
            <a:extLst>
              <a:ext uri="{FF2B5EF4-FFF2-40B4-BE49-F238E27FC236}">
                <a16:creationId xmlns:a16="http://schemas.microsoft.com/office/drawing/2014/main" id="{B59D7DFC-8F64-A1D7-B11E-A2CCF7E244A1}"/>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cxnSp>
        <p:nvCxnSpPr>
          <p:cNvPr id="16" name="Conector reto 136">
            <a:extLst>
              <a:ext uri="{FF2B5EF4-FFF2-40B4-BE49-F238E27FC236}">
                <a16:creationId xmlns:a16="http://schemas.microsoft.com/office/drawing/2014/main" id="{28ED8E59-867A-4118-491D-688DDC058D38}"/>
              </a:ext>
            </a:extLst>
          </p:cNvPr>
          <p:cNvCxnSpPr/>
          <p:nvPr userDrawn="1"/>
        </p:nvCxnSpPr>
        <p:spPr>
          <a:xfrm>
            <a:off x="9135066" y="1261373"/>
            <a:ext cx="0" cy="7651573"/>
          </a:xfrm>
          <a:prstGeom prst="line">
            <a:avLst/>
          </a:prstGeom>
          <a:ln w="38100">
            <a:solidFill>
              <a:srgbClr val="BFBFBF"/>
            </a:solidFill>
          </a:ln>
        </p:spPr>
        <p:style>
          <a:lnRef idx="1">
            <a:schemeClr val="accent1"/>
          </a:lnRef>
          <a:fillRef idx="0">
            <a:schemeClr val="accent1"/>
          </a:fillRef>
          <a:effectRef idx="0">
            <a:schemeClr val="accent1"/>
          </a:effectRef>
          <a:fontRef idx="minor">
            <a:schemeClr val="tx1"/>
          </a:fontRef>
        </p:style>
      </p:cxnSp>
      <p:sp>
        <p:nvSpPr>
          <p:cNvPr id="30" name="Google Shape;30;p31">
            <a:extLst>
              <a:ext uri="{FF2B5EF4-FFF2-40B4-BE49-F238E27FC236}">
                <a16:creationId xmlns:a16="http://schemas.microsoft.com/office/drawing/2014/main" id="{FB7070B6-E757-A6E0-8016-A32842AE691E}"/>
              </a:ext>
            </a:extLst>
          </p:cNvPr>
          <p:cNvSpPr txBox="1"/>
          <p:nvPr userDrawn="1"/>
        </p:nvSpPr>
        <p:spPr>
          <a:xfrm>
            <a:off x="2201317" y="1328935"/>
            <a:ext cx="6068031"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Objetivos da aula</a:t>
            </a:r>
            <a:endParaRPr sz="2700" b="1" i="0" u="none" strike="noStrike" cap="none">
              <a:solidFill>
                <a:srgbClr val="000000"/>
              </a:solidFill>
              <a:latin typeface="Poppins"/>
              <a:ea typeface="Poppins"/>
              <a:cs typeface="Poppins"/>
              <a:sym typeface="Poppins"/>
            </a:endParaRPr>
          </a:p>
        </p:txBody>
      </p:sp>
      <p:sp>
        <p:nvSpPr>
          <p:cNvPr id="51" name="Google Shape;29;p31">
            <a:extLst>
              <a:ext uri="{FF2B5EF4-FFF2-40B4-BE49-F238E27FC236}">
                <a16:creationId xmlns:a16="http://schemas.microsoft.com/office/drawing/2014/main" id="{741C94F6-1F01-E259-385F-4E743D12E89E}"/>
              </a:ext>
            </a:extLst>
          </p:cNvPr>
          <p:cNvSpPr txBox="1"/>
          <p:nvPr userDrawn="1"/>
        </p:nvSpPr>
        <p:spPr>
          <a:xfrm>
            <a:off x="11200516" y="1328480"/>
            <a:ext cx="6452345"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técnicas</a:t>
            </a:r>
            <a:endParaRPr lang="pt-BR" sz="1400" b="0" i="0" u="none" strike="noStrike" cap="none">
              <a:solidFill>
                <a:srgbClr val="000000"/>
              </a:solidFill>
              <a:latin typeface="Poppins"/>
              <a:ea typeface="Poppins"/>
              <a:cs typeface="Poppins"/>
              <a:sym typeface="Poppins"/>
            </a:endParaRPr>
          </a:p>
        </p:txBody>
      </p:sp>
      <p:sp>
        <p:nvSpPr>
          <p:cNvPr id="52" name="Google Shape;27;p31">
            <a:extLst>
              <a:ext uri="{FF2B5EF4-FFF2-40B4-BE49-F238E27FC236}">
                <a16:creationId xmlns:a16="http://schemas.microsoft.com/office/drawing/2014/main" id="{D3A1B340-B3C1-6E5A-098C-780E2B17C68B}"/>
              </a:ext>
            </a:extLst>
          </p:cNvPr>
          <p:cNvSpPr txBox="1"/>
          <p:nvPr userDrawn="1"/>
        </p:nvSpPr>
        <p:spPr>
          <a:xfrm>
            <a:off x="2149782" y="4366136"/>
            <a:ext cx="5053542"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Recursos didáticos</a:t>
            </a:r>
            <a:endParaRPr sz="1400" b="0" i="0" u="none" strike="noStrike" cap="none">
              <a:solidFill>
                <a:srgbClr val="000000"/>
              </a:solidFill>
              <a:latin typeface="Poppins"/>
              <a:ea typeface="Poppins"/>
              <a:cs typeface="Poppins"/>
              <a:sym typeface="Poppins"/>
            </a:endParaRPr>
          </a:p>
        </p:txBody>
      </p:sp>
      <p:sp>
        <p:nvSpPr>
          <p:cNvPr id="53" name="Google Shape;28;p31">
            <a:extLst>
              <a:ext uri="{FF2B5EF4-FFF2-40B4-BE49-F238E27FC236}">
                <a16:creationId xmlns:a16="http://schemas.microsoft.com/office/drawing/2014/main" id="{5B559A0E-AD04-115A-BF39-7DBA374B9335}"/>
              </a:ext>
            </a:extLst>
          </p:cNvPr>
          <p:cNvSpPr txBox="1"/>
          <p:nvPr userDrawn="1"/>
        </p:nvSpPr>
        <p:spPr>
          <a:xfrm>
            <a:off x="2168198" y="6974477"/>
            <a:ext cx="4900873"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Duração da aula</a:t>
            </a:r>
            <a:endParaRPr sz="1400" b="0" i="0" u="none" strike="noStrike" cap="none">
              <a:solidFill>
                <a:srgbClr val="000000"/>
              </a:solidFill>
              <a:latin typeface="Poppins"/>
              <a:ea typeface="Poppins"/>
              <a:cs typeface="Poppins"/>
              <a:sym typeface="Poppins"/>
            </a:endParaRPr>
          </a:p>
        </p:txBody>
      </p:sp>
      <p:sp>
        <p:nvSpPr>
          <p:cNvPr id="54" name="Google Shape;29;p31">
            <a:extLst>
              <a:ext uri="{FF2B5EF4-FFF2-40B4-BE49-F238E27FC236}">
                <a16:creationId xmlns:a16="http://schemas.microsoft.com/office/drawing/2014/main" id="{EE47DDFB-5B6D-7333-B980-89821CD5C453}"/>
              </a:ext>
            </a:extLst>
          </p:cNvPr>
          <p:cNvSpPr txBox="1"/>
          <p:nvPr userDrawn="1"/>
        </p:nvSpPr>
        <p:spPr>
          <a:xfrm>
            <a:off x="11200516" y="4673913"/>
            <a:ext cx="6571620" cy="602473"/>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0" tIns="0" rIns="0" bIns="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45148"/>
              </a:lnSpc>
              <a:spcBef>
                <a:spcPts val="0"/>
              </a:spcBef>
              <a:spcAft>
                <a:spcPts val="0"/>
              </a:spcAft>
              <a:buClr>
                <a:srgbClr val="000000"/>
              </a:buClr>
              <a:buSzPts val="2700"/>
              <a:buFont typeface="Arial"/>
              <a:buNone/>
            </a:pPr>
            <a:r>
              <a:rPr lang="pt-BR" sz="2700" b="1" i="0" u="none" strike="noStrike" cap="none">
                <a:solidFill>
                  <a:srgbClr val="000000"/>
                </a:solidFill>
                <a:latin typeface="Poppins"/>
                <a:ea typeface="Poppins"/>
                <a:cs typeface="Poppins"/>
                <a:sym typeface="Poppins"/>
              </a:rPr>
              <a:t>Habilidades socioemocionais</a:t>
            </a:r>
            <a:endParaRPr lang="pt-BR" sz="1400" b="0" i="0" u="none" strike="noStrike" cap="none">
              <a:solidFill>
                <a:srgbClr val="000000"/>
              </a:solidFill>
              <a:latin typeface="Poppins"/>
              <a:ea typeface="Poppins"/>
              <a:cs typeface="Poppins"/>
              <a:sym typeface="Poppins"/>
            </a:endParaRPr>
          </a:p>
        </p:txBody>
      </p:sp>
      <p:sp>
        <p:nvSpPr>
          <p:cNvPr id="55" name="CaixaDeTexto 54">
            <a:extLst>
              <a:ext uri="{FF2B5EF4-FFF2-40B4-BE49-F238E27FC236}">
                <a16:creationId xmlns:a16="http://schemas.microsoft.com/office/drawing/2014/main" id="{40945717-DA64-748C-A1D1-9DD06F304E75}"/>
              </a:ext>
            </a:extLst>
          </p:cNvPr>
          <p:cNvSpPr txBox="1"/>
          <p:nvPr userDrawn="1"/>
        </p:nvSpPr>
        <p:spPr>
          <a:xfrm>
            <a:off x="7076661" y="3366052"/>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6" name="Google Shape;359;p5">
            <a:extLst>
              <a:ext uri="{FF2B5EF4-FFF2-40B4-BE49-F238E27FC236}">
                <a16:creationId xmlns:a16="http://schemas.microsoft.com/office/drawing/2014/main" id="{0B37A977-D54F-7CA4-065E-4F5646195719}"/>
              </a:ext>
            </a:extLst>
          </p:cNvPr>
          <p:cNvSpPr txBox="1"/>
          <p:nvPr userDrawn="1"/>
        </p:nvSpPr>
        <p:spPr>
          <a:xfrm>
            <a:off x="2093342" y="7576950"/>
            <a:ext cx="2585709" cy="400069"/>
          </a:xfrm>
          <a:prstGeom prst="rect">
            <a:avLst/>
          </a:prstGeom>
          <a:solidFill>
            <a:schemeClr val="lt1"/>
          </a:solidFill>
          <a:ln>
            <a:noFill/>
          </a:ln>
        </p:spPr>
        <p:style>
          <a:lnRef idx="0">
            <a:scrgbClr r="0" g="0" b="0"/>
          </a:lnRef>
          <a:fillRef idx="0">
            <a:scrgbClr r="0" g="0" b="0"/>
          </a:fillRef>
          <a:effectRef idx="0">
            <a:scrgbClr r="0" g="0" b="0"/>
          </a:effectRef>
          <a:fontRef idx="major"/>
        </p:style>
        <p:txBody>
          <a:bodyPr spcFirstLastPara="1" wrap="square" lIns="91425" tIns="45700" rIns="91425" bIns="45700"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400"/>
              <a:buFont typeface="Arial"/>
              <a:buNone/>
            </a:pPr>
            <a:r>
              <a:rPr lang="pt-BR" sz="2000" b="0" i="0" u="none" strike="noStrike" cap="none" dirty="0">
                <a:solidFill>
                  <a:srgbClr val="000000"/>
                </a:solidFill>
                <a:latin typeface="Poppins" panose="00000500000000000000" pitchFamily="2" charset="0"/>
                <a:ea typeface="Arial"/>
                <a:cs typeface="Poppins" panose="00000500000000000000" pitchFamily="2" charset="0"/>
                <a:sym typeface="Arial"/>
              </a:rPr>
              <a:t>50 minutos.</a:t>
            </a:r>
          </a:p>
        </p:txBody>
      </p:sp>
      <p:sp>
        <p:nvSpPr>
          <p:cNvPr id="57" name="Espaço Reservado para Texto 7">
            <a:extLst>
              <a:ext uri="{FF2B5EF4-FFF2-40B4-BE49-F238E27FC236}">
                <a16:creationId xmlns:a16="http://schemas.microsoft.com/office/drawing/2014/main" id="{9D3B3D7B-3AB2-D2E0-42C8-BEE1A273FFA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8" name="Espaço Reservado para Texto 7">
            <a:extLst>
              <a:ext uri="{FF2B5EF4-FFF2-40B4-BE49-F238E27FC236}">
                <a16:creationId xmlns:a16="http://schemas.microsoft.com/office/drawing/2014/main" id="{2B4474D7-F7C1-8A04-F7F3-06AE90E020C9}"/>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59" name="Espaço Reservado para Texto 7">
            <a:extLst>
              <a:ext uri="{FF2B5EF4-FFF2-40B4-BE49-F238E27FC236}">
                <a16:creationId xmlns:a16="http://schemas.microsoft.com/office/drawing/2014/main" id="{750A0485-F79D-BB58-9F3F-FA9A8926590E}"/>
              </a:ext>
            </a:extLst>
          </p:cNvPr>
          <p:cNvSpPr>
            <a:spLocks noGrp="1"/>
          </p:cNvSpPr>
          <p:nvPr>
            <p:ph type="body" sz="quarter" idx="12"/>
          </p:nvPr>
        </p:nvSpPr>
        <p:spPr>
          <a:xfrm>
            <a:off x="11201062" y="5473994"/>
            <a:ext cx="6067478"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0" name="Espaço Reservado para Texto 7">
            <a:extLst>
              <a:ext uri="{FF2B5EF4-FFF2-40B4-BE49-F238E27FC236}">
                <a16:creationId xmlns:a16="http://schemas.microsoft.com/office/drawing/2014/main" id="{E690A38C-21A5-1DD3-8FD9-05A05F954A38}"/>
              </a:ext>
            </a:extLst>
          </p:cNvPr>
          <p:cNvSpPr>
            <a:spLocks noGrp="1"/>
          </p:cNvSpPr>
          <p:nvPr>
            <p:ph type="body" sz="quarter" idx="13"/>
          </p:nvPr>
        </p:nvSpPr>
        <p:spPr>
          <a:xfrm>
            <a:off x="2165273" y="5234349"/>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endParaRPr lang="pt-BR"/>
          </a:p>
        </p:txBody>
      </p:sp>
      <p:sp>
        <p:nvSpPr>
          <p:cNvPr id="61" name="Google Shape;26;p31">
            <a:extLst>
              <a:ext uri="{FF2B5EF4-FFF2-40B4-BE49-F238E27FC236}">
                <a16:creationId xmlns:a16="http://schemas.microsoft.com/office/drawing/2014/main" id="{94671E74-5053-0B75-2554-2EC14FBC543F}"/>
              </a:ext>
            </a:extLst>
          </p:cNvPr>
          <p:cNvSpPr/>
          <p:nvPr userDrawn="1"/>
        </p:nvSpPr>
        <p:spPr>
          <a:xfrm>
            <a:off x="807426" y="144012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62" name="Google Shape;34;p31">
            <a:extLst>
              <a:ext uri="{FF2B5EF4-FFF2-40B4-BE49-F238E27FC236}">
                <a16:creationId xmlns:a16="http://schemas.microsoft.com/office/drawing/2014/main" id="{094CE120-6DC2-B836-C78B-958857E32918}"/>
              </a:ext>
            </a:extLst>
          </p:cNvPr>
          <p:cNvGrpSpPr/>
          <p:nvPr userDrawn="1"/>
        </p:nvGrpSpPr>
        <p:grpSpPr>
          <a:xfrm>
            <a:off x="984626" y="1586920"/>
            <a:ext cx="642753" cy="642752"/>
            <a:chOff x="9358184" y="2764785"/>
            <a:chExt cx="495514" cy="495513"/>
          </a:xfrm>
        </p:grpSpPr>
        <p:grpSp>
          <p:nvGrpSpPr>
            <p:cNvPr id="63" name="Google Shape;35;p31">
              <a:extLst>
                <a:ext uri="{FF2B5EF4-FFF2-40B4-BE49-F238E27FC236}">
                  <a16:creationId xmlns:a16="http://schemas.microsoft.com/office/drawing/2014/main" id="{E46B2FE3-266B-CF02-D8D2-75497E399F1B}"/>
                </a:ext>
              </a:extLst>
            </p:cNvPr>
            <p:cNvGrpSpPr/>
            <p:nvPr/>
          </p:nvGrpSpPr>
          <p:grpSpPr>
            <a:xfrm>
              <a:off x="9358184" y="2802389"/>
              <a:ext cx="457909" cy="457909"/>
              <a:chOff x="9358184" y="2802389"/>
              <a:chExt cx="457909" cy="457909"/>
            </a:xfrm>
          </p:grpSpPr>
          <p:sp>
            <p:nvSpPr>
              <p:cNvPr id="66" name="Google Shape;36;p31">
                <a:extLst>
                  <a:ext uri="{FF2B5EF4-FFF2-40B4-BE49-F238E27FC236}">
                    <a16:creationId xmlns:a16="http://schemas.microsoft.com/office/drawing/2014/main" id="{E21811E9-DB1E-1BA0-75E9-117F29646F68}"/>
                  </a:ext>
                </a:extLst>
              </p:cNvPr>
              <p:cNvSpPr/>
              <p:nvPr/>
            </p:nvSpPr>
            <p:spPr>
              <a:xfrm>
                <a:off x="9434344" y="2878548"/>
                <a:ext cx="305685" cy="305685"/>
              </a:xfrm>
              <a:custGeom>
                <a:avLst/>
                <a:gdLst/>
                <a:ahLst/>
                <a:cxnLst/>
                <a:rect l="l" t="t" r="r" b="b"/>
                <a:pathLst>
                  <a:path w="305685" h="305685" extrusionOk="0">
                    <a:moveTo>
                      <a:pt x="152795" y="305590"/>
                    </a:moveTo>
                    <a:cubicBezTo>
                      <a:pt x="68543" y="305590"/>
                      <a:pt x="0" y="237047"/>
                      <a:pt x="0" y="152795"/>
                    </a:cubicBezTo>
                    <a:cubicBezTo>
                      <a:pt x="0" y="68544"/>
                      <a:pt x="68543" y="0"/>
                      <a:pt x="152795" y="0"/>
                    </a:cubicBezTo>
                    <a:cubicBezTo>
                      <a:pt x="173453" y="0"/>
                      <a:pt x="193540" y="4094"/>
                      <a:pt x="212485" y="12090"/>
                    </a:cubicBezTo>
                    <a:cubicBezTo>
                      <a:pt x="212771" y="12186"/>
                      <a:pt x="212866" y="12471"/>
                      <a:pt x="212771" y="12757"/>
                    </a:cubicBezTo>
                    <a:cubicBezTo>
                      <a:pt x="212676" y="12947"/>
                      <a:pt x="212390" y="13138"/>
                      <a:pt x="212104" y="13042"/>
                    </a:cubicBezTo>
                    <a:cubicBezTo>
                      <a:pt x="193350" y="5046"/>
                      <a:pt x="173358" y="1047"/>
                      <a:pt x="152795" y="1047"/>
                    </a:cubicBezTo>
                    <a:cubicBezTo>
                      <a:pt x="69114" y="1047"/>
                      <a:pt x="952" y="69210"/>
                      <a:pt x="952" y="152890"/>
                    </a:cubicBezTo>
                    <a:cubicBezTo>
                      <a:pt x="952" y="236571"/>
                      <a:pt x="69114" y="304734"/>
                      <a:pt x="152795" y="304734"/>
                    </a:cubicBezTo>
                    <a:cubicBezTo>
                      <a:pt x="236475" y="304734"/>
                      <a:pt x="304639" y="236571"/>
                      <a:pt x="304639" y="152890"/>
                    </a:cubicBezTo>
                    <a:cubicBezTo>
                      <a:pt x="304639" y="132327"/>
                      <a:pt x="300640" y="112431"/>
                      <a:pt x="292643" y="93581"/>
                    </a:cubicBezTo>
                    <a:cubicBezTo>
                      <a:pt x="292548" y="93295"/>
                      <a:pt x="292643" y="93105"/>
                      <a:pt x="292929" y="92915"/>
                    </a:cubicBezTo>
                    <a:cubicBezTo>
                      <a:pt x="293215" y="92819"/>
                      <a:pt x="293405" y="92915"/>
                      <a:pt x="293595" y="93200"/>
                    </a:cubicBezTo>
                    <a:cubicBezTo>
                      <a:pt x="301592" y="112145"/>
                      <a:pt x="305686" y="132137"/>
                      <a:pt x="305686" y="152890"/>
                    </a:cubicBezTo>
                    <a:cubicBezTo>
                      <a:pt x="305686" y="237142"/>
                      <a:pt x="237142" y="305686"/>
                      <a:pt x="152891" y="3056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7" name="Google Shape;37;p31">
                <a:extLst>
                  <a:ext uri="{FF2B5EF4-FFF2-40B4-BE49-F238E27FC236}">
                    <a16:creationId xmlns:a16="http://schemas.microsoft.com/office/drawing/2014/main" id="{A2F25380-A4F9-BF9A-F39B-9E7A4E5B43A3}"/>
                  </a:ext>
                </a:extLst>
              </p:cNvPr>
              <p:cNvSpPr/>
              <p:nvPr/>
            </p:nvSpPr>
            <p:spPr>
              <a:xfrm>
                <a:off x="9358184" y="2802389"/>
                <a:ext cx="457909" cy="457909"/>
              </a:xfrm>
              <a:custGeom>
                <a:avLst/>
                <a:gdLst/>
                <a:ahLst/>
                <a:cxnLst/>
                <a:rect l="l" t="t" r="r" b="b"/>
                <a:pathLst>
                  <a:path w="457909" h="457909" extrusionOk="0">
                    <a:moveTo>
                      <a:pt x="228955" y="457910"/>
                    </a:moveTo>
                    <a:cubicBezTo>
                      <a:pt x="102720" y="457910"/>
                      <a:pt x="0" y="355189"/>
                      <a:pt x="0" y="228955"/>
                    </a:cubicBezTo>
                    <a:cubicBezTo>
                      <a:pt x="0" y="102720"/>
                      <a:pt x="102720" y="0"/>
                      <a:pt x="228955" y="0"/>
                    </a:cubicBezTo>
                    <a:cubicBezTo>
                      <a:pt x="269891" y="0"/>
                      <a:pt x="310065" y="10948"/>
                      <a:pt x="345193" y="31701"/>
                    </a:cubicBezTo>
                    <a:cubicBezTo>
                      <a:pt x="345384" y="31797"/>
                      <a:pt x="345479" y="32082"/>
                      <a:pt x="345384" y="32368"/>
                    </a:cubicBezTo>
                    <a:cubicBezTo>
                      <a:pt x="345289" y="32558"/>
                      <a:pt x="344908" y="32653"/>
                      <a:pt x="344717" y="32558"/>
                    </a:cubicBezTo>
                    <a:cubicBezTo>
                      <a:pt x="309684" y="11900"/>
                      <a:pt x="269700" y="952"/>
                      <a:pt x="228955" y="952"/>
                    </a:cubicBezTo>
                    <a:cubicBezTo>
                      <a:pt x="103196" y="952"/>
                      <a:pt x="952" y="103196"/>
                      <a:pt x="952" y="228955"/>
                    </a:cubicBezTo>
                    <a:cubicBezTo>
                      <a:pt x="952" y="354713"/>
                      <a:pt x="103196" y="456958"/>
                      <a:pt x="228955" y="456958"/>
                    </a:cubicBezTo>
                    <a:cubicBezTo>
                      <a:pt x="354713" y="456958"/>
                      <a:pt x="456958" y="354713"/>
                      <a:pt x="456958" y="228955"/>
                    </a:cubicBezTo>
                    <a:cubicBezTo>
                      <a:pt x="456958" y="188209"/>
                      <a:pt x="446010" y="148130"/>
                      <a:pt x="425352" y="113192"/>
                    </a:cubicBezTo>
                    <a:cubicBezTo>
                      <a:pt x="425256" y="113002"/>
                      <a:pt x="425352" y="112716"/>
                      <a:pt x="425542" y="112526"/>
                    </a:cubicBezTo>
                    <a:cubicBezTo>
                      <a:pt x="425732" y="112431"/>
                      <a:pt x="426018" y="112526"/>
                      <a:pt x="426208" y="112716"/>
                    </a:cubicBezTo>
                    <a:cubicBezTo>
                      <a:pt x="446962" y="147845"/>
                      <a:pt x="457910" y="188019"/>
                      <a:pt x="457910" y="228955"/>
                    </a:cubicBezTo>
                    <a:cubicBezTo>
                      <a:pt x="457910" y="355189"/>
                      <a:pt x="355190" y="457910"/>
                      <a:pt x="228955" y="457910"/>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8" name="Google Shape;38;p31">
                <a:extLst>
                  <a:ext uri="{FF2B5EF4-FFF2-40B4-BE49-F238E27FC236}">
                    <a16:creationId xmlns:a16="http://schemas.microsoft.com/office/drawing/2014/main" id="{6A2B401C-3625-8C2F-E46D-458CF073E15D}"/>
                  </a:ext>
                </a:extLst>
              </p:cNvPr>
              <p:cNvSpPr/>
              <p:nvPr/>
            </p:nvSpPr>
            <p:spPr>
              <a:xfrm>
                <a:off x="9510503" y="2954994"/>
                <a:ext cx="152985" cy="152985"/>
              </a:xfrm>
              <a:custGeom>
                <a:avLst/>
                <a:gdLst/>
                <a:ahLst/>
                <a:cxnLst/>
                <a:rect l="l" t="t" r="r" b="b"/>
                <a:pathLst>
                  <a:path w="152985" h="152985" extrusionOk="0">
                    <a:moveTo>
                      <a:pt x="76636" y="152986"/>
                    </a:moveTo>
                    <a:cubicBezTo>
                      <a:pt x="34367" y="152986"/>
                      <a:pt x="0" y="118619"/>
                      <a:pt x="0" y="76350"/>
                    </a:cubicBezTo>
                    <a:cubicBezTo>
                      <a:pt x="0" y="34081"/>
                      <a:pt x="31511" y="2475"/>
                      <a:pt x="71780" y="0"/>
                    </a:cubicBezTo>
                    <a:cubicBezTo>
                      <a:pt x="71971" y="0"/>
                      <a:pt x="72256" y="190"/>
                      <a:pt x="72256" y="476"/>
                    </a:cubicBezTo>
                    <a:cubicBezTo>
                      <a:pt x="72256" y="762"/>
                      <a:pt x="72066" y="952"/>
                      <a:pt x="71780" y="952"/>
                    </a:cubicBezTo>
                    <a:cubicBezTo>
                      <a:pt x="32082" y="3427"/>
                      <a:pt x="952" y="36652"/>
                      <a:pt x="952" y="76350"/>
                    </a:cubicBezTo>
                    <a:cubicBezTo>
                      <a:pt x="952" y="118047"/>
                      <a:pt x="34938" y="152034"/>
                      <a:pt x="76636" y="152034"/>
                    </a:cubicBezTo>
                    <a:cubicBezTo>
                      <a:pt x="118333" y="152034"/>
                      <a:pt x="149558" y="120903"/>
                      <a:pt x="152033" y="81205"/>
                    </a:cubicBezTo>
                    <a:cubicBezTo>
                      <a:pt x="152033" y="80920"/>
                      <a:pt x="152224" y="80729"/>
                      <a:pt x="152509" y="80729"/>
                    </a:cubicBezTo>
                    <a:cubicBezTo>
                      <a:pt x="152795" y="80729"/>
                      <a:pt x="152985" y="81015"/>
                      <a:pt x="152985" y="81205"/>
                    </a:cubicBezTo>
                    <a:cubicBezTo>
                      <a:pt x="150415" y="121475"/>
                      <a:pt x="116905" y="152986"/>
                      <a:pt x="76636" y="152986"/>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4" name="Google Shape;39;p31">
              <a:extLst>
                <a:ext uri="{FF2B5EF4-FFF2-40B4-BE49-F238E27FC236}">
                  <a16:creationId xmlns:a16="http://schemas.microsoft.com/office/drawing/2014/main" id="{8F00A6C3-B77A-F07E-05FF-EF372511D07A}"/>
                </a:ext>
              </a:extLst>
            </p:cNvPr>
            <p:cNvSpPr/>
            <p:nvPr/>
          </p:nvSpPr>
          <p:spPr>
            <a:xfrm>
              <a:off x="9586615" y="2912545"/>
              <a:ext cx="119380" cy="119274"/>
            </a:xfrm>
            <a:custGeom>
              <a:avLst/>
              <a:gdLst/>
              <a:ahLst/>
              <a:cxnLst/>
              <a:rect l="l" t="t" r="r" b="b"/>
              <a:pathLst>
                <a:path w="119380" h="119274" extrusionOk="0">
                  <a:moveTo>
                    <a:pt x="524" y="119274"/>
                  </a:moveTo>
                  <a:cubicBezTo>
                    <a:pt x="524" y="119274"/>
                    <a:pt x="238" y="119274"/>
                    <a:pt x="143" y="119179"/>
                  </a:cubicBezTo>
                  <a:cubicBezTo>
                    <a:pt x="-48" y="118989"/>
                    <a:pt x="-48" y="118703"/>
                    <a:pt x="143" y="118513"/>
                  </a:cubicBezTo>
                  <a:lnTo>
                    <a:pt x="118571" y="85"/>
                  </a:lnTo>
                  <a:cubicBezTo>
                    <a:pt x="118571" y="85"/>
                    <a:pt x="119047" y="-106"/>
                    <a:pt x="119237" y="85"/>
                  </a:cubicBezTo>
                  <a:cubicBezTo>
                    <a:pt x="119428" y="275"/>
                    <a:pt x="119428" y="561"/>
                    <a:pt x="119237" y="751"/>
                  </a:cubicBezTo>
                  <a:lnTo>
                    <a:pt x="809" y="119179"/>
                  </a:lnTo>
                  <a:cubicBezTo>
                    <a:pt x="809" y="119179"/>
                    <a:pt x="619" y="119274"/>
                    <a:pt x="428" y="119274"/>
                  </a:cubicBez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65" name="Google Shape;40;p31">
              <a:extLst>
                <a:ext uri="{FF2B5EF4-FFF2-40B4-BE49-F238E27FC236}">
                  <a16:creationId xmlns:a16="http://schemas.microsoft.com/office/drawing/2014/main" id="{C568D4FE-9F66-CAB7-A0D0-1D65DBFCBB6A}"/>
                </a:ext>
              </a:extLst>
            </p:cNvPr>
            <p:cNvSpPr/>
            <p:nvPr/>
          </p:nvSpPr>
          <p:spPr>
            <a:xfrm>
              <a:off x="9692144" y="2764785"/>
              <a:ext cx="161554" cy="161553"/>
            </a:xfrm>
            <a:custGeom>
              <a:avLst/>
              <a:gdLst/>
              <a:ahLst/>
              <a:cxnLst/>
              <a:rect l="l" t="t" r="r" b="b"/>
              <a:pathLst>
                <a:path w="161554" h="161553" extrusionOk="0">
                  <a:moveTo>
                    <a:pt x="94248" y="67306"/>
                  </a:moveTo>
                  <a:lnTo>
                    <a:pt x="80730" y="0"/>
                  </a:lnTo>
                  <a:lnTo>
                    <a:pt x="0" y="80824"/>
                  </a:lnTo>
                  <a:lnTo>
                    <a:pt x="13423" y="148130"/>
                  </a:lnTo>
                  <a:lnTo>
                    <a:pt x="80730" y="161554"/>
                  </a:lnTo>
                  <a:lnTo>
                    <a:pt x="161554" y="80824"/>
                  </a:lnTo>
                  <a:lnTo>
                    <a:pt x="94248" y="6730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69" name="Google Shape;42;p31">
            <a:extLst>
              <a:ext uri="{FF2B5EF4-FFF2-40B4-BE49-F238E27FC236}">
                <a16:creationId xmlns:a16="http://schemas.microsoft.com/office/drawing/2014/main" id="{9872EE60-7A4F-1BA5-6C65-F74323570E69}"/>
              </a:ext>
            </a:extLst>
          </p:cNvPr>
          <p:cNvSpPr/>
          <p:nvPr userDrawn="1"/>
        </p:nvSpPr>
        <p:spPr>
          <a:xfrm>
            <a:off x="771809" y="4448751"/>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70" name="Google Shape;44;p31">
            <a:extLst>
              <a:ext uri="{FF2B5EF4-FFF2-40B4-BE49-F238E27FC236}">
                <a16:creationId xmlns:a16="http://schemas.microsoft.com/office/drawing/2014/main" id="{E7AF0D48-4EAB-4341-56B9-E5180E18D687}"/>
              </a:ext>
            </a:extLst>
          </p:cNvPr>
          <p:cNvGrpSpPr/>
          <p:nvPr userDrawn="1"/>
        </p:nvGrpSpPr>
        <p:grpSpPr>
          <a:xfrm>
            <a:off x="949009" y="4644751"/>
            <a:ext cx="729196" cy="721749"/>
            <a:chOff x="8278989" y="8660413"/>
            <a:chExt cx="568927" cy="563118"/>
          </a:xfrm>
        </p:grpSpPr>
        <p:grpSp>
          <p:nvGrpSpPr>
            <p:cNvPr id="71" name="Google Shape;45;p31">
              <a:extLst>
                <a:ext uri="{FF2B5EF4-FFF2-40B4-BE49-F238E27FC236}">
                  <a16:creationId xmlns:a16="http://schemas.microsoft.com/office/drawing/2014/main" id="{25EE43B4-55D5-638C-B8E0-7683EE07DEFE}"/>
                </a:ext>
              </a:extLst>
            </p:cNvPr>
            <p:cNvGrpSpPr/>
            <p:nvPr/>
          </p:nvGrpSpPr>
          <p:grpSpPr>
            <a:xfrm>
              <a:off x="8278989" y="8852628"/>
              <a:ext cx="265651" cy="370903"/>
              <a:chOff x="8278989" y="8852628"/>
              <a:chExt cx="265651" cy="370903"/>
            </a:xfrm>
          </p:grpSpPr>
          <p:sp>
            <p:nvSpPr>
              <p:cNvPr id="75" name="Google Shape;46;p31">
                <a:extLst>
                  <a:ext uri="{FF2B5EF4-FFF2-40B4-BE49-F238E27FC236}">
                    <a16:creationId xmlns:a16="http://schemas.microsoft.com/office/drawing/2014/main" id="{D06AC268-D753-3703-84A7-70B8CEE1953D}"/>
                  </a:ext>
                </a:extLst>
              </p:cNvPr>
              <p:cNvSpPr/>
              <p:nvPr/>
            </p:nvSpPr>
            <p:spPr>
              <a:xfrm>
                <a:off x="8358808" y="8932770"/>
                <a:ext cx="185832" cy="290761"/>
              </a:xfrm>
              <a:custGeom>
                <a:avLst/>
                <a:gdLst/>
                <a:ahLst/>
                <a:cxnLst/>
                <a:rect l="l" t="t" r="r" b="b"/>
                <a:pathLst>
                  <a:path w="185832" h="290761" extrusionOk="0">
                    <a:moveTo>
                      <a:pt x="69913" y="290762"/>
                    </a:moveTo>
                    <a:cubicBezTo>
                      <a:pt x="111728" y="270378"/>
                      <a:pt x="140112" y="233516"/>
                      <a:pt x="135445" y="166365"/>
                    </a:cubicBezTo>
                    <a:lnTo>
                      <a:pt x="185833" y="5107"/>
                    </a:lnTo>
                    <a:cubicBezTo>
                      <a:pt x="185833" y="5107"/>
                      <a:pt x="120015" y="-16420"/>
                      <a:pt x="104394" y="28919"/>
                    </a:cubicBezTo>
                    <a:cubicBezTo>
                      <a:pt x="91059" y="67591"/>
                      <a:pt x="76581" y="109596"/>
                      <a:pt x="76581" y="109596"/>
                    </a:cubicBezTo>
                    <a:lnTo>
                      <a:pt x="23241" y="102167"/>
                    </a:lnTo>
                    <a:lnTo>
                      <a:pt x="0" y="33777"/>
                    </a:lnTo>
                    <a:lnTo>
                      <a:pt x="38671" y="5869"/>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6" name="Google Shape;47;p31">
                <a:extLst>
                  <a:ext uri="{FF2B5EF4-FFF2-40B4-BE49-F238E27FC236}">
                    <a16:creationId xmlns:a16="http://schemas.microsoft.com/office/drawing/2014/main" id="{3CA9B3D1-6574-F459-2D19-20757E9DA548}"/>
                  </a:ext>
                </a:extLst>
              </p:cNvPr>
              <p:cNvSpPr/>
              <p:nvPr/>
            </p:nvSpPr>
            <p:spPr>
              <a:xfrm>
                <a:off x="8278989" y="8852628"/>
                <a:ext cx="118585" cy="370903"/>
              </a:xfrm>
              <a:custGeom>
                <a:avLst/>
                <a:gdLst/>
                <a:ahLst/>
                <a:cxnLst/>
                <a:rect l="l" t="t" r="r" b="b"/>
                <a:pathLst>
                  <a:path w="118585" h="370903" extrusionOk="0">
                    <a:moveTo>
                      <a:pt x="9714" y="370903"/>
                    </a:moveTo>
                    <a:lnTo>
                      <a:pt x="94" y="114681"/>
                    </a:lnTo>
                    <a:cubicBezTo>
                      <a:pt x="-2097" y="74581"/>
                      <a:pt x="34575" y="50864"/>
                      <a:pt x="34575" y="50864"/>
                    </a:cubicBezTo>
                    <a:lnTo>
                      <a:pt x="118585"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2" name="Google Shape;48;p31">
              <a:extLst>
                <a:ext uri="{FF2B5EF4-FFF2-40B4-BE49-F238E27FC236}">
                  <a16:creationId xmlns:a16="http://schemas.microsoft.com/office/drawing/2014/main" id="{9C48133A-5E44-59D4-D07A-9F4DA1DB4FB6}"/>
                </a:ext>
              </a:extLst>
            </p:cNvPr>
            <p:cNvSpPr/>
            <p:nvPr/>
          </p:nvSpPr>
          <p:spPr>
            <a:xfrm>
              <a:off x="8397765" y="8660413"/>
              <a:ext cx="224980" cy="314705"/>
            </a:xfrm>
            <a:custGeom>
              <a:avLst/>
              <a:gdLst/>
              <a:ahLst/>
              <a:cxnLst/>
              <a:rect l="l" t="t" r="r" b="b"/>
              <a:pathLst>
                <a:path w="224980" h="314705" extrusionOk="0">
                  <a:moveTo>
                    <a:pt x="224980" y="165640"/>
                  </a:moveTo>
                  <a:lnTo>
                    <a:pt x="224980" y="89535"/>
                  </a:lnTo>
                  <a:lnTo>
                    <a:pt x="136874" y="89535"/>
                  </a:lnTo>
                  <a:cubicBezTo>
                    <a:pt x="151067" y="81153"/>
                    <a:pt x="160592" y="65818"/>
                    <a:pt x="160592" y="48101"/>
                  </a:cubicBezTo>
                  <a:cubicBezTo>
                    <a:pt x="160592" y="21527"/>
                    <a:pt x="139065" y="0"/>
                    <a:pt x="112490" y="0"/>
                  </a:cubicBezTo>
                  <a:cubicBezTo>
                    <a:pt x="85916" y="0"/>
                    <a:pt x="64389" y="21527"/>
                    <a:pt x="64389" y="48101"/>
                  </a:cubicBezTo>
                  <a:cubicBezTo>
                    <a:pt x="64389" y="65723"/>
                    <a:pt x="73914" y="81153"/>
                    <a:pt x="88106" y="89535"/>
                  </a:cubicBezTo>
                  <a:lnTo>
                    <a:pt x="0" y="89535"/>
                  </a:lnTo>
                  <a:lnTo>
                    <a:pt x="0" y="314706"/>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3" name="Google Shape;49;p31">
              <a:extLst>
                <a:ext uri="{FF2B5EF4-FFF2-40B4-BE49-F238E27FC236}">
                  <a16:creationId xmlns:a16="http://schemas.microsoft.com/office/drawing/2014/main" id="{52692079-AC69-2A35-9041-6474957E1B76}"/>
                </a:ext>
              </a:extLst>
            </p:cNvPr>
            <p:cNvSpPr/>
            <p:nvPr/>
          </p:nvSpPr>
          <p:spPr>
            <a:xfrm>
              <a:off x="8580264" y="8899110"/>
              <a:ext cx="42481" cy="76104"/>
            </a:xfrm>
            <a:custGeom>
              <a:avLst/>
              <a:gdLst/>
              <a:ahLst/>
              <a:cxnLst/>
              <a:rect l="l" t="t" r="r" b="b"/>
              <a:pathLst>
                <a:path w="42481" h="76104" extrusionOk="0">
                  <a:moveTo>
                    <a:pt x="0" y="76105"/>
                  </a:moveTo>
                  <a:lnTo>
                    <a:pt x="42481" y="76105"/>
                  </a:lnTo>
                  <a:lnTo>
                    <a:pt x="42481" y="0"/>
                  </a:lnTo>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4" name="Google Shape;50;p31">
              <a:extLst>
                <a:ext uri="{FF2B5EF4-FFF2-40B4-BE49-F238E27FC236}">
                  <a16:creationId xmlns:a16="http://schemas.microsoft.com/office/drawing/2014/main" id="{DF1F27D0-EFFF-7207-95F6-31380C6AD755}"/>
                </a:ext>
              </a:extLst>
            </p:cNvPr>
            <p:cNvSpPr/>
            <p:nvPr/>
          </p:nvSpPr>
          <p:spPr>
            <a:xfrm>
              <a:off x="8533211" y="8750044"/>
              <a:ext cx="314705" cy="225171"/>
            </a:xfrm>
            <a:custGeom>
              <a:avLst/>
              <a:gdLst/>
              <a:ahLst/>
              <a:cxnLst/>
              <a:rect l="l" t="t" r="r" b="b"/>
              <a:pathLst>
                <a:path w="314705" h="225171" extrusionOk="0">
                  <a:moveTo>
                    <a:pt x="314706" y="225171"/>
                  </a:moveTo>
                  <a:lnTo>
                    <a:pt x="314706" y="0"/>
                  </a:lnTo>
                  <a:lnTo>
                    <a:pt x="238601" y="0"/>
                  </a:lnTo>
                  <a:cubicBezTo>
                    <a:pt x="245840" y="8382"/>
                    <a:pt x="250221" y="19336"/>
                    <a:pt x="250221" y="31242"/>
                  </a:cubicBezTo>
                  <a:cubicBezTo>
                    <a:pt x="250221" y="57817"/>
                    <a:pt x="228695" y="79343"/>
                    <a:pt x="202120" y="79343"/>
                  </a:cubicBezTo>
                  <a:cubicBezTo>
                    <a:pt x="175546" y="79343"/>
                    <a:pt x="154019" y="57817"/>
                    <a:pt x="154019" y="31242"/>
                  </a:cubicBezTo>
                  <a:cubicBezTo>
                    <a:pt x="154019" y="19241"/>
                    <a:pt x="158401" y="8382"/>
                    <a:pt x="165640" y="0"/>
                  </a:cubicBezTo>
                  <a:lnTo>
                    <a:pt x="89535" y="0"/>
                  </a:lnTo>
                  <a:lnTo>
                    <a:pt x="89535" y="88106"/>
                  </a:lnTo>
                  <a:cubicBezTo>
                    <a:pt x="81153" y="73914"/>
                    <a:pt x="65817" y="64389"/>
                    <a:pt x="48101" y="64389"/>
                  </a:cubicBezTo>
                  <a:cubicBezTo>
                    <a:pt x="21527" y="64389"/>
                    <a:pt x="0" y="85916"/>
                    <a:pt x="0" y="112490"/>
                  </a:cubicBezTo>
                  <a:cubicBezTo>
                    <a:pt x="0" y="139065"/>
                    <a:pt x="21527" y="160592"/>
                    <a:pt x="48101" y="160592"/>
                  </a:cubicBezTo>
                  <a:cubicBezTo>
                    <a:pt x="65722" y="160592"/>
                    <a:pt x="81153" y="151067"/>
                    <a:pt x="89535" y="136874"/>
                  </a:cubicBezTo>
                  <a:lnTo>
                    <a:pt x="89535" y="224981"/>
                  </a:lnTo>
                  <a:lnTo>
                    <a:pt x="314706" y="224981"/>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sp>
        <p:nvSpPr>
          <p:cNvPr id="77" name="Google Shape;43;p31">
            <a:extLst>
              <a:ext uri="{FF2B5EF4-FFF2-40B4-BE49-F238E27FC236}">
                <a16:creationId xmlns:a16="http://schemas.microsoft.com/office/drawing/2014/main" id="{6105EC4C-2897-6550-3658-7F87FDA2E46D}"/>
              </a:ext>
            </a:extLst>
          </p:cNvPr>
          <p:cNvSpPr/>
          <p:nvPr userDrawn="1"/>
        </p:nvSpPr>
        <p:spPr>
          <a:xfrm>
            <a:off x="774307" y="7050150"/>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pic>
        <p:nvPicPr>
          <p:cNvPr id="78" name="Google Shape;51;p31">
            <a:extLst>
              <a:ext uri="{FF2B5EF4-FFF2-40B4-BE49-F238E27FC236}">
                <a16:creationId xmlns:a16="http://schemas.microsoft.com/office/drawing/2014/main" id="{73A799AF-B157-40EC-DCBE-B8FCFBE7F3C5}"/>
              </a:ext>
            </a:extLst>
          </p:cNvPr>
          <p:cNvPicPr preferRelativeResize="0"/>
          <p:nvPr userDrawn="1"/>
        </p:nvPicPr>
        <p:blipFill rotWithShape="1">
          <a:blip r:embed="rId4" cstate="hqprint">
            <a:alphaModFix/>
            <a:extLst>
              <a:ext uri="{28A0092B-C50C-407E-A947-70E740481C1C}">
                <a14:useLocalDpi xmlns:a14="http://schemas.microsoft.com/office/drawing/2010/main"/>
              </a:ext>
            </a:extLst>
          </a:blip>
          <a:srcRect/>
          <a:stretch/>
        </p:blipFill>
        <p:spPr>
          <a:xfrm>
            <a:off x="988375" y="7287873"/>
            <a:ext cx="571378" cy="571378"/>
          </a:xfrm>
          <a:prstGeom prst="rect">
            <a:avLst/>
          </a:prstGeom>
          <a:noFill/>
          <a:ln>
            <a:noFill/>
          </a:ln>
        </p:spPr>
      </p:pic>
      <p:sp>
        <p:nvSpPr>
          <p:cNvPr id="79" name="Google Shape;41;p31">
            <a:extLst>
              <a:ext uri="{FF2B5EF4-FFF2-40B4-BE49-F238E27FC236}">
                <a16:creationId xmlns:a16="http://schemas.microsoft.com/office/drawing/2014/main" id="{B3B56EED-70D4-931C-A420-FE71A037A5B3}"/>
              </a:ext>
            </a:extLst>
          </p:cNvPr>
          <p:cNvSpPr/>
          <p:nvPr userDrawn="1"/>
        </p:nvSpPr>
        <p:spPr>
          <a:xfrm>
            <a:off x="9806625" y="1462223"/>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80" name="Google Shape;52;p31">
            <a:extLst>
              <a:ext uri="{FF2B5EF4-FFF2-40B4-BE49-F238E27FC236}">
                <a16:creationId xmlns:a16="http://schemas.microsoft.com/office/drawing/2014/main" id="{150405F6-AD92-3E93-A0F2-62123F63C231}"/>
              </a:ext>
            </a:extLst>
          </p:cNvPr>
          <p:cNvGrpSpPr/>
          <p:nvPr userDrawn="1"/>
        </p:nvGrpSpPr>
        <p:grpSpPr>
          <a:xfrm>
            <a:off x="9964992" y="1615822"/>
            <a:ext cx="709176" cy="652866"/>
            <a:chOff x="8560697" y="2808577"/>
            <a:chExt cx="496370" cy="456957"/>
          </a:xfrm>
        </p:grpSpPr>
        <p:sp>
          <p:nvSpPr>
            <p:cNvPr id="81" name="Google Shape;53;p31">
              <a:extLst>
                <a:ext uri="{FF2B5EF4-FFF2-40B4-BE49-F238E27FC236}">
                  <a16:creationId xmlns:a16="http://schemas.microsoft.com/office/drawing/2014/main" id="{E89D22AA-CDF5-F8EF-533A-455BBF7ED376}"/>
                </a:ext>
              </a:extLst>
            </p:cNvPr>
            <p:cNvSpPr/>
            <p:nvPr/>
          </p:nvSpPr>
          <p:spPr>
            <a:xfrm>
              <a:off x="8694643" y="2808577"/>
              <a:ext cx="228479" cy="456957"/>
            </a:xfrm>
            <a:custGeom>
              <a:avLst/>
              <a:gdLst/>
              <a:ahLst/>
              <a:cxnLst/>
              <a:rect l="l" t="t" r="r" b="b"/>
              <a:pathLst>
                <a:path w="228479" h="456957" extrusionOk="0">
                  <a:moveTo>
                    <a:pt x="171359" y="57120"/>
                  </a:moveTo>
                  <a:cubicBezTo>
                    <a:pt x="171359" y="88631"/>
                    <a:pt x="145751" y="114239"/>
                    <a:pt x="114240" y="114239"/>
                  </a:cubicBezTo>
                  <a:cubicBezTo>
                    <a:pt x="82728" y="114239"/>
                    <a:pt x="57120" y="88631"/>
                    <a:pt x="57120" y="57120"/>
                  </a:cubicBezTo>
                  <a:cubicBezTo>
                    <a:pt x="57120" y="25609"/>
                    <a:pt x="82728" y="0"/>
                    <a:pt x="114240" y="0"/>
                  </a:cubicBezTo>
                  <a:cubicBezTo>
                    <a:pt x="145751" y="0"/>
                    <a:pt x="171359" y="25609"/>
                    <a:pt x="171359" y="57120"/>
                  </a:cubicBezTo>
                  <a:close/>
                  <a:moveTo>
                    <a:pt x="182783" y="318728"/>
                  </a:moveTo>
                  <a:cubicBezTo>
                    <a:pt x="208773" y="313397"/>
                    <a:pt x="228479" y="290263"/>
                    <a:pt x="228479" y="262751"/>
                  </a:cubicBezTo>
                  <a:lnTo>
                    <a:pt x="228479" y="182783"/>
                  </a:lnTo>
                  <a:cubicBezTo>
                    <a:pt x="228479" y="151367"/>
                    <a:pt x="202775" y="125663"/>
                    <a:pt x="171359" y="125663"/>
                  </a:cubicBezTo>
                  <a:lnTo>
                    <a:pt x="57120" y="125663"/>
                  </a:lnTo>
                  <a:cubicBezTo>
                    <a:pt x="25704" y="125663"/>
                    <a:pt x="0" y="151367"/>
                    <a:pt x="0" y="182783"/>
                  </a:cubicBezTo>
                  <a:lnTo>
                    <a:pt x="0" y="262751"/>
                  </a:lnTo>
                  <a:cubicBezTo>
                    <a:pt x="0" y="290263"/>
                    <a:pt x="19706" y="313397"/>
                    <a:pt x="45696" y="318728"/>
                  </a:cubicBezTo>
                  <a:lnTo>
                    <a:pt x="45696" y="182783"/>
                  </a:lnTo>
                  <a:lnTo>
                    <a:pt x="45696" y="422686"/>
                  </a:lnTo>
                  <a:cubicBezTo>
                    <a:pt x="45696" y="441535"/>
                    <a:pt x="61118" y="456958"/>
                    <a:pt x="79967" y="456958"/>
                  </a:cubicBezTo>
                  <a:lnTo>
                    <a:pt x="79967" y="456958"/>
                  </a:lnTo>
                  <a:cubicBezTo>
                    <a:pt x="98817" y="456958"/>
                    <a:pt x="114240" y="441535"/>
                    <a:pt x="114240" y="422686"/>
                  </a:cubicBezTo>
                  <a:lnTo>
                    <a:pt x="114240" y="319870"/>
                  </a:lnTo>
                  <a:lnTo>
                    <a:pt x="114240" y="422686"/>
                  </a:lnTo>
                  <a:cubicBezTo>
                    <a:pt x="114240" y="441535"/>
                    <a:pt x="129662" y="456958"/>
                    <a:pt x="148511" y="456958"/>
                  </a:cubicBezTo>
                  <a:lnTo>
                    <a:pt x="148511" y="456958"/>
                  </a:lnTo>
                  <a:cubicBezTo>
                    <a:pt x="167361" y="456958"/>
                    <a:pt x="182783" y="441535"/>
                    <a:pt x="182783" y="422686"/>
                  </a:cubicBezTo>
                  <a:lnTo>
                    <a:pt x="182783" y="182783"/>
                  </a:lnTo>
                  <a:lnTo>
                    <a:pt x="182783" y="318728"/>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nvGrpSpPr>
            <p:cNvPr id="82" name="Google Shape;54;p31">
              <a:extLst>
                <a:ext uri="{FF2B5EF4-FFF2-40B4-BE49-F238E27FC236}">
                  <a16:creationId xmlns:a16="http://schemas.microsoft.com/office/drawing/2014/main" id="{34CAB52C-B8E8-A6A1-22C9-58CFDA6BF939}"/>
                </a:ext>
              </a:extLst>
            </p:cNvPr>
            <p:cNvGrpSpPr/>
            <p:nvPr/>
          </p:nvGrpSpPr>
          <p:grpSpPr>
            <a:xfrm>
              <a:off x="8560697" y="2875026"/>
              <a:ext cx="496370" cy="324059"/>
              <a:chOff x="8560697" y="2875026"/>
              <a:chExt cx="496370" cy="324059"/>
            </a:xfrm>
          </p:grpSpPr>
          <p:sp>
            <p:nvSpPr>
              <p:cNvPr id="83" name="Google Shape;55;p31">
                <a:extLst>
                  <a:ext uri="{FF2B5EF4-FFF2-40B4-BE49-F238E27FC236}">
                    <a16:creationId xmlns:a16="http://schemas.microsoft.com/office/drawing/2014/main" id="{0380A354-0C36-FBBD-5A99-BEB6A92922F2}"/>
                  </a:ext>
                </a:extLst>
              </p:cNvPr>
              <p:cNvSpPr/>
              <p:nvPr/>
            </p:nvSpPr>
            <p:spPr>
              <a:xfrm>
                <a:off x="8560697" y="3008115"/>
                <a:ext cx="57786" cy="57786"/>
              </a:xfrm>
              <a:custGeom>
                <a:avLst/>
                <a:gdLst/>
                <a:ahLst/>
                <a:cxnLst/>
                <a:rect l="l" t="t" r="r" b="b"/>
                <a:pathLst>
                  <a:path w="57786" h="57786" extrusionOk="0">
                    <a:moveTo>
                      <a:pt x="29607" y="666"/>
                    </a:moveTo>
                    <a:lnTo>
                      <a:pt x="28845" y="0"/>
                    </a:lnTo>
                    <a:lnTo>
                      <a:pt x="285" y="28560"/>
                    </a:lnTo>
                    <a:lnTo>
                      <a:pt x="0" y="28941"/>
                    </a:lnTo>
                    <a:lnTo>
                      <a:pt x="28845" y="57786"/>
                    </a:lnTo>
                    <a:lnTo>
                      <a:pt x="29607" y="57120"/>
                    </a:lnTo>
                    <a:lnTo>
                      <a:pt x="1809" y="29417"/>
                    </a:lnTo>
                    <a:lnTo>
                      <a:pt x="57786" y="29417"/>
                    </a:lnTo>
                    <a:lnTo>
                      <a:pt x="57786" y="28465"/>
                    </a:lnTo>
                    <a:lnTo>
                      <a:pt x="1809" y="28465"/>
                    </a:lnTo>
                    <a:lnTo>
                      <a:pt x="29607" y="666"/>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4" name="Google Shape;56;p31">
                <a:extLst>
                  <a:ext uri="{FF2B5EF4-FFF2-40B4-BE49-F238E27FC236}">
                    <a16:creationId xmlns:a16="http://schemas.microsoft.com/office/drawing/2014/main" id="{B3EF03DC-1D7C-1510-0CD0-0F69395B797F}"/>
                  </a:ext>
                </a:extLst>
              </p:cNvPr>
              <p:cNvSpPr/>
              <p:nvPr/>
            </p:nvSpPr>
            <p:spPr>
              <a:xfrm>
                <a:off x="8627812" y="3157864"/>
                <a:ext cx="41221" cy="41221"/>
              </a:xfrm>
              <a:custGeom>
                <a:avLst/>
                <a:gdLst/>
                <a:ahLst/>
                <a:cxnLst/>
                <a:rect l="l" t="t" r="r" b="b"/>
                <a:pathLst>
                  <a:path w="41221" h="41221" extrusionOk="0">
                    <a:moveTo>
                      <a:pt x="40555" y="0"/>
                    </a:moveTo>
                    <a:lnTo>
                      <a:pt x="952" y="39603"/>
                    </a:lnTo>
                    <a:lnTo>
                      <a:pt x="952" y="286"/>
                    </a:lnTo>
                    <a:lnTo>
                      <a:pt x="0" y="286"/>
                    </a:lnTo>
                    <a:lnTo>
                      <a:pt x="0" y="41221"/>
                    </a:lnTo>
                    <a:lnTo>
                      <a:pt x="40840" y="41221"/>
                    </a:lnTo>
                    <a:lnTo>
                      <a:pt x="40840" y="40269"/>
                    </a:lnTo>
                    <a:lnTo>
                      <a:pt x="1618" y="40269"/>
                    </a:lnTo>
                    <a:lnTo>
                      <a:pt x="41222" y="666"/>
                    </a:lnTo>
                    <a:lnTo>
                      <a:pt x="40555"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5" name="Google Shape;57;p31">
                <a:extLst>
                  <a:ext uri="{FF2B5EF4-FFF2-40B4-BE49-F238E27FC236}">
                    <a16:creationId xmlns:a16="http://schemas.microsoft.com/office/drawing/2014/main" id="{42F9CEE5-E68B-076C-BB6F-7A025F686840}"/>
                  </a:ext>
                </a:extLst>
              </p:cNvPr>
              <p:cNvSpPr/>
              <p:nvPr/>
            </p:nvSpPr>
            <p:spPr>
              <a:xfrm>
                <a:off x="8627812" y="2875026"/>
                <a:ext cx="41221" cy="41126"/>
              </a:xfrm>
              <a:custGeom>
                <a:avLst/>
                <a:gdLst/>
                <a:ahLst/>
                <a:cxnLst/>
                <a:rect l="l" t="t" r="r" b="b"/>
                <a:pathLst>
                  <a:path w="41221" h="41126" extrusionOk="0">
                    <a:moveTo>
                      <a:pt x="40840" y="952"/>
                    </a:moveTo>
                    <a:lnTo>
                      <a:pt x="40840" y="0"/>
                    </a:lnTo>
                    <a:lnTo>
                      <a:pt x="0" y="0"/>
                    </a:lnTo>
                    <a:lnTo>
                      <a:pt x="0" y="40841"/>
                    </a:lnTo>
                    <a:lnTo>
                      <a:pt x="952" y="40841"/>
                    </a:lnTo>
                    <a:lnTo>
                      <a:pt x="952" y="1618"/>
                    </a:lnTo>
                    <a:lnTo>
                      <a:pt x="40555" y="41126"/>
                    </a:lnTo>
                    <a:lnTo>
                      <a:pt x="41222" y="40460"/>
                    </a:lnTo>
                    <a:lnTo>
                      <a:pt x="1618" y="952"/>
                    </a:lnTo>
                    <a:lnTo>
                      <a:pt x="40840"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6" name="Google Shape;58;p31">
                <a:extLst>
                  <a:ext uri="{FF2B5EF4-FFF2-40B4-BE49-F238E27FC236}">
                    <a16:creationId xmlns:a16="http://schemas.microsoft.com/office/drawing/2014/main" id="{99B7DFE5-0CDE-9C9C-3FD3-49285C4CFB39}"/>
                  </a:ext>
                </a:extLst>
              </p:cNvPr>
              <p:cNvSpPr/>
              <p:nvPr/>
            </p:nvSpPr>
            <p:spPr>
              <a:xfrm>
                <a:off x="8999281" y="3008115"/>
                <a:ext cx="57786" cy="57786"/>
              </a:xfrm>
              <a:custGeom>
                <a:avLst/>
                <a:gdLst/>
                <a:ahLst/>
                <a:cxnLst/>
                <a:rect l="l" t="t" r="r" b="b"/>
                <a:pathLst>
                  <a:path w="57786" h="57786" extrusionOk="0">
                    <a:moveTo>
                      <a:pt x="28940" y="0"/>
                    </a:moveTo>
                    <a:lnTo>
                      <a:pt x="28179" y="666"/>
                    </a:lnTo>
                    <a:lnTo>
                      <a:pt x="55977" y="28465"/>
                    </a:lnTo>
                    <a:lnTo>
                      <a:pt x="0" y="28465"/>
                    </a:lnTo>
                    <a:lnTo>
                      <a:pt x="0" y="29417"/>
                    </a:lnTo>
                    <a:lnTo>
                      <a:pt x="55977" y="29417"/>
                    </a:lnTo>
                    <a:lnTo>
                      <a:pt x="28179" y="57120"/>
                    </a:lnTo>
                    <a:lnTo>
                      <a:pt x="28940" y="57786"/>
                    </a:lnTo>
                    <a:lnTo>
                      <a:pt x="57500" y="29226"/>
                    </a:lnTo>
                    <a:lnTo>
                      <a:pt x="57786" y="28941"/>
                    </a:lnTo>
                    <a:lnTo>
                      <a:pt x="28940" y="0"/>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7" name="Google Shape;59;p31">
                <a:extLst>
                  <a:ext uri="{FF2B5EF4-FFF2-40B4-BE49-F238E27FC236}">
                    <a16:creationId xmlns:a16="http://schemas.microsoft.com/office/drawing/2014/main" id="{0F963431-0407-0C32-190B-BA13628B3689}"/>
                  </a:ext>
                </a:extLst>
              </p:cNvPr>
              <p:cNvSpPr/>
              <p:nvPr/>
            </p:nvSpPr>
            <p:spPr>
              <a:xfrm>
                <a:off x="8948730" y="2875026"/>
                <a:ext cx="41221" cy="41126"/>
              </a:xfrm>
              <a:custGeom>
                <a:avLst/>
                <a:gdLst/>
                <a:ahLst/>
                <a:cxnLst/>
                <a:rect l="l" t="t" r="r" b="b"/>
                <a:pathLst>
                  <a:path w="41221" h="41126" extrusionOk="0">
                    <a:moveTo>
                      <a:pt x="381" y="952"/>
                    </a:moveTo>
                    <a:lnTo>
                      <a:pt x="39603" y="952"/>
                    </a:lnTo>
                    <a:lnTo>
                      <a:pt x="0" y="40460"/>
                    </a:lnTo>
                    <a:lnTo>
                      <a:pt x="666" y="41126"/>
                    </a:lnTo>
                    <a:lnTo>
                      <a:pt x="40269" y="1618"/>
                    </a:lnTo>
                    <a:lnTo>
                      <a:pt x="40269" y="40841"/>
                    </a:lnTo>
                    <a:lnTo>
                      <a:pt x="41221" y="40841"/>
                    </a:lnTo>
                    <a:lnTo>
                      <a:pt x="41221" y="0"/>
                    </a:lnTo>
                    <a:lnTo>
                      <a:pt x="381" y="0"/>
                    </a:lnTo>
                    <a:lnTo>
                      <a:pt x="381" y="952"/>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8" name="Google Shape;60;p31">
                <a:extLst>
                  <a:ext uri="{FF2B5EF4-FFF2-40B4-BE49-F238E27FC236}">
                    <a16:creationId xmlns:a16="http://schemas.microsoft.com/office/drawing/2014/main" id="{F439FC39-5565-97D2-9A14-46058DB5EF62}"/>
                  </a:ext>
                </a:extLst>
              </p:cNvPr>
              <p:cNvSpPr/>
              <p:nvPr/>
            </p:nvSpPr>
            <p:spPr>
              <a:xfrm>
                <a:off x="8948730" y="3157864"/>
                <a:ext cx="41221" cy="41221"/>
              </a:xfrm>
              <a:custGeom>
                <a:avLst/>
                <a:gdLst/>
                <a:ahLst/>
                <a:cxnLst/>
                <a:rect l="l" t="t" r="r" b="b"/>
                <a:pathLst>
                  <a:path w="41221" h="41221" extrusionOk="0">
                    <a:moveTo>
                      <a:pt x="40269" y="39603"/>
                    </a:moveTo>
                    <a:lnTo>
                      <a:pt x="666" y="0"/>
                    </a:lnTo>
                    <a:lnTo>
                      <a:pt x="0" y="666"/>
                    </a:lnTo>
                    <a:lnTo>
                      <a:pt x="39603" y="40269"/>
                    </a:lnTo>
                    <a:lnTo>
                      <a:pt x="381" y="40269"/>
                    </a:lnTo>
                    <a:lnTo>
                      <a:pt x="381" y="41221"/>
                    </a:lnTo>
                    <a:lnTo>
                      <a:pt x="41221" y="41221"/>
                    </a:lnTo>
                    <a:lnTo>
                      <a:pt x="41221" y="286"/>
                    </a:lnTo>
                    <a:lnTo>
                      <a:pt x="40269" y="286"/>
                    </a:lnTo>
                    <a:lnTo>
                      <a:pt x="40269" y="39603"/>
                    </a:lnTo>
                    <a:close/>
                  </a:path>
                </a:pathLst>
              </a:custGeom>
              <a:noFill/>
              <a:ln w="28575" cap="rnd"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grpSp>
      </p:grpSp>
      <p:sp>
        <p:nvSpPr>
          <p:cNvPr id="89" name="Google Shape;41;p31">
            <a:extLst>
              <a:ext uri="{FF2B5EF4-FFF2-40B4-BE49-F238E27FC236}">
                <a16:creationId xmlns:a16="http://schemas.microsoft.com/office/drawing/2014/main" id="{4FB79224-C783-AB92-7785-7C018D12A249}"/>
              </a:ext>
            </a:extLst>
          </p:cNvPr>
          <p:cNvSpPr/>
          <p:nvPr userDrawn="1"/>
        </p:nvSpPr>
        <p:spPr>
          <a:xfrm>
            <a:off x="9806625" y="4717036"/>
            <a:ext cx="1001384" cy="1001384"/>
          </a:xfrm>
          <a:prstGeom prst="ellipse">
            <a:avLst/>
          </a:prstGeom>
          <a:solidFill>
            <a:srgbClr val="529AC2"/>
          </a:solidFill>
          <a:ln w="25400" cap="flat" cmpd="sng">
            <a:no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90" name="Google Shape;2215;p100">
            <a:extLst>
              <a:ext uri="{FF2B5EF4-FFF2-40B4-BE49-F238E27FC236}">
                <a16:creationId xmlns:a16="http://schemas.microsoft.com/office/drawing/2014/main" id="{0E0D728E-3A33-4EF4-5212-177932EB7D37}"/>
              </a:ext>
            </a:extLst>
          </p:cNvPr>
          <p:cNvSpPr/>
          <p:nvPr userDrawn="1"/>
        </p:nvSpPr>
        <p:spPr>
          <a:xfrm>
            <a:off x="9956978" y="4878913"/>
            <a:ext cx="687995" cy="687841"/>
          </a:xfrm>
          <a:custGeom>
            <a:avLst/>
            <a:gdLst/>
            <a:ahLst/>
            <a:cxnLst/>
            <a:rect l="l" t="t" r="r" b="b"/>
            <a:pathLst>
              <a:path w="533447" h="533328" extrusionOk="0">
                <a:moveTo>
                  <a:pt x="361879" y="260152"/>
                </a:moveTo>
                <a:lnTo>
                  <a:pt x="385310" y="250531"/>
                </a:lnTo>
                <a:cubicBezTo>
                  <a:pt x="394264" y="246817"/>
                  <a:pt x="399979" y="238244"/>
                  <a:pt x="399979" y="228529"/>
                </a:cubicBezTo>
                <a:cubicBezTo>
                  <a:pt x="399979" y="218813"/>
                  <a:pt x="394168" y="210241"/>
                  <a:pt x="385310" y="206526"/>
                </a:cubicBezTo>
                <a:lnTo>
                  <a:pt x="285488" y="165378"/>
                </a:lnTo>
                <a:cubicBezTo>
                  <a:pt x="279678" y="162996"/>
                  <a:pt x="273582" y="161758"/>
                  <a:pt x="267391" y="161758"/>
                </a:cubicBezTo>
                <a:lnTo>
                  <a:pt x="265962" y="161758"/>
                </a:lnTo>
                <a:cubicBezTo>
                  <a:pt x="259676" y="161758"/>
                  <a:pt x="253579" y="162996"/>
                  <a:pt x="247865" y="165378"/>
                </a:cubicBezTo>
                <a:lnTo>
                  <a:pt x="148042" y="206526"/>
                </a:lnTo>
                <a:cubicBezTo>
                  <a:pt x="139089" y="210241"/>
                  <a:pt x="133374" y="218813"/>
                  <a:pt x="133374" y="228529"/>
                </a:cubicBezTo>
                <a:lnTo>
                  <a:pt x="133374" y="285679"/>
                </a:lnTo>
                <a:cubicBezTo>
                  <a:pt x="133374" y="290917"/>
                  <a:pt x="137660" y="295204"/>
                  <a:pt x="142899" y="295204"/>
                </a:cubicBezTo>
                <a:cubicBezTo>
                  <a:pt x="148138" y="295204"/>
                  <a:pt x="152424" y="290917"/>
                  <a:pt x="152424" y="285679"/>
                </a:cubicBezTo>
                <a:lnTo>
                  <a:pt x="152424" y="252246"/>
                </a:lnTo>
                <a:lnTo>
                  <a:pt x="171474" y="260056"/>
                </a:lnTo>
                <a:lnTo>
                  <a:pt x="171474" y="322921"/>
                </a:lnTo>
                <a:cubicBezTo>
                  <a:pt x="171474" y="333018"/>
                  <a:pt x="176808" y="342352"/>
                  <a:pt x="185380" y="347401"/>
                </a:cubicBezTo>
                <a:cubicBezTo>
                  <a:pt x="200430" y="356354"/>
                  <a:pt x="231101" y="371404"/>
                  <a:pt x="266724" y="371404"/>
                </a:cubicBezTo>
                <a:cubicBezTo>
                  <a:pt x="302347" y="371404"/>
                  <a:pt x="333018" y="356354"/>
                  <a:pt x="348067" y="347496"/>
                </a:cubicBezTo>
                <a:cubicBezTo>
                  <a:pt x="356640" y="342448"/>
                  <a:pt x="361974" y="333018"/>
                  <a:pt x="361974" y="323017"/>
                </a:cubicBezTo>
                <a:lnTo>
                  <a:pt x="361974" y="260152"/>
                </a:lnTo>
                <a:close/>
                <a:moveTo>
                  <a:pt x="342829" y="323017"/>
                </a:moveTo>
                <a:cubicBezTo>
                  <a:pt x="342829" y="326350"/>
                  <a:pt x="341114" y="329494"/>
                  <a:pt x="338352" y="331113"/>
                </a:cubicBezTo>
                <a:cubicBezTo>
                  <a:pt x="324922" y="339019"/>
                  <a:pt x="297776" y="352449"/>
                  <a:pt x="266629" y="352449"/>
                </a:cubicBezTo>
                <a:cubicBezTo>
                  <a:pt x="235482" y="352449"/>
                  <a:pt x="208336" y="339114"/>
                  <a:pt x="194905" y="331113"/>
                </a:cubicBezTo>
                <a:cubicBezTo>
                  <a:pt x="192143" y="329494"/>
                  <a:pt x="190429" y="326350"/>
                  <a:pt x="190429" y="323017"/>
                </a:cubicBezTo>
                <a:lnTo>
                  <a:pt x="190429" y="268057"/>
                </a:lnTo>
                <a:lnTo>
                  <a:pt x="247769" y="291679"/>
                </a:lnTo>
                <a:cubicBezTo>
                  <a:pt x="253579" y="294061"/>
                  <a:pt x="259676" y="295299"/>
                  <a:pt x="265866" y="295299"/>
                </a:cubicBezTo>
                <a:lnTo>
                  <a:pt x="267295" y="295299"/>
                </a:lnTo>
                <a:cubicBezTo>
                  <a:pt x="273582" y="295299"/>
                  <a:pt x="279678" y="294061"/>
                  <a:pt x="285393" y="291679"/>
                </a:cubicBezTo>
                <a:lnTo>
                  <a:pt x="342733" y="268057"/>
                </a:lnTo>
                <a:lnTo>
                  <a:pt x="342733" y="323017"/>
                </a:lnTo>
                <a:close/>
                <a:moveTo>
                  <a:pt x="278249" y="274058"/>
                </a:moveTo>
                <a:cubicBezTo>
                  <a:pt x="274820" y="275487"/>
                  <a:pt x="271105" y="276249"/>
                  <a:pt x="267391" y="276249"/>
                </a:cubicBezTo>
                <a:lnTo>
                  <a:pt x="265962" y="276249"/>
                </a:lnTo>
                <a:cubicBezTo>
                  <a:pt x="262247" y="276249"/>
                  <a:pt x="258533" y="275487"/>
                  <a:pt x="255103" y="274058"/>
                </a:cubicBezTo>
                <a:lnTo>
                  <a:pt x="155281" y="232910"/>
                </a:lnTo>
                <a:cubicBezTo>
                  <a:pt x="153472" y="232148"/>
                  <a:pt x="152329" y="230434"/>
                  <a:pt x="152329" y="228529"/>
                </a:cubicBezTo>
                <a:cubicBezTo>
                  <a:pt x="152329" y="226624"/>
                  <a:pt x="153472" y="224909"/>
                  <a:pt x="155281" y="224147"/>
                </a:cubicBezTo>
                <a:lnTo>
                  <a:pt x="255103" y="182999"/>
                </a:lnTo>
                <a:cubicBezTo>
                  <a:pt x="258533" y="181570"/>
                  <a:pt x="262247" y="180808"/>
                  <a:pt x="265962" y="180808"/>
                </a:cubicBezTo>
                <a:lnTo>
                  <a:pt x="267391" y="180808"/>
                </a:lnTo>
                <a:cubicBezTo>
                  <a:pt x="271105" y="180808"/>
                  <a:pt x="274820" y="181570"/>
                  <a:pt x="278249" y="182999"/>
                </a:cubicBezTo>
                <a:lnTo>
                  <a:pt x="378071" y="224147"/>
                </a:lnTo>
                <a:cubicBezTo>
                  <a:pt x="379881" y="224909"/>
                  <a:pt x="381024" y="226624"/>
                  <a:pt x="381024" y="228529"/>
                </a:cubicBezTo>
                <a:cubicBezTo>
                  <a:pt x="381024" y="230434"/>
                  <a:pt x="379881" y="232148"/>
                  <a:pt x="378071" y="232910"/>
                </a:cubicBezTo>
                <a:lnTo>
                  <a:pt x="278249" y="274058"/>
                </a:lnTo>
                <a:close/>
                <a:moveTo>
                  <a:pt x="225767" y="63841"/>
                </a:moveTo>
                <a:lnTo>
                  <a:pt x="257104" y="32504"/>
                </a:lnTo>
                <a:lnTo>
                  <a:pt x="257104" y="123849"/>
                </a:lnTo>
                <a:cubicBezTo>
                  <a:pt x="257104" y="129088"/>
                  <a:pt x="261390" y="133374"/>
                  <a:pt x="266629" y="133374"/>
                </a:cubicBezTo>
                <a:cubicBezTo>
                  <a:pt x="271867" y="133374"/>
                  <a:pt x="276154" y="129088"/>
                  <a:pt x="276154" y="123849"/>
                </a:cubicBezTo>
                <a:lnTo>
                  <a:pt x="276154" y="32504"/>
                </a:lnTo>
                <a:lnTo>
                  <a:pt x="307491" y="63841"/>
                </a:lnTo>
                <a:cubicBezTo>
                  <a:pt x="309396" y="65746"/>
                  <a:pt x="311777" y="66604"/>
                  <a:pt x="314254" y="66604"/>
                </a:cubicBezTo>
                <a:cubicBezTo>
                  <a:pt x="316730" y="66604"/>
                  <a:pt x="319111" y="65651"/>
                  <a:pt x="321017" y="63841"/>
                </a:cubicBezTo>
                <a:cubicBezTo>
                  <a:pt x="324731" y="60127"/>
                  <a:pt x="324731" y="54126"/>
                  <a:pt x="321017" y="50411"/>
                </a:cubicBezTo>
                <a:lnTo>
                  <a:pt x="273392" y="2786"/>
                </a:lnTo>
                <a:cubicBezTo>
                  <a:pt x="269677" y="-929"/>
                  <a:pt x="263676" y="-929"/>
                  <a:pt x="259961" y="2786"/>
                </a:cubicBezTo>
                <a:lnTo>
                  <a:pt x="212336" y="50411"/>
                </a:lnTo>
                <a:cubicBezTo>
                  <a:pt x="208621" y="54126"/>
                  <a:pt x="208621" y="60127"/>
                  <a:pt x="212336" y="63841"/>
                </a:cubicBezTo>
                <a:cubicBezTo>
                  <a:pt x="216051" y="67556"/>
                  <a:pt x="222052" y="67556"/>
                  <a:pt x="225767" y="63841"/>
                </a:cubicBezTo>
                <a:close/>
                <a:moveTo>
                  <a:pt x="307586" y="469511"/>
                </a:moveTo>
                <a:lnTo>
                  <a:pt x="276249" y="500848"/>
                </a:lnTo>
                <a:lnTo>
                  <a:pt x="276249" y="409504"/>
                </a:lnTo>
                <a:cubicBezTo>
                  <a:pt x="276249" y="404265"/>
                  <a:pt x="271963" y="399979"/>
                  <a:pt x="266724" y="399979"/>
                </a:cubicBezTo>
                <a:cubicBezTo>
                  <a:pt x="261485" y="399979"/>
                  <a:pt x="257199" y="404265"/>
                  <a:pt x="257199" y="409504"/>
                </a:cubicBezTo>
                <a:lnTo>
                  <a:pt x="257199" y="500848"/>
                </a:lnTo>
                <a:lnTo>
                  <a:pt x="225861" y="469511"/>
                </a:lnTo>
                <a:cubicBezTo>
                  <a:pt x="222147" y="465796"/>
                  <a:pt x="216146" y="465796"/>
                  <a:pt x="212431" y="469511"/>
                </a:cubicBezTo>
                <a:cubicBezTo>
                  <a:pt x="208716" y="473226"/>
                  <a:pt x="208716" y="479227"/>
                  <a:pt x="212431" y="482941"/>
                </a:cubicBezTo>
                <a:lnTo>
                  <a:pt x="260056" y="530566"/>
                </a:lnTo>
                <a:cubicBezTo>
                  <a:pt x="261961" y="532471"/>
                  <a:pt x="264343" y="533329"/>
                  <a:pt x="266819" y="533329"/>
                </a:cubicBezTo>
                <a:cubicBezTo>
                  <a:pt x="269296" y="533329"/>
                  <a:pt x="271677" y="532376"/>
                  <a:pt x="273582" y="530566"/>
                </a:cubicBezTo>
                <a:lnTo>
                  <a:pt x="321207" y="482941"/>
                </a:lnTo>
                <a:cubicBezTo>
                  <a:pt x="324922" y="479227"/>
                  <a:pt x="324922" y="473226"/>
                  <a:pt x="321207" y="469511"/>
                </a:cubicBezTo>
                <a:cubicBezTo>
                  <a:pt x="317492" y="465796"/>
                  <a:pt x="311492" y="465796"/>
                  <a:pt x="307777" y="469511"/>
                </a:cubicBezTo>
                <a:close/>
                <a:moveTo>
                  <a:pt x="85749" y="161949"/>
                </a:moveTo>
                <a:cubicBezTo>
                  <a:pt x="90988" y="161949"/>
                  <a:pt x="95274" y="157663"/>
                  <a:pt x="95274" y="152424"/>
                </a:cubicBezTo>
                <a:lnTo>
                  <a:pt x="95274" y="108704"/>
                </a:lnTo>
                <a:lnTo>
                  <a:pt x="155186" y="168616"/>
                </a:lnTo>
                <a:cubicBezTo>
                  <a:pt x="157091" y="170521"/>
                  <a:pt x="159472" y="171379"/>
                  <a:pt x="161949" y="171379"/>
                </a:cubicBezTo>
                <a:cubicBezTo>
                  <a:pt x="164425" y="171379"/>
                  <a:pt x="166806" y="170426"/>
                  <a:pt x="168712" y="168616"/>
                </a:cubicBezTo>
                <a:cubicBezTo>
                  <a:pt x="172426" y="164902"/>
                  <a:pt x="172426" y="158901"/>
                  <a:pt x="168712" y="155186"/>
                </a:cubicBezTo>
                <a:lnTo>
                  <a:pt x="108799" y="95274"/>
                </a:lnTo>
                <a:lnTo>
                  <a:pt x="152519" y="95274"/>
                </a:lnTo>
                <a:cubicBezTo>
                  <a:pt x="157758" y="95274"/>
                  <a:pt x="162044" y="90988"/>
                  <a:pt x="162044" y="85749"/>
                </a:cubicBezTo>
                <a:cubicBezTo>
                  <a:pt x="162044" y="80510"/>
                  <a:pt x="157758" y="76224"/>
                  <a:pt x="152519" y="76224"/>
                </a:cubicBezTo>
                <a:lnTo>
                  <a:pt x="85844" y="76224"/>
                </a:lnTo>
                <a:cubicBezTo>
                  <a:pt x="80605" y="76224"/>
                  <a:pt x="76319" y="80510"/>
                  <a:pt x="76319" y="85749"/>
                </a:cubicBezTo>
                <a:lnTo>
                  <a:pt x="76319" y="152424"/>
                </a:lnTo>
                <a:cubicBezTo>
                  <a:pt x="76319" y="157663"/>
                  <a:pt x="80605" y="161949"/>
                  <a:pt x="85844" y="161949"/>
                </a:cubicBezTo>
                <a:close/>
                <a:moveTo>
                  <a:pt x="448366" y="371499"/>
                </a:moveTo>
                <a:cubicBezTo>
                  <a:pt x="443127" y="371499"/>
                  <a:pt x="438841" y="375785"/>
                  <a:pt x="438841" y="381024"/>
                </a:cubicBezTo>
                <a:lnTo>
                  <a:pt x="438841" y="425410"/>
                </a:lnTo>
                <a:lnTo>
                  <a:pt x="378261" y="364831"/>
                </a:lnTo>
                <a:cubicBezTo>
                  <a:pt x="374547" y="361117"/>
                  <a:pt x="368546" y="361117"/>
                  <a:pt x="364831" y="364831"/>
                </a:cubicBezTo>
                <a:cubicBezTo>
                  <a:pt x="361116" y="368546"/>
                  <a:pt x="361116" y="374547"/>
                  <a:pt x="364831" y="378262"/>
                </a:cubicBezTo>
                <a:lnTo>
                  <a:pt x="424743" y="438174"/>
                </a:lnTo>
                <a:lnTo>
                  <a:pt x="381786" y="438174"/>
                </a:lnTo>
                <a:cubicBezTo>
                  <a:pt x="376547" y="438174"/>
                  <a:pt x="372261" y="442460"/>
                  <a:pt x="372261" y="447699"/>
                </a:cubicBezTo>
                <a:cubicBezTo>
                  <a:pt x="372261" y="452938"/>
                  <a:pt x="376547" y="457224"/>
                  <a:pt x="381786" y="457224"/>
                </a:cubicBezTo>
                <a:lnTo>
                  <a:pt x="448461" y="457224"/>
                </a:lnTo>
                <a:cubicBezTo>
                  <a:pt x="453700" y="457224"/>
                  <a:pt x="457986" y="452938"/>
                  <a:pt x="457986" y="447699"/>
                </a:cubicBezTo>
                <a:lnTo>
                  <a:pt x="457986" y="381024"/>
                </a:lnTo>
                <a:cubicBezTo>
                  <a:pt x="457986" y="375785"/>
                  <a:pt x="453700" y="371499"/>
                  <a:pt x="448461" y="371499"/>
                </a:cubicBezTo>
                <a:close/>
                <a:moveTo>
                  <a:pt x="155186" y="364736"/>
                </a:moveTo>
                <a:lnTo>
                  <a:pt x="95274" y="424648"/>
                </a:lnTo>
                <a:lnTo>
                  <a:pt x="95274" y="380929"/>
                </a:lnTo>
                <a:cubicBezTo>
                  <a:pt x="95274" y="375690"/>
                  <a:pt x="90988" y="371404"/>
                  <a:pt x="85749" y="371404"/>
                </a:cubicBezTo>
                <a:cubicBezTo>
                  <a:pt x="80510" y="371404"/>
                  <a:pt x="76224" y="375690"/>
                  <a:pt x="76224" y="380929"/>
                </a:cubicBezTo>
                <a:lnTo>
                  <a:pt x="76224" y="447604"/>
                </a:lnTo>
                <a:cubicBezTo>
                  <a:pt x="76224" y="452842"/>
                  <a:pt x="80510" y="457129"/>
                  <a:pt x="85749" y="457129"/>
                </a:cubicBezTo>
                <a:lnTo>
                  <a:pt x="152424" y="457129"/>
                </a:lnTo>
                <a:cubicBezTo>
                  <a:pt x="157663" y="457129"/>
                  <a:pt x="161949" y="452842"/>
                  <a:pt x="161949" y="447604"/>
                </a:cubicBezTo>
                <a:cubicBezTo>
                  <a:pt x="161949" y="442365"/>
                  <a:pt x="157663" y="438079"/>
                  <a:pt x="152424" y="438079"/>
                </a:cubicBezTo>
                <a:lnTo>
                  <a:pt x="108704" y="438079"/>
                </a:lnTo>
                <a:lnTo>
                  <a:pt x="168616" y="378166"/>
                </a:lnTo>
                <a:cubicBezTo>
                  <a:pt x="172331" y="374452"/>
                  <a:pt x="172331" y="368451"/>
                  <a:pt x="168616" y="364736"/>
                </a:cubicBezTo>
                <a:cubicBezTo>
                  <a:pt x="164902" y="361021"/>
                  <a:pt x="158901" y="361021"/>
                  <a:pt x="155186" y="364736"/>
                </a:cubicBezTo>
                <a:close/>
                <a:moveTo>
                  <a:pt x="371499" y="171474"/>
                </a:moveTo>
                <a:cubicBezTo>
                  <a:pt x="373976" y="171474"/>
                  <a:pt x="376357" y="170521"/>
                  <a:pt x="378261" y="168712"/>
                </a:cubicBezTo>
                <a:lnTo>
                  <a:pt x="438174" y="108799"/>
                </a:lnTo>
                <a:lnTo>
                  <a:pt x="438174" y="152519"/>
                </a:lnTo>
                <a:cubicBezTo>
                  <a:pt x="438174" y="157758"/>
                  <a:pt x="442460" y="162044"/>
                  <a:pt x="447699" y="162044"/>
                </a:cubicBezTo>
                <a:cubicBezTo>
                  <a:pt x="452938" y="162044"/>
                  <a:pt x="457224" y="157758"/>
                  <a:pt x="457224" y="152519"/>
                </a:cubicBezTo>
                <a:lnTo>
                  <a:pt x="457224" y="85844"/>
                </a:lnTo>
                <a:cubicBezTo>
                  <a:pt x="457224" y="80605"/>
                  <a:pt x="452938" y="76319"/>
                  <a:pt x="447699" y="76319"/>
                </a:cubicBezTo>
                <a:lnTo>
                  <a:pt x="381024" y="76319"/>
                </a:lnTo>
                <a:cubicBezTo>
                  <a:pt x="375785" y="76319"/>
                  <a:pt x="371499" y="80605"/>
                  <a:pt x="371499" y="85844"/>
                </a:cubicBezTo>
                <a:cubicBezTo>
                  <a:pt x="371499" y="91083"/>
                  <a:pt x="375785" y="95369"/>
                  <a:pt x="381024" y="95369"/>
                </a:cubicBezTo>
                <a:lnTo>
                  <a:pt x="424743" y="95369"/>
                </a:lnTo>
                <a:lnTo>
                  <a:pt x="364831" y="155281"/>
                </a:lnTo>
                <a:cubicBezTo>
                  <a:pt x="361116" y="158996"/>
                  <a:pt x="361116" y="164997"/>
                  <a:pt x="364831" y="168712"/>
                </a:cubicBezTo>
                <a:cubicBezTo>
                  <a:pt x="366736" y="170617"/>
                  <a:pt x="369118" y="171474"/>
                  <a:pt x="371594" y="171474"/>
                </a:cubicBezTo>
                <a:close/>
                <a:moveTo>
                  <a:pt x="32504" y="276249"/>
                </a:moveTo>
                <a:lnTo>
                  <a:pt x="104799" y="276249"/>
                </a:lnTo>
                <a:cubicBezTo>
                  <a:pt x="110038" y="276249"/>
                  <a:pt x="114324" y="271963"/>
                  <a:pt x="114324" y="266724"/>
                </a:cubicBezTo>
                <a:cubicBezTo>
                  <a:pt x="114324" y="261485"/>
                  <a:pt x="110038" y="257199"/>
                  <a:pt x="104799" y="257199"/>
                </a:cubicBezTo>
                <a:lnTo>
                  <a:pt x="32504" y="257199"/>
                </a:lnTo>
                <a:lnTo>
                  <a:pt x="63841" y="225862"/>
                </a:lnTo>
                <a:cubicBezTo>
                  <a:pt x="67556" y="222147"/>
                  <a:pt x="67556" y="216146"/>
                  <a:pt x="63841" y="212431"/>
                </a:cubicBezTo>
                <a:cubicBezTo>
                  <a:pt x="60127" y="208717"/>
                  <a:pt x="54126" y="208717"/>
                  <a:pt x="50411" y="212431"/>
                </a:cubicBezTo>
                <a:lnTo>
                  <a:pt x="2786" y="260056"/>
                </a:lnTo>
                <a:cubicBezTo>
                  <a:pt x="-929" y="263771"/>
                  <a:pt x="-929" y="269772"/>
                  <a:pt x="2786" y="273487"/>
                </a:cubicBezTo>
                <a:lnTo>
                  <a:pt x="50411" y="321112"/>
                </a:lnTo>
                <a:cubicBezTo>
                  <a:pt x="52316" y="323017"/>
                  <a:pt x="54697" y="323874"/>
                  <a:pt x="57174" y="323874"/>
                </a:cubicBezTo>
                <a:cubicBezTo>
                  <a:pt x="59650" y="323874"/>
                  <a:pt x="62031" y="322921"/>
                  <a:pt x="63937" y="321112"/>
                </a:cubicBezTo>
                <a:cubicBezTo>
                  <a:pt x="67651" y="317397"/>
                  <a:pt x="67651" y="311396"/>
                  <a:pt x="63937" y="307681"/>
                </a:cubicBezTo>
                <a:lnTo>
                  <a:pt x="32599" y="276344"/>
                </a:lnTo>
                <a:close/>
                <a:moveTo>
                  <a:pt x="530567" y="259961"/>
                </a:moveTo>
                <a:lnTo>
                  <a:pt x="482942" y="212336"/>
                </a:lnTo>
                <a:cubicBezTo>
                  <a:pt x="479227" y="208621"/>
                  <a:pt x="473226" y="208621"/>
                  <a:pt x="469511" y="212336"/>
                </a:cubicBezTo>
                <a:cubicBezTo>
                  <a:pt x="465796" y="216051"/>
                  <a:pt x="465796" y="222052"/>
                  <a:pt x="469511" y="225766"/>
                </a:cubicBezTo>
                <a:lnTo>
                  <a:pt x="500849" y="257104"/>
                </a:lnTo>
                <a:lnTo>
                  <a:pt x="428554" y="257104"/>
                </a:lnTo>
                <a:cubicBezTo>
                  <a:pt x="423315" y="257104"/>
                  <a:pt x="419029" y="261390"/>
                  <a:pt x="419029" y="266629"/>
                </a:cubicBezTo>
                <a:cubicBezTo>
                  <a:pt x="419029" y="271867"/>
                  <a:pt x="423315" y="276154"/>
                  <a:pt x="428554" y="276154"/>
                </a:cubicBezTo>
                <a:lnTo>
                  <a:pt x="500849" y="276154"/>
                </a:lnTo>
                <a:lnTo>
                  <a:pt x="469511" y="307491"/>
                </a:lnTo>
                <a:cubicBezTo>
                  <a:pt x="465796" y="311205"/>
                  <a:pt x="465796" y="317206"/>
                  <a:pt x="469511" y="320921"/>
                </a:cubicBezTo>
                <a:cubicBezTo>
                  <a:pt x="471416" y="322826"/>
                  <a:pt x="473797" y="323683"/>
                  <a:pt x="476274" y="323683"/>
                </a:cubicBezTo>
                <a:cubicBezTo>
                  <a:pt x="478751" y="323683"/>
                  <a:pt x="481132" y="322731"/>
                  <a:pt x="483036" y="320921"/>
                </a:cubicBezTo>
                <a:lnTo>
                  <a:pt x="530661" y="273296"/>
                </a:lnTo>
                <a:cubicBezTo>
                  <a:pt x="534376" y="269581"/>
                  <a:pt x="534376" y="263580"/>
                  <a:pt x="530661" y="259866"/>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CaixaDeTexto 7">
            <a:extLst>
              <a:ext uri="{FF2B5EF4-FFF2-40B4-BE49-F238E27FC236}">
                <a16:creationId xmlns:a16="http://schemas.microsoft.com/office/drawing/2014/main" id="{758C464C-51C2-DB3D-4C1D-F67CB5B688F7}"/>
              </a:ext>
            </a:extLst>
          </p:cNvPr>
          <p:cNvSpPr txBox="1"/>
          <p:nvPr userDrawn="1"/>
        </p:nvSpPr>
        <p:spPr>
          <a:xfrm>
            <a:off x="19782692" y="708660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CaixaDeTexto 4">
            <a:extLst>
              <a:ext uri="{FF2B5EF4-FFF2-40B4-BE49-F238E27FC236}">
                <a16:creationId xmlns:a16="http://schemas.microsoft.com/office/drawing/2014/main" id="{104D0029-2A90-CBAF-53E9-DD1D730BADAB}"/>
              </a:ext>
            </a:extLst>
          </p:cNvPr>
          <p:cNvSpPr txBox="1"/>
          <p:nvPr userDrawn="1"/>
        </p:nvSpPr>
        <p:spPr>
          <a:xfrm>
            <a:off x="-707923" y="-88490"/>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3336278441"/>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 Conteudo" preserve="1" userDrawn="1">
  <p:cSld name="2_1. Conteudo">
    <p:spTree>
      <p:nvGrpSpPr>
        <p:cNvPr id="1" name="Shape 78"/>
        <p:cNvGrpSpPr/>
        <p:nvPr/>
      </p:nvGrpSpPr>
      <p:grpSpPr>
        <a:xfrm>
          <a:off x="0" y="0"/>
          <a:ext cx="0" cy="0"/>
          <a:chOff x="0" y="0"/>
          <a:chExt cx="0" cy="0"/>
        </a:xfrm>
      </p:grpSpPr>
      <p:pic>
        <p:nvPicPr>
          <p:cNvPr id="7" name="Imagem 6">
            <a:extLst>
              <a:ext uri="{FF2B5EF4-FFF2-40B4-BE49-F238E27FC236}">
                <a16:creationId xmlns:a16="http://schemas.microsoft.com/office/drawing/2014/main" id="{B3940168-A378-677A-AE94-B9439334D306}"/>
              </a:ext>
            </a:extLst>
          </p:cNvPr>
          <p:cNvPicPr>
            <a:picLocks/>
          </p:cNvPicPr>
          <p:nvPr userDrawn="1"/>
        </p:nvPicPr>
        <p:blipFill>
          <a:blip r:embed="rId2"/>
          <a:stretch>
            <a:fillRect/>
          </a:stretch>
        </p:blipFill>
        <p:spPr>
          <a:xfrm>
            <a:off x="298800" y="691201"/>
            <a:ext cx="3434405" cy="2390404"/>
          </a:xfrm>
          <a:prstGeom prst="rect">
            <a:avLst/>
          </a:prstGeom>
        </p:spPr>
      </p:pic>
      <p:sp>
        <p:nvSpPr>
          <p:cNvPr id="10" name="Google Shape;69;p32">
            <a:extLst>
              <a:ext uri="{FF2B5EF4-FFF2-40B4-BE49-F238E27FC236}">
                <a16:creationId xmlns:a16="http://schemas.microsoft.com/office/drawing/2014/main" id="{4A47350A-59ED-4380-8C9D-33FB53D2A25D}"/>
              </a:ext>
            </a:extLst>
          </p:cNvPr>
          <p:cNvSpPr txBox="1"/>
          <p:nvPr/>
        </p:nvSpPr>
        <p:spPr>
          <a:xfrm>
            <a:off x="1050819" y="1514972"/>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4" name="Espaço Reservado para Texto 7">
            <a:extLst>
              <a:ext uri="{FF2B5EF4-FFF2-40B4-BE49-F238E27FC236}">
                <a16:creationId xmlns:a16="http://schemas.microsoft.com/office/drawing/2014/main" id="{1010BB96-2C5C-93CB-0DE4-6ADDB142D01A}"/>
              </a:ext>
            </a:extLst>
          </p:cNvPr>
          <p:cNvSpPr>
            <a:spLocks noGrp="1"/>
          </p:cNvSpPr>
          <p:nvPr>
            <p:ph type="body" sz="quarter" idx="11"/>
          </p:nvPr>
        </p:nvSpPr>
        <p:spPr>
          <a:xfrm>
            <a:off x="5627757" y="32553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1" name="Espaço Reservado para Texto 7">
            <a:extLst>
              <a:ext uri="{FF2B5EF4-FFF2-40B4-BE49-F238E27FC236}">
                <a16:creationId xmlns:a16="http://schemas.microsoft.com/office/drawing/2014/main" id="{9550BDCE-8C17-2808-26AD-19DADB9A406A}"/>
              </a:ext>
            </a:extLst>
          </p:cNvPr>
          <p:cNvSpPr>
            <a:spLocks noGrp="1"/>
          </p:cNvSpPr>
          <p:nvPr>
            <p:ph type="body" sz="quarter" idx="12"/>
          </p:nvPr>
        </p:nvSpPr>
        <p:spPr>
          <a:xfrm>
            <a:off x="5627757" y="468414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16" name="Espaço Reservado para Texto 7">
            <a:extLst>
              <a:ext uri="{FF2B5EF4-FFF2-40B4-BE49-F238E27FC236}">
                <a16:creationId xmlns:a16="http://schemas.microsoft.com/office/drawing/2014/main" id="{24714A58-2E0F-BD3B-F270-0F26F9E6CD6C}"/>
              </a:ext>
            </a:extLst>
          </p:cNvPr>
          <p:cNvSpPr>
            <a:spLocks noGrp="1"/>
          </p:cNvSpPr>
          <p:nvPr>
            <p:ph type="body" sz="quarter" idx="13"/>
          </p:nvPr>
        </p:nvSpPr>
        <p:spPr>
          <a:xfrm>
            <a:off x="5627757" y="60747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0" name="Espaço Reservado para Texto 7">
            <a:extLst>
              <a:ext uri="{FF2B5EF4-FFF2-40B4-BE49-F238E27FC236}">
                <a16:creationId xmlns:a16="http://schemas.microsoft.com/office/drawing/2014/main" id="{5E0069F1-0137-2FAA-27B5-5B98A6D199E5}"/>
              </a:ext>
            </a:extLst>
          </p:cNvPr>
          <p:cNvSpPr>
            <a:spLocks noGrp="1"/>
          </p:cNvSpPr>
          <p:nvPr>
            <p:ph type="body" sz="quarter" idx="14"/>
          </p:nvPr>
        </p:nvSpPr>
        <p:spPr>
          <a:xfrm>
            <a:off x="5627757" y="7484496"/>
            <a:ext cx="6067478" cy="1081413"/>
          </a:xfrm>
          <a:prstGeom prst="rect">
            <a:avLst/>
          </a:prstGeom>
        </p:spPr>
        <p:txBody>
          <a:bodyPr/>
          <a:lstStyle>
            <a:lvl1pPr marL="0" indent="0">
              <a:buClr>
                <a:schemeClr val="tx1"/>
              </a:buClr>
              <a:buFontTx/>
              <a:buNone/>
              <a:defRPr sz="2000">
                <a:latin typeface="Poppins" pitchFamily="2" charset="77"/>
                <a:cs typeface="Poppins" pitchFamily="2" charset="77"/>
              </a:defRPr>
            </a:lvl1pPr>
          </a:lstStyle>
          <a:p>
            <a:pPr lvl="0"/>
            <a:endParaRPr lang="pt-BR"/>
          </a:p>
        </p:txBody>
      </p:sp>
      <p:sp>
        <p:nvSpPr>
          <p:cNvPr id="21" name="Espaço Reservado para Texto 19">
            <a:extLst>
              <a:ext uri="{FF2B5EF4-FFF2-40B4-BE49-F238E27FC236}">
                <a16:creationId xmlns:a16="http://schemas.microsoft.com/office/drawing/2014/main" id="{C140BF74-0D8B-686D-7192-D2693E320B14}"/>
              </a:ext>
            </a:extLst>
          </p:cNvPr>
          <p:cNvSpPr>
            <a:spLocks noGrp="1"/>
          </p:cNvSpPr>
          <p:nvPr>
            <p:ph type="body" sz="quarter" idx="15"/>
          </p:nvPr>
        </p:nvSpPr>
        <p:spPr>
          <a:xfrm>
            <a:off x="5272088" y="838807"/>
            <a:ext cx="10812462" cy="1890940"/>
          </a:xfrm>
          <a:prstGeom prst="rect">
            <a:avLst/>
          </a:prstGeom>
        </p:spPr>
        <p:txBody>
          <a:bodyPr/>
          <a:lstStyle>
            <a:lvl1pPr>
              <a:defRPr sz="20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1625498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D6CDD641-8D49-E70A-469D-74FDC42F972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E48939C7-EC8E-8338-1D93-9880F57900E0}"/>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07D774CC-AEE0-AAA5-E348-DAFD716E0666}"/>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0" name="Espaço Reservado para Texto 9">
            <a:extLst>
              <a:ext uri="{FF2B5EF4-FFF2-40B4-BE49-F238E27FC236}">
                <a16:creationId xmlns:a16="http://schemas.microsoft.com/office/drawing/2014/main" id="{2B528574-1FD1-7B70-2B2F-0F4F07E103CA}"/>
              </a:ext>
            </a:extLst>
          </p:cNvPr>
          <p:cNvSpPr>
            <a:spLocks noGrp="1"/>
          </p:cNvSpPr>
          <p:nvPr>
            <p:ph type="body" sz="quarter" idx="10"/>
          </p:nvPr>
        </p:nvSpPr>
        <p:spPr>
          <a:xfrm>
            <a:off x="5560902" y="962025"/>
            <a:ext cx="11049093" cy="2598738"/>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
        <p:nvSpPr>
          <p:cNvPr id="11" name="Espaço Reservado para Texto 9">
            <a:extLst>
              <a:ext uri="{FF2B5EF4-FFF2-40B4-BE49-F238E27FC236}">
                <a16:creationId xmlns:a16="http://schemas.microsoft.com/office/drawing/2014/main" id="{ACFD55BC-1BD9-04E3-9059-B617F5BF54E7}"/>
              </a:ext>
            </a:extLst>
          </p:cNvPr>
          <p:cNvSpPr>
            <a:spLocks noGrp="1"/>
          </p:cNvSpPr>
          <p:nvPr>
            <p:ph type="body" sz="quarter" idx="11"/>
          </p:nvPr>
        </p:nvSpPr>
        <p:spPr>
          <a:xfrm>
            <a:off x="6643035" y="3810156"/>
            <a:ext cx="9966960" cy="5229726"/>
          </a:xfrm>
          <a:prstGeom prst="rect">
            <a:avLst/>
          </a:prstGeom>
        </p:spPr>
        <p:txBody>
          <a:bodyPr/>
          <a:lstStyle>
            <a:lvl1pPr>
              <a:defRPr sz="2400" b="0" i="0">
                <a:latin typeface="Poppins" pitchFamily="2" charset="77"/>
                <a:cs typeface="Poppins" pitchFamily="2" charset="77"/>
              </a:defRPr>
            </a:lvl1pPr>
            <a:lvl2pPr>
              <a:defRPr sz="2400" b="0" i="0">
                <a:latin typeface="Poppins" pitchFamily="2" charset="77"/>
                <a:cs typeface="Poppins" pitchFamily="2" charset="77"/>
              </a:defRPr>
            </a:lvl2pPr>
            <a:lvl3pPr>
              <a:defRPr sz="2400" b="0" i="0">
                <a:latin typeface="Poppins" pitchFamily="2" charset="77"/>
                <a:cs typeface="Poppins" pitchFamily="2" charset="77"/>
              </a:defRPr>
            </a:lvl3pPr>
            <a:lvl4pPr>
              <a:defRPr sz="2400" b="0" i="0">
                <a:latin typeface="Poppins" pitchFamily="2" charset="77"/>
                <a:cs typeface="Poppins" pitchFamily="2" charset="77"/>
              </a:defRPr>
            </a:lvl4pPr>
            <a:lvl5pPr>
              <a:defRPr sz="2400" b="0" i="0">
                <a:latin typeface="Poppins" pitchFamily="2" charset="77"/>
                <a:cs typeface="Poppins" pitchFamily="2" charset="77"/>
              </a:defRPr>
            </a:lvl5pPr>
          </a:lstStyle>
          <a:p>
            <a:pPr lvl="0"/>
            <a:endParaRPr lang="pt-BR"/>
          </a:p>
        </p:txBody>
      </p:sp>
    </p:spTree>
    <p:extLst>
      <p:ext uri="{BB962C8B-B14F-4D97-AF65-F5344CB8AC3E}">
        <p14:creationId xmlns:p14="http://schemas.microsoft.com/office/powerpoint/2010/main" val="2293429439"/>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C06DD873-35AF-F358-AF2A-2DF2E1112D5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6" name="Imagem 5">
            <a:extLst>
              <a:ext uri="{FF2B5EF4-FFF2-40B4-BE49-F238E27FC236}">
                <a16:creationId xmlns:a16="http://schemas.microsoft.com/office/drawing/2014/main" id="{DA11AF61-B0B2-B34A-B678-38A55027D04C}"/>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0" name="Google Shape;69;p32">
            <a:extLst>
              <a:ext uri="{FF2B5EF4-FFF2-40B4-BE49-F238E27FC236}">
                <a16:creationId xmlns:a16="http://schemas.microsoft.com/office/drawing/2014/main" id="{795FD3B7-2662-CA2C-E60B-37DD4AC3C5E2}"/>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54B02D53-E743-F37B-BC9A-24214A83B763}"/>
              </a:ext>
            </a:extLst>
          </p:cNvPr>
          <p:cNvSpPr>
            <a:spLocks noGrp="1"/>
          </p:cNvSpPr>
          <p:nvPr>
            <p:ph type="body" sz="quarter" idx="10"/>
          </p:nvPr>
        </p:nvSpPr>
        <p:spPr>
          <a:xfrm>
            <a:off x="5397615" y="950913"/>
            <a:ext cx="12079173"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498470DA-9F77-2314-5148-BE7D0A21C8B5}"/>
              </a:ext>
            </a:extLst>
          </p:cNvPr>
          <p:cNvSpPr>
            <a:spLocks noGrp="1"/>
          </p:cNvSpPr>
          <p:nvPr>
            <p:ph type="body" sz="quarter" idx="11"/>
          </p:nvPr>
        </p:nvSpPr>
        <p:spPr>
          <a:xfrm>
            <a:off x="9561402" y="3559201"/>
            <a:ext cx="7915386" cy="5358724"/>
          </a:xfrm>
          <a:prstGeom prst="rect">
            <a:avLst/>
          </a:prstGeom>
        </p:spPr>
        <p:txBody>
          <a:bodyPr/>
          <a:lstStyle>
            <a:lvl1pPr>
              <a:defRPr sz="2000" b="0" i="0">
                <a:latin typeface="Poppins" pitchFamily="2" charset="77"/>
                <a:cs typeface="Poppins" pitchFamily="2" charset="77"/>
              </a:defRPr>
            </a:lvl1pPr>
          </a:lstStyle>
          <a:p>
            <a:pPr lvl="0"/>
            <a:endParaRPr lang="pt-BR"/>
          </a:p>
        </p:txBody>
      </p:sp>
      <p:sp>
        <p:nvSpPr>
          <p:cNvPr id="14" name="Espaço Reservado para Texto 11">
            <a:extLst>
              <a:ext uri="{FF2B5EF4-FFF2-40B4-BE49-F238E27FC236}">
                <a16:creationId xmlns:a16="http://schemas.microsoft.com/office/drawing/2014/main" id="{7DB9C7F3-F00D-DC50-70C9-8A4151886218}"/>
              </a:ext>
            </a:extLst>
          </p:cNvPr>
          <p:cNvSpPr>
            <a:spLocks noGrp="1"/>
          </p:cNvSpPr>
          <p:nvPr>
            <p:ph type="body" sz="quarter" idx="12"/>
          </p:nvPr>
        </p:nvSpPr>
        <p:spPr>
          <a:xfrm>
            <a:off x="5394135" y="8553645"/>
            <a:ext cx="3746383" cy="364279"/>
          </a:xfrm>
          <a:prstGeom prst="rect">
            <a:avLst/>
          </a:prstGeom>
        </p:spPr>
        <p:txBody>
          <a:bodyPr/>
          <a:lstStyle>
            <a:lvl1pPr>
              <a:defRPr sz="1200" b="0" i="0">
                <a:latin typeface="Poppins" pitchFamily="2" charset="77"/>
                <a:cs typeface="Poppins" pitchFamily="2" charset="77"/>
              </a:defRPr>
            </a:lvl1pPr>
          </a:lstStyle>
          <a:p>
            <a:pPr lvl="0"/>
            <a:endParaRPr lang="pt-BR"/>
          </a:p>
        </p:txBody>
      </p:sp>
      <p:sp>
        <p:nvSpPr>
          <p:cNvPr id="16" name="Espaço Reservado para Imagem 15">
            <a:extLst>
              <a:ext uri="{FF2B5EF4-FFF2-40B4-BE49-F238E27FC236}">
                <a16:creationId xmlns:a16="http://schemas.microsoft.com/office/drawing/2014/main" id="{788A7CCB-CA65-CA3D-8095-5D379F504D08}"/>
              </a:ext>
            </a:extLst>
          </p:cNvPr>
          <p:cNvSpPr>
            <a:spLocks noGrp="1"/>
          </p:cNvSpPr>
          <p:nvPr>
            <p:ph type="pic" sz="quarter" idx="13"/>
          </p:nvPr>
        </p:nvSpPr>
        <p:spPr>
          <a:xfrm>
            <a:off x="5394136" y="3546475"/>
            <a:ext cx="3746690" cy="4824413"/>
          </a:xfrm>
          <a:prstGeom prst="rect">
            <a:avLst/>
          </a:prstGeom>
          <a:solidFill>
            <a:srgbClr val="D9D9D9"/>
          </a:solidFill>
        </p:spPr>
        <p:txBody>
          <a:bodyPr/>
          <a:lstStyle>
            <a:lvl1pPr>
              <a:defRPr sz="1800" b="0" i="0">
                <a:latin typeface="Poppins" pitchFamily="2" charset="77"/>
                <a:cs typeface="Poppins" pitchFamily="2" charset="77"/>
              </a:defRPr>
            </a:lvl1pPr>
          </a:lstStyle>
          <a:p>
            <a:endParaRPr lang="pt-BR"/>
          </a:p>
        </p:txBody>
      </p:sp>
    </p:spTree>
    <p:extLst>
      <p:ext uri="{BB962C8B-B14F-4D97-AF65-F5344CB8AC3E}">
        <p14:creationId xmlns:p14="http://schemas.microsoft.com/office/powerpoint/2010/main" val="3010264346"/>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1C75F0AC-ED14-F43B-FEDB-D40371225B4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594A5221-9824-BAA0-9815-4484B6FE7409}"/>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F1039184-47E3-FA3C-DC62-77911A62528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2" name="Espaço Reservado para Texto 11">
            <a:extLst>
              <a:ext uri="{FF2B5EF4-FFF2-40B4-BE49-F238E27FC236}">
                <a16:creationId xmlns:a16="http://schemas.microsoft.com/office/drawing/2014/main" id="{E8F0484C-01B8-1892-690C-5B5AC00E36D4}"/>
              </a:ext>
            </a:extLst>
          </p:cNvPr>
          <p:cNvSpPr>
            <a:spLocks noGrp="1"/>
          </p:cNvSpPr>
          <p:nvPr>
            <p:ph type="body" sz="quarter" idx="10"/>
          </p:nvPr>
        </p:nvSpPr>
        <p:spPr>
          <a:xfrm>
            <a:off x="5397614" y="928688"/>
            <a:ext cx="12079174" cy="1784350"/>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3" name="Espaço Reservado para Texto 11">
            <a:extLst>
              <a:ext uri="{FF2B5EF4-FFF2-40B4-BE49-F238E27FC236}">
                <a16:creationId xmlns:a16="http://schemas.microsoft.com/office/drawing/2014/main" id="{0340D95F-EA14-0DD7-406F-7EB73CFBF52D}"/>
              </a:ext>
            </a:extLst>
          </p:cNvPr>
          <p:cNvSpPr>
            <a:spLocks noGrp="1"/>
          </p:cNvSpPr>
          <p:nvPr>
            <p:ph type="body" sz="quarter" idx="11"/>
          </p:nvPr>
        </p:nvSpPr>
        <p:spPr>
          <a:xfrm>
            <a:off x="5397614" y="8790287"/>
            <a:ext cx="12079074" cy="443472"/>
          </a:xfrm>
          <a:prstGeom prst="rect">
            <a:avLst/>
          </a:prstGeom>
        </p:spPr>
        <p:txBody>
          <a:bodyPr/>
          <a:lstStyle>
            <a:lvl1pPr>
              <a:defRPr sz="1800" b="0" i="0">
                <a:latin typeface="Poppins" pitchFamily="2" charset="77"/>
                <a:cs typeface="Poppins" pitchFamily="2" charset="77"/>
              </a:defRPr>
            </a:lvl1pPr>
          </a:lstStyle>
          <a:p>
            <a:pPr lvl="0"/>
            <a:endParaRPr lang="pt-BR"/>
          </a:p>
        </p:txBody>
      </p:sp>
      <p:sp>
        <p:nvSpPr>
          <p:cNvPr id="14" name="CaixaDeTexto 13">
            <a:extLst>
              <a:ext uri="{FF2B5EF4-FFF2-40B4-BE49-F238E27FC236}">
                <a16:creationId xmlns:a16="http://schemas.microsoft.com/office/drawing/2014/main" id="{F0401573-FB28-43CB-7EDE-CAF562F5894E}"/>
              </a:ext>
            </a:extLst>
          </p:cNvPr>
          <p:cNvSpPr txBox="1"/>
          <p:nvPr userDrawn="1"/>
        </p:nvSpPr>
        <p:spPr>
          <a:xfrm>
            <a:off x="18048157" y="867930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16" name="Espaço Reservado para Texto 11">
            <a:extLst>
              <a:ext uri="{FF2B5EF4-FFF2-40B4-BE49-F238E27FC236}">
                <a16:creationId xmlns:a16="http://schemas.microsoft.com/office/drawing/2014/main" id="{3641E8C7-8963-3BA2-52E9-AD936766A664}"/>
              </a:ext>
            </a:extLst>
          </p:cNvPr>
          <p:cNvSpPr>
            <a:spLocks noGrp="1"/>
          </p:cNvSpPr>
          <p:nvPr>
            <p:ph type="body" sz="quarter" idx="12"/>
          </p:nvPr>
        </p:nvSpPr>
        <p:spPr>
          <a:xfrm>
            <a:off x="5397614" y="3019074"/>
            <a:ext cx="12079074" cy="5604226"/>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46968342"/>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319116EA-081B-D3E0-ABB2-5593DC7A2024}"/>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547D44C4-E1AE-6C9A-3177-9B8BC4C4B89E}"/>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Imagem 4">
            <a:extLst>
              <a:ext uri="{FF2B5EF4-FFF2-40B4-BE49-F238E27FC236}">
                <a16:creationId xmlns:a16="http://schemas.microsoft.com/office/drawing/2014/main" id="{3CA1D1C2-A504-78F2-B5D1-B96B35BDDB02}"/>
              </a:ext>
            </a:extLst>
          </p:cNvPr>
          <p:cNvSpPr>
            <a:spLocks noGrp="1"/>
          </p:cNvSpPr>
          <p:nvPr>
            <p:ph type="pic" sz="quarter" idx="4294967295"/>
          </p:nvPr>
        </p:nvSpPr>
        <p:spPr>
          <a:xfrm>
            <a:off x="5397611" y="3041018"/>
            <a:ext cx="12079075" cy="5549698"/>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9" name="Google Shape;69;p32">
            <a:extLst>
              <a:ext uri="{FF2B5EF4-FFF2-40B4-BE49-F238E27FC236}">
                <a16:creationId xmlns:a16="http://schemas.microsoft.com/office/drawing/2014/main" id="{DE14EB72-1A65-A5DB-A2E7-252C0E2F6F47}"/>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69EF6828-47A5-8129-5988-5EC45D078756}"/>
              </a:ext>
            </a:extLst>
          </p:cNvPr>
          <p:cNvSpPr>
            <a:spLocks noGrp="1"/>
          </p:cNvSpPr>
          <p:nvPr>
            <p:ph type="body" sz="quarter" idx="10"/>
          </p:nvPr>
        </p:nvSpPr>
        <p:spPr>
          <a:xfrm>
            <a:off x="5397611" y="950913"/>
            <a:ext cx="12079177" cy="1743075"/>
          </a:xfrm>
          <a:prstGeom prst="rect">
            <a:avLst/>
          </a:prstGeom>
        </p:spPr>
        <p:txBody>
          <a:bodyPr/>
          <a:lstStyle>
            <a:lvl1pPr>
              <a:defRPr sz="2400" b="0" i="0">
                <a:latin typeface="Poppins" pitchFamily="2" charset="77"/>
                <a:cs typeface="Poppins" pitchFamily="2" charset="77"/>
              </a:defRPr>
            </a:lvl1pPr>
          </a:lstStyle>
          <a:p>
            <a:pPr lvl="0"/>
            <a:endParaRPr lang="pt-BR"/>
          </a:p>
        </p:txBody>
      </p:sp>
      <p:sp>
        <p:nvSpPr>
          <p:cNvPr id="12" name="Espaço Reservado para Texto 10">
            <a:extLst>
              <a:ext uri="{FF2B5EF4-FFF2-40B4-BE49-F238E27FC236}">
                <a16:creationId xmlns:a16="http://schemas.microsoft.com/office/drawing/2014/main" id="{388D1399-8328-B730-C092-B8697982ADB5}"/>
              </a:ext>
            </a:extLst>
          </p:cNvPr>
          <p:cNvSpPr>
            <a:spLocks noGrp="1"/>
          </p:cNvSpPr>
          <p:nvPr>
            <p:ph type="body" sz="quarter" idx="11"/>
          </p:nvPr>
        </p:nvSpPr>
        <p:spPr>
          <a:xfrm>
            <a:off x="5397611" y="8764236"/>
            <a:ext cx="12079177" cy="465463"/>
          </a:xfrm>
          <a:prstGeom prst="rect">
            <a:avLst/>
          </a:prstGeom>
        </p:spPr>
        <p:txBody>
          <a:bodyPr/>
          <a:lstStyle>
            <a:lvl1pPr>
              <a:defRPr sz="1800" b="0" i="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82735217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87FCC07C-4BE2-37BE-B92C-3F0C1F9F9F0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8" name="Imagem 7">
            <a:extLst>
              <a:ext uri="{FF2B5EF4-FFF2-40B4-BE49-F238E27FC236}">
                <a16:creationId xmlns:a16="http://schemas.microsoft.com/office/drawing/2014/main" id="{0DD0AD28-ECDD-98AC-CC35-957EC117CC37}"/>
              </a:ext>
            </a:extLst>
          </p:cNvPr>
          <p:cNvPicPr>
            <a:picLocks/>
          </p:cNvPicPr>
          <p:nvPr userDrawn="1"/>
        </p:nvPicPr>
        <p:blipFill>
          <a:blip r:embed="rId3"/>
          <a:stretch>
            <a:fillRect/>
          </a:stretch>
        </p:blipFill>
        <p:spPr>
          <a:xfrm>
            <a:off x="298800" y="439201"/>
            <a:ext cx="3434405" cy="2390404"/>
          </a:xfrm>
          <a:prstGeom prst="rect">
            <a:avLst/>
          </a:prstGeom>
        </p:spPr>
      </p:pic>
      <p:sp>
        <p:nvSpPr>
          <p:cNvPr id="18" name="Google Shape;82;p33">
            <a:extLst>
              <a:ext uri="{FF2B5EF4-FFF2-40B4-BE49-F238E27FC236}">
                <a16:creationId xmlns:a16="http://schemas.microsoft.com/office/drawing/2014/main" id="{BA9FF48C-E6ED-8BE9-735C-1F6F208016AF}"/>
              </a:ext>
            </a:extLst>
          </p:cNvPr>
          <p:cNvSpPr txBox="1"/>
          <p:nvPr userDrawn="1"/>
        </p:nvSpPr>
        <p:spPr>
          <a:xfrm>
            <a:off x="1090502" y="1123988"/>
            <a:ext cx="1970750"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Ponto</a:t>
            </a:r>
            <a:r>
              <a:rPr lang="pt-BR" sz="3500" b="0" i="0" u="none" strike="noStrike" cap="none">
                <a:solidFill>
                  <a:schemeClr val="lt1"/>
                </a:solidFill>
                <a:latin typeface="Poppins Medium"/>
                <a:ea typeface="Poppins Medium"/>
                <a:cs typeface="Poppins Medium"/>
                <a:sym typeface="Poppins Medium"/>
              </a:rPr>
              <a:t> </a:t>
            </a:r>
            <a:r>
              <a:rPr lang="pt-BR" sz="3500" b="0" i="0" u="none" strike="noStrike" cap="none">
                <a:solidFill>
                  <a:schemeClr val="lt1"/>
                </a:solidFill>
                <a:latin typeface="Poppins Light" pitchFamily="2" charset="77"/>
                <a:ea typeface="Poppins Medium"/>
                <a:cs typeface="Poppins Light" pitchFamily="2" charset="77"/>
                <a:sym typeface="Poppins Medium"/>
              </a:rPr>
              <a:t>de</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a:ea typeface="Poppins"/>
                <a:cs typeface="Poppins"/>
                <a:sym typeface="Poppins"/>
              </a:rPr>
              <a:t>partida</a:t>
            </a:r>
            <a:endParaRPr sz="3500" b="0" i="0" u="none" strike="noStrike" cap="none">
              <a:solidFill>
                <a:schemeClr val="lt1"/>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Espaço Reservado para Texto 3">
            <a:extLst>
              <a:ext uri="{FF2B5EF4-FFF2-40B4-BE49-F238E27FC236}">
                <a16:creationId xmlns:a16="http://schemas.microsoft.com/office/drawing/2014/main" id="{4065A3E7-CBB3-DD59-24FC-B5AAEBB7F498}"/>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7" name="Espaço Reservado para Texto 9">
            <a:extLst>
              <a:ext uri="{FF2B5EF4-FFF2-40B4-BE49-F238E27FC236}">
                <a16:creationId xmlns:a16="http://schemas.microsoft.com/office/drawing/2014/main" id="{F4FE14C4-C438-D68E-A10E-2CC8A26ACD09}"/>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4196146794"/>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3. Conteudo" preserve="1" userDrawn="1">
  <p:cSld name="2_3. Conteudo">
    <p:spTree>
      <p:nvGrpSpPr>
        <p:cNvPr id="1" name="Shape 104"/>
        <p:cNvGrpSpPr/>
        <p:nvPr/>
      </p:nvGrpSpPr>
      <p:grpSpPr>
        <a:xfrm>
          <a:off x="0" y="0"/>
          <a:ext cx="0" cy="0"/>
          <a:chOff x="0" y="0"/>
          <a:chExt cx="0" cy="0"/>
        </a:xfrm>
      </p:grpSpPr>
      <p:pic>
        <p:nvPicPr>
          <p:cNvPr id="3" name="Google Shape;118;p10">
            <a:extLst>
              <a:ext uri="{FF2B5EF4-FFF2-40B4-BE49-F238E27FC236}">
                <a16:creationId xmlns:a16="http://schemas.microsoft.com/office/drawing/2014/main" id="{AE0DC479-3E72-CDCB-DBFF-155CA6D6AB6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5" y="0"/>
            <a:ext cx="4643441" cy="10286974"/>
          </a:xfrm>
          <a:prstGeom prst="rect">
            <a:avLst/>
          </a:prstGeom>
          <a:noFill/>
          <a:ln>
            <a:noFill/>
          </a:ln>
        </p:spPr>
      </p:pic>
      <p:sp>
        <p:nvSpPr>
          <p:cNvPr id="23" name="CaixaDeTexto 22">
            <a:extLst>
              <a:ext uri="{FF2B5EF4-FFF2-40B4-BE49-F238E27FC236}">
                <a16:creationId xmlns:a16="http://schemas.microsoft.com/office/drawing/2014/main" id="{B629DCF7-1539-BE5D-0ABA-0CD8677BB09A}"/>
              </a:ext>
            </a:extLst>
          </p:cNvPr>
          <p:cNvSpPr txBox="1"/>
          <p:nvPr userDrawn="1"/>
        </p:nvSpPr>
        <p:spPr>
          <a:xfrm>
            <a:off x="13101403" y="-2848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7" name="Imagem 6">
            <a:extLst>
              <a:ext uri="{FF2B5EF4-FFF2-40B4-BE49-F238E27FC236}">
                <a16:creationId xmlns:a16="http://schemas.microsoft.com/office/drawing/2014/main" id="{D19B643D-1C67-724F-7938-0EB858B7CDD4}"/>
              </a:ext>
            </a:extLst>
          </p:cNvPr>
          <p:cNvPicPr>
            <a:picLocks/>
          </p:cNvPicPr>
          <p:nvPr userDrawn="1"/>
        </p:nvPicPr>
        <p:blipFill>
          <a:blip r:embed="rId3"/>
          <a:stretch>
            <a:fillRect/>
          </a:stretch>
        </p:blipFill>
        <p:spPr>
          <a:xfrm>
            <a:off x="298800" y="439201"/>
            <a:ext cx="3434405" cy="2390404"/>
          </a:xfrm>
          <a:prstGeom prst="rect">
            <a:avLst/>
          </a:prstGeom>
        </p:spPr>
      </p:pic>
      <p:sp>
        <p:nvSpPr>
          <p:cNvPr id="2" name="CaixaDeTexto 1">
            <a:extLst>
              <a:ext uri="{FF2B5EF4-FFF2-40B4-BE49-F238E27FC236}">
                <a16:creationId xmlns:a16="http://schemas.microsoft.com/office/drawing/2014/main" id="{44314794-8596-FE32-82EB-2F568421EAEA}"/>
              </a:ext>
            </a:extLst>
          </p:cNvPr>
          <p:cNvSpPr txBox="1"/>
          <p:nvPr userDrawn="1"/>
        </p:nvSpPr>
        <p:spPr>
          <a:xfrm>
            <a:off x="4697506" y="-717176"/>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CaixaDeTexto 3">
            <a:extLst>
              <a:ext uri="{FF2B5EF4-FFF2-40B4-BE49-F238E27FC236}">
                <a16:creationId xmlns:a16="http://schemas.microsoft.com/office/drawing/2014/main" id="{0D4A6E52-4093-C5F1-BF0B-4A76F9BCA87A}"/>
              </a:ext>
            </a:extLst>
          </p:cNvPr>
          <p:cNvSpPr txBox="1"/>
          <p:nvPr userDrawn="1"/>
        </p:nvSpPr>
        <p:spPr>
          <a:xfrm>
            <a:off x="3514165" y="-80682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 name="Google Shape;69;p32">
            <a:extLst>
              <a:ext uri="{FF2B5EF4-FFF2-40B4-BE49-F238E27FC236}">
                <a16:creationId xmlns:a16="http://schemas.microsoft.com/office/drawing/2014/main" id="{1A04F5B2-68B0-2193-1467-BC61C52DF55C}"/>
              </a:ext>
            </a:extLst>
          </p:cNvPr>
          <p:cNvSpPr txBox="1"/>
          <p:nvPr userDrawn="1"/>
        </p:nvSpPr>
        <p:spPr>
          <a:xfrm>
            <a:off x="903086" y="1318530"/>
            <a:ext cx="2229491" cy="538609"/>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1" i="0" u="none" strike="noStrike" cap="none">
                <a:solidFill>
                  <a:srgbClr val="FFFFFF"/>
                </a:solidFill>
                <a:latin typeface="Poppins"/>
                <a:ea typeface="Poppins"/>
                <a:cs typeface="Poppins"/>
                <a:sym typeface="Poppins"/>
              </a:rPr>
              <a:t>Relembre</a:t>
            </a:r>
            <a:endParaRPr lang="pt-BR" sz="3500" b="0" i="0" u="none" strike="noStrike" cap="none">
              <a:solidFill>
                <a:srgbClr val="FFFFFF"/>
              </a:solidFill>
              <a:latin typeface="Poppins Light"/>
              <a:ea typeface="Poppins Light"/>
              <a:cs typeface="Poppins Light"/>
              <a:sym typeface="Poppins Light"/>
            </a:endParaRPr>
          </a:p>
        </p:txBody>
      </p:sp>
      <p:sp>
        <p:nvSpPr>
          <p:cNvPr id="9" name="Espaço Reservado para Texto 3">
            <a:extLst>
              <a:ext uri="{FF2B5EF4-FFF2-40B4-BE49-F238E27FC236}">
                <a16:creationId xmlns:a16="http://schemas.microsoft.com/office/drawing/2014/main" id="{73C6FE8A-0E62-070F-4EFF-7956D56EAEB7}"/>
              </a:ext>
            </a:extLst>
          </p:cNvPr>
          <p:cNvSpPr>
            <a:spLocks noGrp="1"/>
          </p:cNvSpPr>
          <p:nvPr>
            <p:ph type="body" idx="4294967295"/>
          </p:nvPr>
        </p:nvSpPr>
        <p:spPr>
          <a:xfrm>
            <a:off x="5397614" y="950279"/>
            <a:ext cx="5705815" cy="8197519"/>
          </a:xfrm>
          <a:prstGeom prst="rect">
            <a:avLst/>
          </a:prstGeom>
        </p:spPr>
        <p:txBody>
          <a:bodyPr>
            <a:normAutofit/>
          </a:bodyPr>
          <a:lstStyle/>
          <a:p>
            <a:endParaRPr lang="pt-BR" sz="2400">
              <a:latin typeface="Poppins" pitchFamily="2" charset="77"/>
              <a:cs typeface="Poppins" pitchFamily="2" charset="77"/>
            </a:endParaRPr>
          </a:p>
        </p:txBody>
      </p:sp>
      <p:sp>
        <p:nvSpPr>
          <p:cNvPr id="10" name="Espaço Reservado para Texto 9">
            <a:extLst>
              <a:ext uri="{FF2B5EF4-FFF2-40B4-BE49-F238E27FC236}">
                <a16:creationId xmlns:a16="http://schemas.microsoft.com/office/drawing/2014/main" id="{D9108072-6283-1E2A-3D04-EE1896CEE3F4}"/>
              </a:ext>
            </a:extLst>
          </p:cNvPr>
          <p:cNvSpPr>
            <a:spLocks noGrp="1"/>
          </p:cNvSpPr>
          <p:nvPr>
            <p:ph type="body" idx="4294967295"/>
          </p:nvPr>
        </p:nvSpPr>
        <p:spPr>
          <a:xfrm>
            <a:off x="11651455" y="946480"/>
            <a:ext cx="5705815" cy="8197519"/>
          </a:xfrm>
          <a:prstGeom prst="rect">
            <a:avLst/>
          </a:prstGeom>
        </p:spPr>
        <p:txBody>
          <a:bodyPr>
            <a:normAutofit/>
          </a:bodyPr>
          <a:lstStyle/>
          <a:p>
            <a:endParaRPr lang="pt-BR" sz="2400">
              <a:latin typeface="Poppins" pitchFamily="2" charset="77"/>
              <a:cs typeface="Poppins" pitchFamily="2" charset="77"/>
            </a:endParaRPr>
          </a:p>
        </p:txBody>
      </p:sp>
    </p:spTree>
    <p:extLst>
      <p:ext uri="{BB962C8B-B14F-4D97-AF65-F5344CB8AC3E}">
        <p14:creationId xmlns:p14="http://schemas.microsoft.com/office/powerpoint/2010/main" val="1188993371"/>
      </p:ext>
    </p:extLst>
  </p:cSld>
  <p:clrMapOvr>
    <a:masterClrMapping/>
  </p:clrMapOvr>
  <p:extLst>
    <p:ext uri="{DCECCB84-F9BA-43D5-87BE-67443E8EF086}">
      <p15:sldGuideLst xmlns:p15="http://schemas.microsoft.com/office/powerpoint/2012/main">
        <p15:guide id="1" orient="horz" pos="3240" userDrawn="1">
          <p15:clr>
            <a:srgbClr val="FBAE40"/>
          </p15:clr>
        </p15:guide>
        <p15:guide id="2" pos="2925"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cxnSp>
        <p:nvCxnSpPr>
          <p:cNvPr id="181" name="Google Shape;181;p15"/>
          <p:cNvCxnSpPr>
            <a:cxnSpLocks/>
          </p:cNvCxnSpPr>
          <p:nvPr/>
        </p:nvCxnSpPr>
        <p:spPr>
          <a:xfrm flipH="1">
            <a:off x="7496197" y="3927724"/>
            <a:ext cx="9026798" cy="0"/>
          </a:xfrm>
          <a:prstGeom prst="straightConnector1">
            <a:avLst/>
          </a:prstGeom>
          <a:noFill/>
          <a:ln w="19050" cap="flat" cmpd="sng">
            <a:solidFill>
              <a:srgbClr val="F4F4F4"/>
            </a:solidFill>
            <a:prstDash val="solid"/>
            <a:round/>
            <a:headEnd type="diamond" w="med" len="med"/>
            <a:tailEnd type="none" w="sm" len="sm"/>
          </a:ln>
        </p:spPr>
      </p:cxnSp>
      <p:sp>
        <p:nvSpPr>
          <p:cNvPr id="182" name="Google Shape;182;p15"/>
          <p:cNvSpPr>
            <a:spLocks noGrp="1"/>
          </p:cNvSpPr>
          <p:nvPr>
            <p:ph type="pic" idx="2"/>
          </p:nvPr>
        </p:nvSpPr>
        <p:spPr>
          <a:xfrm>
            <a:off x="3306485" y="3414557"/>
            <a:ext cx="4189710" cy="2516188"/>
          </a:xfrm>
          <a:prstGeom prst="rect">
            <a:avLst/>
          </a:prstGeom>
          <a:solidFill>
            <a:srgbClr val="D8D8D8"/>
          </a:solidFill>
          <a:ln>
            <a:noFill/>
          </a:ln>
        </p:spPr>
      </p:sp>
      <p:sp>
        <p:nvSpPr>
          <p:cNvPr id="183" name="Google Shape;183;p15"/>
          <p:cNvSpPr txBox="1">
            <a:spLocks noGrp="1"/>
          </p:cNvSpPr>
          <p:nvPr>
            <p:ph type="body" idx="1"/>
          </p:nvPr>
        </p:nvSpPr>
        <p:spPr>
          <a:xfrm>
            <a:off x="8358411" y="4229807"/>
            <a:ext cx="8164583" cy="169611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cxnSp>
        <p:nvCxnSpPr>
          <p:cNvPr id="184" name="Google Shape;184;p15"/>
          <p:cNvCxnSpPr>
            <a:cxnSpLocks/>
          </p:cNvCxnSpPr>
          <p:nvPr/>
        </p:nvCxnSpPr>
        <p:spPr>
          <a:xfrm flipH="1">
            <a:off x="7496197" y="7004653"/>
            <a:ext cx="8941738" cy="0"/>
          </a:xfrm>
          <a:prstGeom prst="straightConnector1">
            <a:avLst/>
          </a:prstGeom>
          <a:noFill/>
          <a:ln w="19050" cap="flat" cmpd="sng">
            <a:solidFill>
              <a:srgbClr val="F4F4F4"/>
            </a:solidFill>
            <a:prstDash val="solid"/>
            <a:round/>
            <a:headEnd type="diamond" w="med" len="med"/>
            <a:tailEnd type="none" w="sm" len="sm"/>
          </a:ln>
        </p:spPr>
      </p:cxnSp>
      <p:sp>
        <p:nvSpPr>
          <p:cNvPr id="185" name="Google Shape;185;p15"/>
          <p:cNvSpPr>
            <a:spLocks noGrp="1"/>
          </p:cNvSpPr>
          <p:nvPr>
            <p:ph type="pic" idx="3"/>
          </p:nvPr>
        </p:nvSpPr>
        <p:spPr>
          <a:xfrm>
            <a:off x="3306485" y="6491486"/>
            <a:ext cx="4189710" cy="2516188"/>
          </a:xfrm>
          <a:prstGeom prst="rect">
            <a:avLst/>
          </a:prstGeom>
          <a:solidFill>
            <a:srgbClr val="D8D8D8"/>
          </a:solidFill>
          <a:ln>
            <a:noFill/>
          </a:ln>
        </p:spPr>
      </p:sp>
      <p:sp>
        <p:nvSpPr>
          <p:cNvPr id="186" name="Google Shape;186;p15"/>
          <p:cNvSpPr txBox="1">
            <a:spLocks noGrp="1"/>
          </p:cNvSpPr>
          <p:nvPr>
            <p:ph type="body" idx="4"/>
          </p:nvPr>
        </p:nvSpPr>
        <p:spPr>
          <a:xfrm>
            <a:off x="8358411" y="7306737"/>
            <a:ext cx="8164579" cy="169611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rgbClr val="000000"/>
              </a:buClr>
              <a:buSzPts val="2100"/>
              <a:buFont typeface="Poppins"/>
              <a:buNone/>
              <a:defRPr sz="21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0" name="Google Shape;190;p15"/>
          <p:cNvSpPr txBox="1">
            <a:spLocks noGrp="1"/>
          </p:cNvSpPr>
          <p:nvPr>
            <p:ph type="body" idx="7"/>
          </p:nvPr>
        </p:nvSpPr>
        <p:spPr>
          <a:xfrm>
            <a:off x="3306485" y="2226787"/>
            <a:ext cx="13216509" cy="924288"/>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2200"/>
              <a:buFont typeface="Poppins"/>
              <a:buNone/>
              <a:defRPr sz="2200" i="0" u="none" strike="noStrike" cap="none">
                <a:solidFill>
                  <a:schemeClr val="lt1"/>
                </a:solidFill>
                <a:latin typeface="Poppins Light"/>
                <a:ea typeface="Poppins Light"/>
                <a:cs typeface="Poppins Light"/>
                <a:sym typeface="Poppins Light"/>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
        <p:nvSpPr>
          <p:cNvPr id="191" name="Google Shape;191;p15"/>
          <p:cNvSpPr txBox="1">
            <a:spLocks noGrp="1"/>
          </p:cNvSpPr>
          <p:nvPr>
            <p:ph type="body" idx="8"/>
          </p:nvPr>
        </p:nvSpPr>
        <p:spPr>
          <a:xfrm>
            <a:off x="3306484" y="681247"/>
            <a:ext cx="13216507" cy="1243457"/>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rgbClr val="000000"/>
              </a:buClr>
              <a:buSzPts val="3500"/>
              <a:buFont typeface="Poppins"/>
              <a:buNone/>
              <a:defRPr sz="3500" b="1" i="0" u="none" strike="noStrike" cap="none">
                <a:solidFill>
                  <a:schemeClr val="lt1"/>
                </a:solidFill>
                <a:latin typeface="Poppins"/>
                <a:ea typeface="Poppins"/>
                <a:cs typeface="Poppins"/>
                <a:sym typeface="Poppins"/>
              </a:defRPr>
            </a:lvl1pPr>
            <a:lvl2pPr marL="914400" marR="0" lvl="1"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2pPr>
            <a:lvl3pPr marL="1371600" marR="0" lvl="2"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3pPr>
            <a:lvl4pPr marL="1828800" marR="0" lvl="3"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4pPr>
            <a:lvl5pPr marL="2286000" marR="0" lvl="4"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5pPr>
            <a:lvl6pPr marL="2743200" marR="0" lvl="5"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6pPr>
            <a:lvl7pPr marL="3200400" marR="0" lvl="6"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7pPr>
            <a:lvl8pPr marL="3657600" marR="0" lvl="7"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8pPr>
            <a:lvl9pPr marL="4114800" marR="0" lvl="8" indent="-228600" algn="l" rtl="0">
              <a:lnSpc>
                <a:spcPct val="100000"/>
              </a:lnSpc>
              <a:spcBef>
                <a:spcPts val="0"/>
              </a:spcBef>
              <a:spcAft>
                <a:spcPts val="0"/>
              </a:spcAft>
              <a:buSzPts val="1400"/>
              <a:buFont typeface="Poppins"/>
              <a:buNone/>
              <a:defRPr sz="1400" i="0" u="none" strike="noStrike" cap="none">
                <a:solidFill>
                  <a:srgbClr val="000000"/>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196734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2_Linha do Tempo1" preserve="1" userDrawn="1">
  <p:cSld name="3_Linha do Tempo1">
    <p:spTree>
      <p:nvGrpSpPr>
        <p:cNvPr id="1" name="Shape 178"/>
        <p:cNvGrpSpPr/>
        <p:nvPr/>
      </p:nvGrpSpPr>
      <p:grpSpPr>
        <a:xfrm>
          <a:off x="0" y="0"/>
          <a:ext cx="0" cy="0"/>
          <a:chOff x="0" y="0"/>
          <a:chExt cx="0" cy="0"/>
        </a:xfrm>
      </p:grpSpPr>
      <p:pic>
        <p:nvPicPr>
          <p:cNvPr id="8" name="Google Shape;142;p13">
            <a:extLst>
              <a:ext uri="{FF2B5EF4-FFF2-40B4-BE49-F238E27FC236}">
                <a16:creationId xmlns:a16="http://schemas.microsoft.com/office/drawing/2014/main" id="{C1899201-5DAF-E974-F58A-A1AEAB93C16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7" name="Google Shape;143;p13">
            <a:extLst>
              <a:ext uri="{FF2B5EF4-FFF2-40B4-BE49-F238E27FC236}">
                <a16:creationId xmlns:a16="http://schemas.microsoft.com/office/drawing/2014/main" id="{33DC5791-7C7E-1A35-F1B9-7D904EC4D10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2" name="CaixaDeTexto 1">
            <a:extLst>
              <a:ext uri="{FF2B5EF4-FFF2-40B4-BE49-F238E27FC236}">
                <a16:creationId xmlns:a16="http://schemas.microsoft.com/office/drawing/2014/main" id="{A002D0E8-22C3-90CC-B114-9B35A1342FE0}"/>
              </a:ext>
            </a:extLst>
          </p:cNvPr>
          <p:cNvSpPr txBox="1"/>
          <p:nvPr userDrawn="1"/>
        </p:nvSpPr>
        <p:spPr>
          <a:xfrm>
            <a:off x="4359965" y="28227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Espaço Reservado para Texto 3">
            <a:extLst>
              <a:ext uri="{FF2B5EF4-FFF2-40B4-BE49-F238E27FC236}">
                <a16:creationId xmlns:a16="http://schemas.microsoft.com/office/drawing/2014/main" id="{7BC2819B-91AA-1651-F5F9-7B0D1509AE13}"/>
              </a:ext>
            </a:extLst>
          </p:cNvPr>
          <p:cNvSpPr>
            <a:spLocks noGrp="1"/>
          </p:cNvSpPr>
          <p:nvPr>
            <p:ph type="body" sz="quarter" idx="10"/>
          </p:nvPr>
        </p:nvSpPr>
        <p:spPr>
          <a:xfrm>
            <a:off x="4914900" y="178226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5" name="Espaço Reservado para Texto 3">
            <a:extLst>
              <a:ext uri="{FF2B5EF4-FFF2-40B4-BE49-F238E27FC236}">
                <a16:creationId xmlns:a16="http://schemas.microsoft.com/office/drawing/2014/main" id="{481EC73E-B5CF-9DF6-2B18-5F201BFD1BC9}"/>
              </a:ext>
            </a:extLst>
          </p:cNvPr>
          <p:cNvSpPr>
            <a:spLocks noGrp="1"/>
          </p:cNvSpPr>
          <p:nvPr>
            <p:ph type="body" sz="quarter" idx="11"/>
          </p:nvPr>
        </p:nvSpPr>
        <p:spPr>
          <a:xfrm>
            <a:off x="4914900" y="271207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6" name="Espaço Reservado para Texto 3">
            <a:extLst>
              <a:ext uri="{FF2B5EF4-FFF2-40B4-BE49-F238E27FC236}">
                <a16:creationId xmlns:a16="http://schemas.microsoft.com/office/drawing/2014/main" id="{E22F0728-FF89-57C8-564C-0F3FB75D68BE}"/>
              </a:ext>
            </a:extLst>
          </p:cNvPr>
          <p:cNvSpPr>
            <a:spLocks noGrp="1"/>
          </p:cNvSpPr>
          <p:nvPr>
            <p:ph type="body" sz="quarter" idx="12"/>
          </p:nvPr>
        </p:nvSpPr>
        <p:spPr>
          <a:xfrm>
            <a:off x="4914900" y="3663317"/>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7" name="Espaço Reservado para Texto 3">
            <a:extLst>
              <a:ext uri="{FF2B5EF4-FFF2-40B4-BE49-F238E27FC236}">
                <a16:creationId xmlns:a16="http://schemas.microsoft.com/office/drawing/2014/main" id="{08173B0E-FC6F-4B79-645E-F7C05C5165D3}"/>
              </a:ext>
            </a:extLst>
          </p:cNvPr>
          <p:cNvSpPr>
            <a:spLocks noGrp="1"/>
          </p:cNvSpPr>
          <p:nvPr>
            <p:ph type="body" sz="quarter" idx="13"/>
          </p:nvPr>
        </p:nvSpPr>
        <p:spPr>
          <a:xfrm>
            <a:off x="4914900" y="4663285"/>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9" name="Espaço Reservado para Texto 3">
            <a:extLst>
              <a:ext uri="{FF2B5EF4-FFF2-40B4-BE49-F238E27FC236}">
                <a16:creationId xmlns:a16="http://schemas.microsoft.com/office/drawing/2014/main" id="{777D4752-A3A8-E6ED-FF9C-9D9D8F16B077}"/>
              </a:ext>
            </a:extLst>
          </p:cNvPr>
          <p:cNvSpPr>
            <a:spLocks noGrp="1"/>
          </p:cNvSpPr>
          <p:nvPr>
            <p:ph type="body" sz="quarter" idx="14"/>
          </p:nvPr>
        </p:nvSpPr>
        <p:spPr>
          <a:xfrm>
            <a:off x="4914900" y="5708314"/>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sp>
        <p:nvSpPr>
          <p:cNvPr id="10" name="Espaço Reservado para Texto 3">
            <a:extLst>
              <a:ext uri="{FF2B5EF4-FFF2-40B4-BE49-F238E27FC236}">
                <a16:creationId xmlns:a16="http://schemas.microsoft.com/office/drawing/2014/main" id="{CD27E91A-725C-6108-065B-301FEE078C62}"/>
              </a:ext>
            </a:extLst>
          </p:cNvPr>
          <p:cNvSpPr>
            <a:spLocks noGrp="1"/>
          </p:cNvSpPr>
          <p:nvPr>
            <p:ph type="body" sz="quarter" idx="15"/>
          </p:nvPr>
        </p:nvSpPr>
        <p:spPr>
          <a:xfrm>
            <a:off x="4914900" y="6769671"/>
            <a:ext cx="5470525" cy="669471"/>
          </a:xfrm>
          <a:prstGeom prst="rect">
            <a:avLst/>
          </a:prstGeom>
        </p:spPr>
        <p:txBody>
          <a:bodyPr/>
          <a:lstStyle>
            <a:lvl1pPr>
              <a:defRPr sz="1800">
                <a:latin typeface="Poppins" pitchFamily="2" charset="77"/>
                <a:cs typeface="Poppins" pitchFamily="2" charset="77"/>
              </a:defRPr>
            </a:lvl1pPr>
          </a:lstStyle>
          <a:p>
            <a:pPr lvl="0"/>
            <a:endParaRPr lang="pt-BR"/>
          </a:p>
        </p:txBody>
      </p:sp>
      <p:pic>
        <p:nvPicPr>
          <p:cNvPr id="16" name="Imagem 15">
            <a:extLst>
              <a:ext uri="{FF2B5EF4-FFF2-40B4-BE49-F238E27FC236}">
                <a16:creationId xmlns:a16="http://schemas.microsoft.com/office/drawing/2014/main" id="{F6218BFC-1ED4-4F2E-95BF-28D48016DA16}"/>
              </a:ext>
            </a:extLst>
          </p:cNvPr>
          <p:cNvPicPr>
            <a:picLocks/>
          </p:cNvPicPr>
          <p:nvPr userDrawn="1"/>
        </p:nvPicPr>
        <p:blipFill>
          <a:blip r:embed="rId4"/>
          <a:stretch>
            <a:fillRect/>
          </a:stretch>
        </p:blipFill>
        <p:spPr>
          <a:xfrm>
            <a:off x="381601" y="327600"/>
            <a:ext cx="3434405" cy="2390404"/>
          </a:xfrm>
          <a:prstGeom prst="rect">
            <a:avLst/>
          </a:prstGeom>
        </p:spPr>
      </p:pic>
      <p:sp>
        <p:nvSpPr>
          <p:cNvPr id="12" name="Google Shape;101;p34">
            <a:extLst>
              <a:ext uri="{FF2B5EF4-FFF2-40B4-BE49-F238E27FC236}">
                <a16:creationId xmlns:a16="http://schemas.microsoft.com/office/drawing/2014/main" id="{B642C3FE-A5A7-DE40-B0EC-693188905B79}"/>
              </a:ext>
            </a:extLst>
          </p:cNvPr>
          <p:cNvSpPr txBox="1"/>
          <p:nvPr userDrawn="1"/>
        </p:nvSpPr>
        <p:spPr>
          <a:xfrm>
            <a:off x="710238" y="1045716"/>
            <a:ext cx="2744693"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chemeClr val="lt1"/>
                </a:solidFill>
                <a:latin typeface="Poppins Light" pitchFamily="2" charset="77"/>
                <a:ea typeface="Poppins Medium"/>
                <a:cs typeface="Poppins Light" pitchFamily="2" charset="77"/>
                <a:sym typeface="Poppins Medium"/>
              </a:rPr>
              <a:t>Construindo o</a:t>
            </a:r>
            <a:r>
              <a:rPr lang="pt-BR" sz="3500" b="0" i="0" u="none" strike="noStrike" cap="none">
                <a:solidFill>
                  <a:schemeClr val="lt1"/>
                </a:solidFill>
                <a:latin typeface="Poppins Medium"/>
                <a:ea typeface="Poppins Medium"/>
                <a:cs typeface="Poppins Medium"/>
                <a:sym typeface="Poppins Medium"/>
              </a:rPr>
              <a:t> </a:t>
            </a:r>
            <a:r>
              <a:rPr lang="pt-BR" sz="3500" b="1" i="0" u="none" strike="noStrike" cap="none">
                <a:solidFill>
                  <a:schemeClr val="lt1"/>
                </a:solidFill>
                <a:latin typeface="Poppins" pitchFamily="2" charset="77"/>
                <a:ea typeface="Poppins"/>
                <a:cs typeface="Poppins" pitchFamily="2" charset="77"/>
                <a:sym typeface="Poppins"/>
              </a:rPr>
              <a:t>conceito</a:t>
            </a:r>
            <a:endParaRPr sz="3500" b="1" i="0" u="none" strike="noStrike" cap="none">
              <a:solidFill>
                <a:schemeClr val="lt1"/>
              </a:solidFill>
              <a:latin typeface="Poppins" pitchFamily="2" charset="77"/>
              <a:ea typeface="Poppins Light"/>
              <a:cs typeface="Poppins" pitchFamily="2" charset="77"/>
              <a:sym typeface="Poppins Light"/>
            </a:endParaRPr>
          </a:p>
        </p:txBody>
      </p:sp>
    </p:spTree>
    <p:extLst>
      <p:ext uri="{BB962C8B-B14F-4D97-AF65-F5344CB8AC3E}">
        <p14:creationId xmlns:p14="http://schemas.microsoft.com/office/powerpoint/2010/main" val="42712842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sp>
        <p:nvSpPr>
          <p:cNvPr id="2" name="Retângulo 1">
            <a:extLst>
              <a:ext uri="{FF2B5EF4-FFF2-40B4-BE49-F238E27FC236}">
                <a16:creationId xmlns:a16="http://schemas.microsoft.com/office/drawing/2014/main" id="{20D52867-BD12-53CB-FAEF-C79A88197553}"/>
              </a:ext>
            </a:extLst>
          </p:cNvPr>
          <p:cNvSpPr/>
          <p:nvPr userDrawn="1"/>
        </p:nvSpPr>
        <p:spPr>
          <a:xfrm>
            <a:off x="0" y="0"/>
            <a:ext cx="18288000" cy="102870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543989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tividade" preserve="1" userDrawn="1">
  <p:cSld name="3_Atividade">
    <p:spTree>
      <p:nvGrpSpPr>
        <p:cNvPr id="1" name="Shape 227"/>
        <p:cNvGrpSpPr/>
        <p:nvPr/>
      </p:nvGrpSpPr>
      <p:grpSpPr>
        <a:xfrm>
          <a:off x="0" y="0"/>
          <a:ext cx="0" cy="0"/>
          <a:chOff x="0" y="0"/>
          <a:chExt cx="0" cy="0"/>
        </a:xfrm>
      </p:grpSpPr>
      <p:pic>
        <p:nvPicPr>
          <p:cNvPr id="4" name="Google Shape;190;p17">
            <a:extLst>
              <a:ext uri="{FF2B5EF4-FFF2-40B4-BE49-F238E27FC236}">
                <a16:creationId xmlns:a16="http://schemas.microsoft.com/office/drawing/2014/main" id="{A0810382-A324-7F5F-6D72-CCF68117DDE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F5D21D8E-7B91-10E1-2CA5-618E5D7F0FAF}"/>
              </a:ext>
            </a:extLst>
          </p:cNvPr>
          <p:cNvPicPr>
            <a:picLocks/>
          </p:cNvPicPr>
          <p:nvPr userDrawn="1"/>
        </p:nvPicPr>
        <p:blipFill>
          <a:blip r:embed="rId3"/>
          <a:stretch>
            <a:fillRect/>
          </a:stretch>
        </p:blipFill>
        <p:spPr>
          <a:xfrm>
            <a:off x="298800" y="691201"/>
            <a:ext cx="3434405" cy="2390404"/>
          </a:xfrm>
          <a:prstGeom prst="rect">
            <a:avLst/>
          </a:prstGeom>
        </p:spPr>
      </p:pic>
      <p:sp>
        <p:nvSpPr>
          <p:cNvPr id="231" name="Google Shape;231;p21"/>
          <p:cNvSpPr txBox="1"/>
          <p:nvPr userDrawn="1"/>
        </p:nvSpPr>
        <p:spPr>
          <a:xfrm>
            <a:off x="1210701" y="1160039"/>
            <a:ext cx="1967095"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Vamos fazer um</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a:cs typeface="Poppins"/>
                <a:sym typeface="Poppins"/>
              </a:rPr>
              <a:t>quiz</a:t>
            </a:r>
            <a:endParaRPr lang="pt-BR" sz="3500" b="0" i="0" u="none" strike="noStrike" cap="none" noProof="0">
              <a:solidFill>
                <a:srgbClr val="FFFFFF"/>
              </a:solidFill>
              <a:latin typeface="Poppins Light"/>
              <a:ea typeface="Poppins Light"/>
              <a:cs typeface="Poppins Light"/>
              <a:sym typeface="Poppins Light"/>
            </a:endParaRPr>
          </a:p>
        </p:txBody>
      </p:sp>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8" name="Espaço Reservado para Texto 10">
            <a:extLst>
              <a:ext uri="{FF2B5EF4-FFF2-40B4-BE49-F238E27FC236}">
                <a16:creationId xmlns:a16="http://schemas.microsoft.com/office/drawing/2014/main" id="{E3EABF6E-626A-0802-C919-B97335045E73}"/>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0" name="Espaço Reservado para Texto 10">
            <a:extLst>
              <a:ext uri="{FF2B5EF4-FFF2-40B4-BE49-F238E27FC236}">
                <a16:creationId xmlns:a16="http://schemas.microsoft.com/office/drawing/2014/main" id="{24C57C54-2E58-E7B5-ECF5-2C905E340D3C}"/>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13741301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Atividade" preserve="1" userDrawn="1">
  <p:cSld name="1_Atividade">
    <p:spTree>
      <p:nvGrpSpPr>
        <p:cNvPr id="1" name="Shape 227"/>
        <p:cNvGrpSpPr/>
        <p:nvPr/>
      </p:nvGrpSpPr>
      <p:grpSpPr>
        <a:xfrm>
          <a:off x="0" y="0"/>
          <a:ext cx="0" cy="0"/>
          <a:chOff x="0" y="0"/>
          <a:chExt cx="0" cy="0"/>
        </a:xfrm>
      </p:grpSpPr>
      <p:pic>
        <p:nvPicPr>
          <p:cNvPr id="6" name="Google Shape;190;p17">
            <a:extLst>
              <a:ext uri="{FF2B5EF4-FFF2-40B4-BE49-F238E27FC236}">
                <a16:creationId xmlns:a16="http://schemas.microsoft.com/office/drawing/2014/main" id="{F9357E3A-0A47-5C6A-4624-2811914CCED8}"/>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8" name="Imagem 7">
            <a:extLst>
              <a:ext uri="{FF2B5EF4-FFF2-40B4-BE49-F238E27FC236}">
                <a16:creationId xmlns:a16="http://schemas.microsoft.com/office/drawing/2014/main" id="{3FEF2613-757F-4ED9-9336-EC765FCE18AB}"/>
              </a:ext>
            </a:extLst>
          </p:cNvPr>
          <p:cNvPicPr>
            <a:picLocks/>
          </p:cNvPicPr>
          <p:nvPr userDrawn="1"/>
        </p:nvPicPr>
        <p:blipFill>
          <a:blip r:embed="rId3"/>
          <a:stretch>
            <a:fillRect/>
          </a:stretch>
        </p:blipFill>
        <p:spPr>
          <a:xfrm>
            <a:off x="298800" y="691201"/>
            <a:ext cx="3434405" cy="2390404"/>
          </a:xfrm>
          <a:prstGeom prst="rect">
            <a:avLst/>
          </a:prstGeom>
        </p:spPr>
      </p:pic>
      <p:sp>
        <p:nvSpPr>
          <p:cNvPr id="2" name="CaixaDeTexto 1">
            <a:extLst>
              <a:ext uri="{FF2B5EF4-FFF2-40B4-BE49-F238E27FC236}">
                <a16:creationId xmlns:a16="http://schemas.microsoft.com/office/drawing/2014/main" id="{78E9625F-D19E-624E-A52E-3E35C3F742DF}"/>
              </a:ext>
            </a:extLst>
          </p:cNvPr>
          <p:cNvSpPr txBox="1"/>
          <p:nvPr userDrawn="1"/>
        </p:nvSpPr>
        <p:spPr>
          <a:xfrm>
            <a:off x="3765176" y="-8785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4" name="Google Shape;231;p21">
            <a:extLst>
              <a:ext uri="{FF2B5EF4-FFF2-40B4-BE49-F238E27FC236}">
                <a16:creationId xmlns:a16="http://schemas.microsoft.com/office/drawing/2014/main" id="{76C6D641-729D-5478-E0FD-4482BC0110EA}"/>
              </a:ext>
            </a:extLst>
          </p:cNvPr>
          <p:cNvSpPr txBox="1"/>
          <p:nvPr userDrawn="1"/>
        </p:nvSpPr>
        <p:spPr>
          <a:xfrm>
            <a:off x="943708" y="1324162"/>
            <a:ext cx="2292704"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rgbClr val="FFFFFF"/>
                </a:solidFill>
                <a:latin typeface="Poppins Light" pitchFamily="2" charset="77"/>
                <a:ea typeface="Poppins Light"/>
                <a:cs typeface="Poppins Light" pitchFamily="2" charset="77"/>
                <a:sym typeface="Poppins Light"/>
              </a:rPr>
              <a:t>Pause e</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rgbClr val="FFFFFF"/>
                </a:solidFill>
                <a:latin typeface="Poppins"/>
                <a:ea typeface="Poppins Light"/>
                <a:cs typeface="Poppins"/>
                <a:sym typeface="Poppins"/>
              </a:rPr>
              <a:t>responda</a:t>
            </a:r>
            <a:endParaRPr lang="pt-BR" sz="3500" b="0" i="0" u="none" strike="noStrike" cap="none" noProof="0">
              <a:solidFill>
                <a:srgbClr val="FFFFFF"/>
              </a:solidFill>
              <a:latin typeface="Poppins Light"/>
              <a:ea typeface="Poppins Light"/>
              <a:cs typeface="Poppins Light"/>
              <a:sym typeface="Poppins Light"/>
            </a:endParaRPr>
          </a:p>
        </p:txBody>
      </p:sp>
      <p:sp>
        <p:nvSpPr>
          <p:cNvPr id="11" name="Espaço Reservado para Texto 10">
            <a:extLst>
              <a:ext uri="{FF2B5EF4-FFF2-40B4-BE49-F238E27FC236}">
                <a16:creationId xmlns:a16="http://schemas.microsoft.com/office/drawing/2014/main" id="{195C8DE1-D92C-0520-6827-BF4E2122A3E1}"/>
              </a:ext>
            </a:extLst>
          </p:cNvPr>
          <p:cNvSpPr>
            <a:spLocks noGrp="1"/>
          </p:cNvSpPr>
          <p:nvPr>
            <p:ph type="body" sz="quarter" idx="10"/>
          </p:nvPr>
        </p:nvSpPr>
        <p:spPr>
          <a:xfrm>
            <a:off x="4539582" y="2093913"/>
            <a:ext cx="10660731" cy="773112"/>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3800" b="1" i="0">
                <a:solidFill>
                  <a:schemeClr val="bg1"/>
                </a:solidFill>
                <a:latin typeface="Poppins" pitchFamily="2" charset="77"/>
                <a:cs typeface="Poppins" pitchFamily="2" charset="77"/>
              </a:defRPr>
            </a:lvl5pPr>
          </a:lstStyle>
          <a:p>
            <a:pPr lvl="4"/>
            <a:endParaRPr lang="pt-BR"/>
          </a:p>
        </p:txBody>
      </p:sp>
      <p:sp>
        <p:nvSpPr>
          <p:cNvPr id="12" name="Espaço Reservado para Texto 10">
            <a:extLst>
              <a:ext uri="{FF2B5EF4-FFF2-40B4-BE49-F238E27FC236}">
                <a16:creationId xmlns:a16="http://schemas.microsoft.com/office/drawing/2014/main" id="{D96DF696-0CE9-222F-9539-CCDCDE3B62F4}"/>
              </a:ext>
            </a:extLst>
          </p:cNvPr>
          <p:cNvSpPr>
            <a:spLocks noGrp="1"/>
          </p:cNvSpPr>
          <p:nvPr>
            <p:ph type="body" sz="quarter" idx="11"/>
          </p:nvPr>
        </p:nvSpPr>
        <p:spPr>
          <a:xfrm>
            <a:off x="4539583" y="3113243"/>
            <a:ext cx="10660730" cy="1098879"/>
          </a:xfrm>
          <a:prstGeom prst="rect">
            <a:avLst/>
          </a:prstGeom>
        </p:spPr>
        <p:txBody>
          <a:bodyPr/>
          <a:lstStyle>
            <a:lvl1pPr>
              <a:defRPr sz="3800" b="1" i="0">
                <a:latin typeface="Poppins" pitchFamily="2" charset="77"/>
                <a:cs typeface="Poppins" pitchFamily="2" charset="77"/>
              </a:defRPr>
            </a:lvl1pPr>
            <a:lvl2pPr>
              <a:defRPr sz="3800" b="1" i="0">
                <a:latin typeface="Poppins" pitchFamily="2" charset="77"/>
                <a:cs typeface="Poppins" pitchFamily="2" charset="77"/>
              </a:defRPr>
            </a:lvl2pPr>
            <a:lvl3pPr>
              <a:defRPr sz="3800" b="1" i="0">
                <a:latin typeface="Poppins" pitchFamily="2" charset="77"/>
                <a:cs typeface="Poppins" pitchFamily="2" charset="77"/>
              </a:defRPr>
            </a:lvl3pPr>
            <a:lvl4pPr>
              <a:defRPr sz="3800" b="1" i="0">
                <a:latin typeface="Poppins" pitchFamily="2" charset="77"/>
                <a:cs typeface="Poppins" pitchFamily="2" charset="77"/>
              </a:defRPr>
            </a:lvl4pPr>
            <a:lvl5pPr>
              <a:defRPr sz="2200" b="0" i="0">
                <a:solidFill>
                  <a:schemeClr val="bg1"/>
                </a:solidFill>
                <a:latin typeface="Poppins" pitchFamily="2" charset="77"/>
                <a:cs typeface="Poppins" pitchFamily="2" charset="77"/>
              </a:defRPr>
            </a:lvl5pPr>
          </a:lstStyle>
          <a:p>
            <a:pPr lvl="4"/>
            <a:endParaRPr lang="pt-BR"/>
          </a:p>
        </p:txBody>
      </p:sp>
    </p:spTree>
    <p:extLst>
      <p:ext uri="{BB962C8B-B14F-4D97-AF65-F5344CB8AC3E}">
        <p14:creationId xmlns:p14="http://schemas.microsoft.com/office/powerpoint/2010/main" val="203682920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Layout Personalizado">
    <p:spTree>
      <p:nvGrpSpPr>
        <p:cNvPr id="1" name=""/>
        <p:cNvGrpSpPr/>
        <p:nvPr/>
      </p:nvGrpSpPr>
      <p:grpSpPr>
        <a:xfrm>
          <a:off x="0" y="0"/>
          <a:ext cx="0" cy="0"/>
          <a:chOff x="0" y="0"/>
          <a:chExt cx="0" cy="0"/>
        </a:xfrm>
      </p:grpSpPr>
      <p:pic>
        <p:nvPicPr>
          <p:cNvPr id="5" name="Google Shape;190;p17">
            <a:extLst>
              <a:ext uri="{FF2B5EF4-FFF2-40B4-BE49-F238E27FC236}">
                <a16:creationId xmlns:a16="http://schemas.microsoft.com/office/drawing/2014/main" id="{DF08B642-629D-10BC-758C-D4D28C96BC55}"/>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6" y="0"/>
            <a:ext cx="18288000" cy="10286983"/>
          </a:xfrm>
          <a:prstGeom prst="rect">
            <a:avLst/>
          </a:prstGeom>
          <a:noFill/>
          <a:ln>
            <a:noFill/>
          </a:ln>
        </p:spPr>
      </p:pic>
      <p:pic>
        <p:nvPicPr>
          <p:cNvPr id="12" name="Imagem 11">
            <a:extLst>
              <a:ext uri="{FF2B5EF4-FFF2-40B4-BE49-F238E27FC236}">
                <a16:creationId xmlns:a16="http://schemas.microsoft.com/office/drawing/2014/main" id="{EA782F6C-102E-3797-4BF9-08970EFE4B97}"/>
              </a:ext>
            </a:extLst>
          </p:cNvPr>
          <p:cNvPicPr>
            <a:picLocks/>
          </p:cNvPicPr>
          <p:nvPr userDrawn="1"/>
        </p:nvPicPr>
        <p:blipFill>
          <a:blip r:embed="rId3"/>
          <a:stretch>
            <a:fillRect/>
          </a:stretch>
        </p:blipFill>
        <p:spPr>
          <a:xfrm>
            <a:off x="0" y="0"/>
            <a:ext cx="12848420" cy="8071212"/>
          </a:xfrm>
          <a:prstGeom prst="rect">
            <a:avLst/>
          </a:prstGeom>
        </p:spPr>
      </p:pic>
      <p:pic>
        <p:nvPicPr>
          <p:cNvPr id="10" name="Imagem 9">
            <a:extLst>
              <a:ext uri="{FF2B5EF4-FFF2-40B4-BE49-F238E27FC236}">
                <a16:creationId xmlns:a16="http://schemas.microsoft.com/office/drawing/2014/main" id="{F49A3B73-2A7C-0D5A-02C7-2A54C8882E12}"/>
              </a:ext>
            </a:extLst>
          </p:cNvPr>
          <p:cNvPicPr>
            <a:picLocks/>
          </p:cNvPicPr>
          <p:nvPr userDrawn="1"/>
        </p:nvPicPr>
        <p:blipFill>
          <a:blip r:embed="rId3"/>
          <a:stretch>
            <a:fillRect/>
          </a:stretch>
        </p:blipFill>
        <p:spPr>
          <a:xfrm>
            <a:off x="0" y="0"/>
            <a:ext cx="12848420" cy="8071212"/>
          </a:xfrm>
          <a:prstGeom prst="rect">
            <a:avLst/>
          </a:prstGeom>
        </p:spPr>
      </p:pic>
      <p:sp>
        <p:nvSpPr>
          <p:cNvPr id="6" name="Espaço Reservado para Texto 17">
            <a:extLst>
              <a:ext uri="{FF2B5EF4-FFF2-40B4-BE49-F238E27FC236}">
                <a16:creationId xmlns:a16="http://schemas.microsoft.com/office/drawing/2014/main" id="{99B3C895-9A6A-3A70-111A-A4701F153597}"/>
              </a:ext>
            </a:extLst>
          </p:cNvPr>
          <p:cNvSpPr>
            <a:spLocks noGrp="1"/>
          </p:cNvSpPr>
          <p:nvPr>
            <p:ph type="body" sz="quarter" idx="11" hasCustomPrompt="1"/>
          </p:nvPr>
        </p:nvSpPr>
        <p:spPr>
          <a:xfrm>
            <a:off x="3657194" y="1498708"/>
            <a:ext cx="6254750" cy="4692650"/>
          </a:xfrm>
          <a:prstGeom prst="rect">
            <a:avLst/>
          </a:prstGeom>
        </p:spPr>
        <p:txBody>
          <a:bodyPr/>
          <a:lstStyle>
            <a:lvl1pPr>
              <a:defRPr sz="2400">
                <a:latin typeface="Poppins" panose="00000500000000000000" pitchFamily="2" charset="0"/>
                <a:cs typeface="Poppins" panose="00000500000000000000" pitchFamily="2" charset="0"/>
              </a:defRPr>
            </a:lvl1pPr>
            <a:lvl2pPr>
              <a:defRPr sz="1600"/>
            </a:lvl2pPr>
            <a:lvl3pPr>
              <a:defRPr sz="1600"/>
            </a:lvl3pPr>
            <a:lvl4pPr>
              <a:defRPr sz="1600"/>
            </a:lvl4pPr>
            <a:lvl5pPr>
              <a:defRPr sz="1600"/>
            </a:lvl5pPr>
          </a:lstStyle>
          <a:p>
            <a:pPr lvl="0"/>
            <a:r>
              <a:rPr lang="pt-BR" noProof="0"/>
              <a:t>Escreva a citação nesta área </a:t>
            </a:r>
            <a:r>
              <a:rPr lang="en-US"/>
              <a:t>do layout. Lorem Ipsum has been the industry's standard dummy text ever since the 1500s . Lorem Ipsum has been the industry's standard dummy text ever since the 1500s. Lorem Ipsum has been the industry's standard dummy text ever since the 1500s. Lorem Ipsum has been the industry's standard dummy text ever since the 1500s. Lorem Ipsum has been the industry's standard dummy text ever since the 1500s.”</a:t>
            </a:r>
          </a:p>
        </p:txBody>
      </p:sp>
      <p:sp>
        <p:nvSpPr>
          <p:cNvPr id="7" name="Espaço Reservado para Texto 19">
            <a:extLst>
              <a:ext uri="{FF2B5EF4-FFF2-40B4-BE49-F238E27FC236}">
                <a16:creationId xmlns:a16="http://schemas.microsoft.com/office/drawing/2014/main" id="{015A9257-63A1-16A0-C8E8-D41B83F04B6E}"/>
              </a:ext>
            </a:extLst>
          </p:cNvPr>
          <p:cNvSpPr>
            <a:spLocks noGrp="1"/>
          </p:cNvSpPr>
          <p:nvPr>
            <p:ph type="body" sz="quarter" idx="12" hasCustomPrompt="1"/>
          </p:nvPr>
        </p:nvSpPr>
        <p:spPr>
          <a:xfrm>
            <a:off x="3656551" y="6370106"/>
            <a:ext cx="5018087" cy="606425"/>
          </a:xfrm>
          <a:prstGeom prst="rect">
            <a:avLst/>
          </a:prstGeom>
        </p:spPr>
        <p:txBody>
          <a:bodyPr/>
          <a:lstStyle>
            <a:lvl1pPr>
              <a:defRPr sz="1800">
                <a:latin typeface="Poppins" panose="00000500000000000000" pitchFamily="2" charset="0"/>
                <a:cs typeface="Poppins" panose="00000500000000000000" pitchFamily="2" charset="0"/>
              </a:defRPr>
            </a:lvl1pPr>
          </a:lstStyle>
          <a:p>
            <a:pPr lvl="0"/>
            <a:r>
              <a:rPr lang="pt-BR"/>
              <a:t>Referência completa da citação/autoria</a:t>
            </a:r>
          </a:p>
        </p:txBody>
      </p:sp>
    </p:spTree>
    <p:extLst>
      <p:ext uri="{BB962C8B-B14F-4D97-AF65-F5344CB8AC3E}">
        <p14:creationId xmlns:p14="http://schemas.microsoft.com/office/powerpoint/2010/main" val="302972909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Atividade_Resposta" preserve="1" userDrawn="1">
  <p:cSld name="3_Atividade_Resposta">
    <p:spTree>
      <p:nvGrpSpPr>
        <p:cNvPr id="1" name="Shape 235"/>
        <p:cNvGrpSpPr/>
        <p:nvPr/>
      </p:nvGrpSpPr>
      <p:grpSpPr>
        <a:xfrm>
          <a:off x="0" y="0"/>
          <a:ext cx="0" cy="0"/>
          <a:chOff x="0" y="0"/>
          <a:chExt cx="0" cy="0"/>
        </a:xfrm>
      </p:grpSpPr>
    </p:spTree>
    <p:extLst>
      <p:ext uri="{BB962C8B-B14F-4D97-AF65-F5344CB8AC3E}">
        <p14:creationId xmlns:p14="http://schemas.microsoft.com/office/powerpoint/2010/main" val="37132638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Atividade_Resposta" preserve="1" userDrawn="1">
  <p:cSld name="3_Atividade_Resposta">
    <p:spTree>
      <p:nvGrpSpPr>
        <p:cNvPr id="1" name="Shape 244"/>
        <p:cNvGrpSpPr/>
        <p:nvPr/>
      </p:nvGrpSpPr>
      <p:grpSpPr>
        <a:xfrm>
          <a:off x="0" y="0"/>
          <a:ext cx="0" cy="0"/>
          <a:chOff x="0" y="0"/>
          <a:chExt cx="0" cy="0"/>
        </a:xfrm>
      </p:grpSpPr>
      <p:pic>
        <p:nvPicPr>
          <p:cNvPr id="2" name="Google Shape;10;p29">
            <a:extLst>
              <a:ext uri="{FF2B5EF4-FFF2-40B4-BE49-F238E27FC236}">
                <a16:creationId xmlns:a16="http://schemas.microsoft.com/office/drawing/2014/main" id="{69B899E0-256B-4ABD-B3CF-5D0279BAB1DB}"/>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17414310" y="169102"/>
            <a:ext cx="648222" cy="304469"/>
          </a:xfrm>
          <a:prstGeom prst="rect">
            <a:avLst/>
          </a:prstGeom>
          <a:noFill/>
          <a:ln>
            <a:noFill/>
          </a:ln>
        </p:spPr>
      </p:pic>
      <p:sp>
        <p:nvSpPr>
          <p:cNvPr id="7" name="Espaço Reservado para Texto 6">
            <a:extLst>
              <a:ext uri="{FF2B5EF4-FFF2-40B4-BE49-F238E27FC236}">
                <a16:creationId xmlns:a16="http://schemas.microsoft.com/office/drawing/2014/main" id="{E128FBB6-9361-0CA4-4757-4C6494BD6187}"/>
              </a:ext>
            </a:extLst>
          </p:cNvPr>
          <p:cNvSpPr>
            <a:spLocks noGrp="1"/>
          </p:cNvSpPr>
          <p:nvPr>
            <p:ph type="body" sz="quarter" idx="10"/>
          </p:nvPr>
        </p:nvSpPr>
        <p:spPr>
          <a:xfrm>
            <a:off x="3950716" y="1987423"/>
            <a:ext cx="7497763" cy="1255713"/>
          </a:xfrm>
          <a:prstGeom prst="rect">
            <a:avLst/>
          </a:prstGeom>
        </p:spPr>
        <p:txBody>
          <a:bodyPr/>
          <a:lstStyle/>
          <a:p>
            <a:pPr lvl="0"/>
            <a:endParaRPr lang="pt-BR"/>
          </a:p>
        </p:txBody>
      </p:sp>
      <p:sp>
        <p:nvSpPr>
          <p:cNvPr id="8" name="Espaço Reservado para Texto 6">
            <a:extLst>
              <a:ext uri="{FF2B5EF4-FFF2-40B4-BE49-F238E27FC236}">
                <a16:creationId xmlns:a16="http://schemas.microsoft.com/office/drawing/2014/main" id="{004B621D-7063-CB00-D5F7-DD7041FE5E25}"/>
              </a:ext>
            </a:extLst>
          </p:cNvPr>
          <p:cNvSpPr>
            <a:spLocks noGrp="1"/>
          </p:cNvSpPr>
          <p:nvPr>
            <p:ph type="body" sz="quarter" idx="11"/>
          </p:nvPr>
        </p:nvSpPr>
        <p:spPr>
          <a:xfrm>
            <a:off x="3950716" y="3511423"/>
            <a:ext cx="7497763" cy="1255713"/>
          </a:xfrm>
          <a:prstGeom prst="rect">
            <a:avLst/>
          </a:prstGeom>
        </p:spPr>
        <p:txBody>
          <a:bodyPr/>
          <a:lstStyle/>
          <a:p>
            <a:pPr lvl="0"/>
            <a:endParaRPr lang="pt-BR"/>
          </a:p>
        </p:txBody>
      </p:sp>
      <p:sp>
        <p:nvSpPr>
          <p:cNvPr id="9" name="Espaço Reservado para Texto 6">
            <a:extLst>
              <a:ext uri="{FF2B5EF4-FFF2-40B4-BE49-F238E27FC236}">
                <a16:creationId xmlns:a16="http://schemas.microsoft.com/office/drawing/2014/main" id="{3ED50221-AC80-3CBF-59A1-8AAD3D8B7C43}"/>
              </a:ext>
            </a:extLst>
          </p:cNvPr>
          <p:cNvSpPr>
            <a:spLocks noGrp="1"/>
          </p:cNvSpPr>
          <p:nvPr>
            <p:ph type="body" sz="quarter" idx="12"/>
          </p:nvPr>
        </p:nvSpPr>
        <p:spPr>
          <a:xfrm>
            <a:off x="3950716" y="5047615"/>
            <a:ext cx="7497763" cy="1255713"/>
          </a:xfrm>
          <a:prstGeom prst="rect">
            <a:avLst/>
          </a:prstGeom>
        </p:spPr>
        <p:txBody>
          <a:bodyPr/>
          <a:lstStyle/>
          <a:p>
            <a:pPr lvl="0"/>
            <a:endParaRPr lang="pt-BR"/>
          </a:p>
        </p:txBody>
      </p:sp>
      <p:sp>
        <p:nvSpPr>
          <p:cNvPr id="10" name="Espaço Reservado para Texto 6">
            <a:extLst>
              <a:ext uri="{FF2B5EF4-FFF2-40B4-BE49-F238E27FC236}">
                <a16:creationId xmlns:a16="http://schemas.microsoft.com/office/drawing/2014/main" id="{5B12E8BA-EADA-382E-01AB-DEE52E919608}"/>
              </a:ext>
            </a:extLst>
          </p:cNvPr>
          <p:cNvSpPr>
            <a:spLocks noGrp="1"/>
          </p:cNvSpPr>
          <p:nvPr>
            <p:ph type="body" sz="quarter" idx="13"/>
          </p:nvPr>
        </p:nvSpPr>
        <p:spPr>
          <a:xfrm>
            <a:off x="3950716" y="6730111"/>
            <a:ext cx="7497763" cy="1255713"/>
          </a:xfrm>
          <a:prstGeom prst="rect">
            <a:avLst/>
          </a:prstGeom>
        </p:spPr>
        <p:txBody>
          <a:bodyPr/>
          <a:lstStyle/>
          <a:p>
            <a:pPr lvl="0"/>
            <a:endParaRPr lang="pt-BR"/>
          </a:p>
        </p:txBody>
      </p:sp>
    </p:spTree>
    <p:extLst>
      <p:ext uri="{BB962C8B-B14F-4D97-AF65-F5344CB8AC3E}">
        <p14:creationId xmlns:p14="http://schemas.microsoft.com/office/powerpoint/2010/main" val="118979788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1_Atividade_embranco" preserve="1" userDrawn="1">
  <p:cSld name="2_Atividade_embranco">
    <p:spTree>
      <p:nvGrpSpPr>
        <p:cNvPr id="1" name="Shape 307"/>
        <p:cNvGrpSpPr/>
        <p:nvPr/>
      </p:nvGrpSpPr>
      <p:grpSpPr>
        <a:xfrm>
          <a:off x="0" y="0"/>
          <a:ext cx="0" cy="0"/>
          <a:chOff x="0" y="0"/>
          <a:chExt cx="0" cy="0"/>
        </a:xfrm>
      </p:grpSpPr>
      <p:sp>
        <p:nvSpPr>
          <p:cNvPr id="3" name="Espaço Reservado para Imagem 2">
            <a:extLst>
              <a:ext uri="{FF2B5EF4-FFF2-40B4-BE49-F238E27FC236}">
                <a16:creationId xmlns:a16="http://schemas.microsoft.com/office/drawing/2014/main" id="{CF0416F6-09BD-9981-848C-F13A11B9AEB6}"/>
              </a:ext>
            </a:extLst>
          </p:cNvPr>
          <p:cNvSpPr>
            <a:spLocks noGrp="1"/>
          </p:cNvSpPr>
          <p:nvPr>
            <p:ph type="pic" sz="quarter" idx="10"/>
          </p:nvPr>
        </p:nvSpPr>
        <p:spPr>
          <a:xfrm>
            <a:off x="0" y="0"/>
            <a:ext cx="18288000" cy="10287000"/>
          </a:xfrm>
          <a:prstGeom prst="rect">
            <a:avLst/>
          </a:prstGeom>
          <a:solidFill>
            <a:schemeClr val="bg1">
              <a:lumMod val="85000"/>
            </a:schemeClr>
          </a:solidFill>
        </p:spPr>
        <p:txBody>
          <a:bodyPr/>
          <a:lstStyle>
            <a:lvl1pPr>
              <a:defRPr sz="1800">
                <a:latin typeface="Poppins" pitchFamily="2" charset="77"/>
                <a:cs typeface="Poppins" pitchFamily="2" charset="77"/>
              </a:defRPr>
            </a:lvl1pPr>
          </a:lstStyle>
          <a:p>
            <a:endParaRPr lang="pt-BR"/>
          </a:p>
        </p:txBody>
      </p:sp>
      <p:sp>
        <p:nvSpPr>
          <p:cNvPr id="4" name="Espaço Reservado para Mídia 3">
            <a:extLst>
              <a:ext uri="{FF2B5EF4-FFF2-40B4-BE49-F238E27FC236}">
                <a16:creationId xmlns:a16="http://schemas.microsoft.com/office/drawing/2014/main" id="{93F045AC-FA97-1D94-5C54-6BC8931024B8}"/>
              </a:ext>
            </a:extLst>
          </p:cNvPr>
          <p:cNvSpPr>
            <a:spLocks noGrp="1"/>
          </p:cNvSpPr>
          <p:nvPr>
            <p:ph type="media" sz="quarter" idx="11"/>
          </p:nvPr>
        </p:nvSpPr>
        <p:spPr>
          <a:xfrm>
            <a:off x="1293813" y="1331913"/>
            <a:ext cx="6138862" cy="5408612"/>
          </a:xfrm>
          <a:prstGeom prst="rect">
            <a:avLst/>
          </a:prstGeom>
        </p:spPr>
        <p:txBody>
          <a:bodyPr/>
          <a:lstStyle/>
          <a:p>
            <a:endParaRPr lang="pt-BR"/>
          </a:p>
        </p:txBody>
      </p:sp>
    </p:spTree>
    <p:extLst>
      <p:ext uri="{BB962C8B-B14F-4D97-AF65-F5344CB8AC3E}">
        <p14:creationId xmlns:p14="http://schemas.microsoft.com/office/powerpoint/2010/main" val="307822615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endParaRPr lang="en-US"/>
          </a:p>
        </p:txBody>
      </p:sp>
      <p:sp>
        <p:nvSpPr>
          <p:cNvPr id="5" name="CaixaDeTexto 4">
            <a:extLst>
              <a:ext uri="{FF2B5EF4-FFF2-40B4-BE49-F238E27FC236}">
                <a16:creationId xmlns:a16="http://schemas.microsoft.com/office/drawing/2014/main" id="{692551E1-A191-4E27-15C4-E0C7232A5F0E}"/>
              </a:ext>
            </a:extLst>
          </p:cNvPr>
          <p:cNvSpPr txBox="1"/>
          <p:nvPr userDrawn="1"/>
        </p:nvSpPr>
        <p:spPr>
          <a:xfrm>
            <a:off x="900113" y="4286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8" name="CaixaDeTexto 57">
            <a:extLst>
              <a:ext uri="{FF2B5EF4-FFF2-40B4-BE49-F238E27FC236}">
                <a16:creationId xmlns:a16="http://schemas.microsoft.com/office/drawing/2014/main" id="{E2E6E040-FD12-5F0A-5A7E-31B82D9E5878}"/>
              </a:ext>
            </a:extLst>
          </p:cNvPr>
          <p:cNvSpPr txBox="1"/>
          <p:nvPr userDrawn="1"/>
        </p:nvSpPr>
        <p:spPr>
          <a:xfrm>
            <a:off x="19457233" y="740514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59" name="CaixaDeTexto 58">
            <a:extLst>
              <a:ext uri="{FF2B5EF4-FFF2-40B4-BE49-F238E27FC236}">
                <a16:creationId xmlns:a16="http://schemas.microsoft.com/office/drawing/2014/main" id="{86AC8CDC-DB5B-8576-7D5B-627A6FF675DE}"/>
              </a:ext>
            </a:extLst>
          </p:cNvPr>
          <p:cNvSpPr txBox="1"/>
          <p:nvPr userDrawn="1"/>
        </p:nvSpPr>
        <p:spPr>
          <a:xfrm>
            <a:off x="19037508" y="5831174"/>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
        <p:nvSpPr>
          <p:cNvPr id="62" name="Espaço Reservado para Texto 60">
            <a:extLst>
              <a:ext uri="{FF2B5EF4-FFF2-40B4-BE49-F238E27FC236}">
                <a16:creationId xmlns:a16="http://schemas.microsoft.com/office/drawing/2014/main" id="{89F34A58-1D03-1A84-8D44-35B61CAAC606}"/>
              </a:ext>
            </a:extLst>
          </p:cNvPr>
          <p:cNvSpPr>
            <a:spLocks noGrp="1"/>
          </p:cNvSpPr>
          <p:nvPr>
            <p:ph type="body" sz="quarter" idx="19"/>
          </p:nvPr>
        </p:nvSpPr>
        <p:spPr>
          <a:xfrm>
            <a:off x="1317708" y="7057869"/>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64" name="Espaço Reservado para Texto 60">
            <a:extLst>
              <a:ext uri="{FF2B5EF4-FFF2-40B4-BE49-F238E27FC236}">
                <a16:creationId xmlns:a16="http://schemas.microsoft.com/office/drawing/2014/main" id="{C64C4F39-6E3E-2CBC-C02F-85C4D8E437D4}"/>
              </a:ext>
            </a:extLst>
          </p:cNvPr>
          <p:cNvSpPr>
            <a:spLocks noGrp="1"/>
          </p:cNvSpPr>
          <p:nvPr>
            <p:ph type="body" sz="quarter" idx="20"/>
          </p:nvPr>
        </p:nvSpPr>
        <p:spPr>
          <a:xfrm>
            <a:off x="1317708" y="7792387"/>
            <a:ext cx="3763957" cy="460190"/>
          </a:xfrm>
          <a:prstGeom prst="rect">
            <a:avLst/>
          </a:prstGeom>
        </p:spPr>
        <p:txBody>
          <a:bodyPr anchor="ctr"/>
          <a:lstStyle>
            <a:lvl1pPr>
              <a:defRPr sz="1700" b="1">
                <a:latin typeface="Poppins" pitchFamily="2" charset="77"/>
                <a:cs typeface="Poppins" pitchFamily="2" charset="77"/>
              </a:defRPr>
            </a:lvl1pPr>
          </a:lstStyle>
          <a:p>
            <a:pPr lvl="0"/>
            <a:endParaRPr lang="pt-BR"/>
          </a:p>
        </p:txBody>
      </p:sp>
      <p:sp>
        <p:nvSpPr>
          <p:cNvPr id="44" name="CaixaDeTexto 43">
            <a:extLst>
              <a:ext uri="{FF2B5EF4-FFF2-40B4-BE49-F238E27FC236}">
                <a16:creationId xmlns:a16="http://schemas.microsoft.com/office/drawing/2014/main" id="{DD2F756A-5714-9640-0D25-5AA63BD888B1}"/>
              </a:ext>
            </a:extLst>
          </p:cNvPr>
          <p:cNvSpPr txBox="1"/>
          <p:nvPr userDrawn="1"/>
        </p:nvSpPr>
        <p:spPr>
          <a:xfrm>
            <a:off x="5414682" y="-1559859"/>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22" name="Imagem 21">
            <a:extLst>
              <a:ext uri="{FF2B5EF4-FFF2-40B4-BE49-F238E27FC236}">
                <a16:creationId xmlns:a16="http://schemas.microsoft.com/office/drawing/2014/main" id="{BACE3671-CFC8-B4E0-0B73-5E5529F58A51}"/>
              </a:ext>
            </a:extLst>
          </p:cNvPr>
          <p:cNvPicPr>
            <a:picLocks/>
          </p:cNvPicPr>
          <p:nvPr userDrawn="1"/>
        </p:nvPicPr>
        <p:blipFill>
          <a:blip r:embed="rId2"/>
          <a:stretch>
            <a:fillRect/>
          </a:stretch>
        </p:blipFill>
        <p:spPr>
          <a:xfrm>
            <a:off x="396001" y="421201"/>
            <a:ext cx="3434405" cy="2390404"/>
          </a:xfrm>
          <a:prstGeom prst="rect">
            <a:avLst/>
          </a:prstGeom>
        </p:spPr>
      </p:pic>
      <p:sp>
        <p:nvSpPr>
          <p:cNvPr id="45" name="Google Shape;207;p37">
            <a:extLst>
              <a:ext uri="{FF2B5EF4-FFF2-40B4-BE49-F238E27FC236}">
                <a16:creationId xmlns:a16="http://schemas.microsoft.com/office/drawing/2014/main" id="{C8CD85CF-E847-0B14-CC93-032F679F65D1}"/>
              </a:ext>
            </a:extLst>
          </p:cNvPr>
          <p:cNvSpPr txBox="1"/>
          <p:nvPr userDrawn="1"/>
        </p:nvSpPr>
        <p:spPr>
          <a:xfrm>
            <a:off x="851621" y="1158906"/>
            <a:ext cx="2590921"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a:solidFill>
                  <a:srgbClr val="FFFFFF"/>
                </a:solidFill>
                <a:latin typeface="Poppins Light" pitchFamily="2" charset="77"/>
                <a:ea typeface="Poppins Light"/>
                <a:cs typeface="Poppins Light" pitchFamily="2" charset="77"/>
                <a:sym typeface="Poppins Light"/>
              </a:rPr>
              <a:t>Colocando</a:t>
            </a:r>
            <a:br>
              <a:rPr lang="pt-BR" sz="3500" b="0" i="0" u="none" strike="noStrike" cap="none">
                <a:solidFill>
                  <a:srgbClr val="FFFFFF"/>
                </a:solidFill>
                <a:latin typeface="Poppins Light" pitchFamily="2" charset="77"/>
                <a:ea typeface="Poppins Light"/>
                <a:cs typeface="Poppins Light" pitchFamily="2" charset="77"/>
                <a:sym typeface="Poppins Light"/>
              </a:rPr>
            </a:br>
            <a:r>
              <a:rPr lang="pt-BR" sz="3500" b="0" i="0" u="none" strike="noStrike" cap="none">
                <a:solidFill>
                  <a:srgbClr val="FFFFFF"/>
                </a:solidFill>
                <a:latin typeface="Poppins Light" pitchFamily="2" charset="77"/>
                <a:ea typeface="Poppins Light"/>
                <a:cs typeface="Poppins Light" pitchFamily="2" charset="77"/>
                <a:sym typeface="Poppins Light"/>
              </a:rPr>
              <a:t>em </a:t>
            </a:r>
            <a:r>
              <a:rPr lang="pt-BR" sz="3500" b="1" i="0" u="none" strike="noStrike" cap="none">
                <a:solidFill>
                  <a:srgbClr val="FFFFFF"/>
                </a:solidFill>
                <a:latin typeface="Poppins"/>
                <a:ea typeface="Poppins"/>
                <a:cs typeface="Poppins"/>
                <a:sym typeface="Poppins"/>
              </a:rPr>
              <a:t>prática</a:t>
            </a:r>
            <a:endParaRPr sz="3500" b="0" i="0" u="none" strike="noStrike" cap="none">
              <a:solidFill>
                <a:srgbClr val="FFFFFF"/>
              </a:solidFill>
              <a:latin typeface="Poppins Light"/>
              <a:ea typeface="Poppins Light"/>
              <a:cs typeface="Poppins Light"/>
              <a:sym typeface="Poppins Light"/>
            </a:endParaRPr>
          </a:p>
        </p:txBody>
      </p:sp>
      <p:sp>
        <p:nvSpPr>
          <p:cNvPr id="6" name="CaixaDeTexto 5">
            <a:extLst>
              <a:ext uri="{FF2B5EF4-FFF2-40B4-BE49-F238E27FC236}">
                <a16:creationId xmlns:a16="http://schemas.microsoft.com/office/drawing/2014/main" id="{DA5F2E09-8E0A-6D2A-4DDE-494301825C0A}"/>
              </a:ext>
            </a:extLst>
          </p:cNvPr>
          <p:cNvSpPr txBox="1"/>
          <p:nvPr userDrawn="1"/>
        </p:nvSpPr>
        <p:spPr>
          <a:xfrm>
            <a:off x="6802880" y="1694394"/>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1</a:t>
            </a:r>
          </a:p>
        </p:txBody>
      </p:sp>
      <p:cxnSp>
        <p:nvCxnSpPr>
          <p:cNvPr id="7" name="Google Shape;164;p37">
            <a:extLst>
              <a:ext uri="{FF2B5EF4-FFF2-40B4-BE49-F238E27FC236}">
                <a16:creationId xmlns:a16="http://schemas.microsoft.com/office/drawing/2014/main" id="{AE09C5A7-C4C7-3633-E631-10825874757F}"/>
              </a:ext>
            </a:extLst>
          </p:cNvPr>
          <p:cNvCxnSpPr>
            <a:cxnSpLocks/>
          </p:cNvCxnSpPr>
          <p:nvPr userDrawn="1"/>
        </p:nvCxnSpPr>
        <p:spPr>
          <a:xfrm>
            <a:off x="6802880" y="2528112"/>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8" name="CaixaDeTexto 7">
            <a:extLst>
              <a:ext uri="{FF2B5EF4-FFF2-40B4-BE49-F238E27FC236}">
                <a16:creationId xmlns:a16="http://schemas.microsoft.com/office/drawing/2014/main" id="{FE8B2D2B-B67A-7A10-B546-F7E759E5AE78}"/>
              </a:ext>
            </a:extLst>
          </p:cNvPr>
          <p:cNvSpPr txBox="1"/>
          <p:nvPr userDrawn="1"/>
        </p:nvSpPr>
        <p:spPr>
          <a:xfrm>
            <a:off x="6802880" y="3892162"/>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2</a:t>
            </a:r>
          </a:p>
        </p:txBody>
      </p:sp>
      <p:cxnSp>
        <p:nvCxnSpPr>
          <p:cNvPr id="9" name="Google Shape;164;p37">
            <a:extLst>
              <a:ext uri="{FF2B5EF4-FFF2-40B4-BE49-F238E27FC236}">
                <a16:creationId xmlns:a16="http://schemas.microsoft.com/office/drawing/2014/main" id="{8AB8AC0D-9A4E-DBE1-5676-875911095757}"/>
              </a:ext>
            </a:extLst>
          </p:cNvPr>
          <p:cNvCxnSpPr>
            <a:cxnSpLocks/>
          </p:cNvCxnSpPr>
          <p:nvPr userDrawn="1"/>
        </p:nvCxnSpPr>
        <p:spPr>
          <a:xfrm>
            <a:off x="6802880" y="4725880"/>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0" name="CaixaDeTexto 9">
            <a:extLst>
              <a:ext uri="{FF2B5EF4-FFF2-40B4-BE49-F238E27FC236}">
                <a16:creationId xmlns:a16="http://schemas.microsoft.com/office/drawing/2014/main" id="{5ED10435-0A3C-2A5F-6383-B0823A79FE88}"/>
              </a:ext>
            </a:extLst>
          </p:cNvPr>
          <p:cNvSpPr txBox="1"/>
          <p:nvPr userDrawn="1"/>
        </p:nvSpPr>
        <p:spPr>
          <a:xfrm>
            <a:off x="6802880" y="6089930"/>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3</a:t>
            </a:r>
          </a:p>
        </p:txBody>
      </p:sp>
      <p:cxnSp>
        <p:nvCxnSpPr>
          <p:cNvPr id="11" name="Google Shape;164;p37">
            <a:extLst>
              <a:ext uri="{FF2B5EF4-FFF2-40B4-BE49-F238E27FC236}">
                <a16:creationId xmlns:a16="http://schemas.microsoft.com/office/drawing/2014/main" id="{C307C398-EACE-2BA8-6037-73AFF176AE76}"/>
              </a:ext>
            </a:extLst>
          </p:cNvPr>
          <p:cNvCxnSpPr>
            <a:cxnSpLocks/>
          </p:cNvCxnSpPr>
          <p:nvPr userDrawn="1"/>
        </p:nvCxnSpPr>
        <p:spPr>
          <a:xfrm>
            <a:off x="6802880" y="6923648"/>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2" name="CaixaDeTexto 11">
            <a:extLst>
              <a:ext uri="{FF2B5EF4-FFF2-40B4-BE49-F238E27FC236}">
                <a16:creationId xmlns:a16="http://schemas.microsoft.com/office/drawing/2014/main" id="{7B368B3B-CB9A-2B11-2C53-430B67C14E1F}"/>
              </a:ext>
            </a:extLst>
          </p:cNvPr>
          <p:cNvSpPr txBox="1"/>
          <p:nvPr userDrawn="1"/>
        </p:nvSpPr>
        <p:spPr>
          <a:xfrm>
            <a:off x="6802880" y="8287699"/>
            <a:ext cx="820271" cy="726141"/>
          </a:xfrm>
          <a:prstGeom prst="rect">
            <a:avLst/>
          </a:prstGeom>
          <a:noFill/>
          <a:ln>
            <a:noFill/>
          </a:ln>
        </p:spPr>
        <p:txBody>
          <a:bodyPr spcFirstLastPara="1" wrap="square" lIns="91425" tIns="45700" rIns="91425" bIns="45700" rtlCol="0" anchor="ctr" anchorCtr="0">
            <a:normAutofit lnSpcReduction="10000"/>
          </a:bodyPr>
          <a:lstStyle/>
          <a:p>
            <a:pPr algn="ctr"/>
            <a:r>
              <a:rPr lang="pt-BR" sz="4400" b="1" i="0">
                <a:solidFill>
                  <a:srgbClr val="FF161F"/>
                </a:solidFill>
                <a:latin typeface="Poppins" pitchFamily="2" charset="77"/>
                <a:cs typeface="Poppins" pitchFamily="2" charset="77"/>
              </a:rPr>
              <a:t>4</a:t>
            </a:r>
          </a:p>
        </p:txBody>
      </p:sp>
      <p:cxnSp>
        <p:nvCxnSpPr>
          <p:cNvPr id="13" name="Google Shape;164;p37">
            <a:extLst>
              <a:ext uri="{FF2B5EF4-FFF2-40B4-BE49-F238E27FC236}">
                <a16:creationId xmlns:a16="http://schemas.microsoft.com/office/drawing/2014/main" id="{5991BC56-AAA0-E465-9AC1-50D541BE4CC8}"/>
              </a:ext>
            </a:extLst>
          </p:cNvPr>
          <p:cNvCxnSpPr>
            <a:cxnSpLocks/>
          </p:cNvCxnSpPr>
          <p:nvPr userDrawn="1"/>
        </p:nvCxnSpPr>
        <p:spPr>
          <a:xfrm>
            <a:off x="6802880" y="9121417"/>
            <a:ext cx="10288332" cy="0"/>
          </a:xfrm>
          <a:prstGeom prst="straightConnector1">
            <a:avLst/>
          </a:prstGeom>
          <a:noFill/>
          <a:ln w="19050" cap="flat" cmpd="sng">
            <a:solidFill>
              <a:schemeClr val="bg1">
                <a:lumMod val="65000"/>
              </a:schemeClr>
            </a:solidFill>
            <a:prstDash val="solid"/>
            <a:round/>
            <a:headEnd type="oval" w="med" len="med"/>
            <a:tailEnd type="oval" w="med" len="med"/>
          </a:ln>
        </p:spPr>
      </p:cxnSp>
      <p:sp>
        <p:nvSpPr>
          <p:cNvPr id="14" name="Espaço Reservado para Texto 36">
            <a:extLst>
              <a:ext uri="{FF2B5EF4-FFF2-40B4-BE49-F238E27FC236}">
                <a16:creationId xmlns:a16="http://schemas.microsoft.com/office/drawing/2014/main" id="{AEE2E579-CD98-D37C-FE78-141FDCCA16E5}"/>
              </a:ext>
            </a:extLst>
          </p:cNvPr>
          <p:cNvSpPr>
            <a:spLocks noGrp="1"/>
          </p:cNvSpPr>
          <p:nvPr>
            <p:ph type="body" sz="quarter" idx="21"/>
          </p:nvPr>
        </p:nvSpPr>
        <p:spPr>
          <a:xfrm>
            <a:off x="7810500" y="914402"/>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5" name="Espaço Reservado para Texto 36">
            <a:extLst>
              <a:ext uri="{FF2B5EF4-FFF2-40B4-BE49-F238E27FC236}">
                <a16:creationId xmlns:a16="http://schemas.microsoft.com/office/drawing/2014/main" id="{E8BAC3AD-3484-8D56-B2FE-C840FDB0D3A6}"/>
              </a:ext>
            </a:extLst>
          </p:cNvPr>
          <p:cNvSpPr>
            <a:spLocks noGrp="1"/>
          </p:cNvSpPr>
          <p:nvPr>
            <p:ph type="body" sz="quarter" idx="22"/>
          </p:nvPr>
        </p:nvSpPr>
        <p:spPr>
          <a:xfrm>
            <a:off x="7810500" y="3117956"/>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6" name="Espaço Reservado para Texto 36">
            <a:extLst>
              <a:ext uri="{FF2B5EF4-FFF2-40B4-BE49-F238E27FC236}">
                <a16:creationId xmlns:a16="http://schemas.microsoft.com/office/drawing/2014/main" id="{A9EA8429-D773-7F56-9FE3-61DD76BBD127}"/>
              </a:ext>
            </a:extLst>
          </p:cNvPr>
          <p:cNvSpPr>
            <a:spLocks noGrp="1"/>
          </p:cNvSpPr>
          <p:nvPr>
            <p:ph type="body" sz="quarter" idx="23"/>
          </p:nvPr>
        </p:nvSpPr>
        <p:spPr>
          <a:xfrm>
            <a:off x="7810500" y="5306520"/>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
        <p:nvSpPr>
          <p:cNvPr id="17" name="Espaço Reservado para Texto 36">
            <a:extLst>
              <a:ext uri="{FF2B5EF4-FFF2-40B4-BE49-F238E27FC236}">
                <a16:creationId xmlns:a16="http://schemas.microsoft.com/office/drawing/2014/main" id="{57F476AA-8149-FB0D-8284-2AA34057A108}"/>
              </a:ext>
            </a:extLst>
          </p:cNvPr>
          <p:cNvSpPr>
            <a:spLocks noGrp="1"/>
          </p:cNvSpPr>
          <p:nvPr>
            <p:ph type="body" sz="quarter" idx="13"/>
          </p:nvPr>
        </p:nvSpPr>
        <p:spPr>
          <a:xfrm>
            <a:off x="7810500" y="7510074"/>
            <a:ext cx="9053513" cy="1386615"/>
          </a:xfrm>
          <a:prstGeom prst="rect">
            <a:avLst/>
          </a:prstGeom>
        </p:spPr>
        <p:txBody>
          <a:bodyPr/>
          <a:lstStyle>
            <a:lvl1pPr>
              <a:defRPr sz="1900">
                <a:latin typeface="Poppins" pitchFamily="2" charset="77"/>
                <a:cs typeface="Poppins" pitchFamily="2" charset="77"/>
              </a:defRPr>
            </a:lvl1pPr>
          </a:lstStyle>
          <a:p>
            <a:pPr lvl="0"/>
            <a:endParaRPr lang="pt-BR"/>
          </a:p>
        </p:txBody>
      </p:sp>
    </p:spTree>
    <p:extLst>
      <p:ext uri="{BB962C8B-B14F-4D97-AF65-F5344CB8AC3E}">
        <p14:creationId xmlns:p14="http://schemas.microsoft.com/office/powerpoint/2010/main" val="290916394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5_OqueAprendemos" userDrawn="1">
  <p:cSld name="5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3CC9B972-2FC2-310D-2E4E-FAC046494CE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10" name="Imagem 9">
            <a:extLst>
              <a:ext uri="{FF2B5EF4-FFF2-40B4-BE49-F238E27FC236}">
                <a16:creationId xmlns:a16="http://schemas.microsoft.com/office/drawing/2014/main" id="{52C1B46D-0F51-53C9-4FCD-9FAA0916DDBD}"/>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2" name="Google Shape;345;p32">
            <a:extLst>
              <a:ext uri="{FF2B5EF4-FFF2-40B4-BE49-F238E27FC236}">
                <a16:creationId xmlns:a16="http://schemas.microsoft.com/office/drawing/2014/main" id="{D958A6C2-8B71-D5A0-1C68-95723A4C4FE5}"/>
              </a:ext>
            </a:extLst>
          </p:cNvPr>
          <p:cNvSpPr txBox="1">
            <a:spLocks noGrp="1"/>
          </p:cNvSpPr>
          <p:nvPr>
            <p:ph type="body" idx="2"/>
          </p:nvPr>
        </p:nvSpPr>
        <p:spPr>
          <a:xfrm>
            <a:off x="7301898" y="2537432"/>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1" name="Google Shape;347;p32">
            <a:extLst>
              <a:ext uri="{FF2B5EF4-FFF2-40B4-BE49-F238E27FC236}">
                <a16:creationId xmlns:a16="http://schemas.microsoft.com/office/drawing/2014/main" id="{D60E57C9-84D4-8D99-0D6C-C59B32F7C630}"/>
              </a:ext>
            </a:extLst>
          </p:cNvPr>
          <p:cNvSpPr txBox="1">
            <a:spLocks noGrp="1"/>
          </p:cNvSpPr>
          <p:nvPr>
            <p:ph type="body" idx="3"/>
          </p:nvPr>
        </p:nvSpPr>
        <p:spPr>
          <a:xfrm>
            <a:off x="7301898" y="4620023"/>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349;p32">
            <a:extLst>
              <a:ext uri="{FF2B5EF4-FFF2-40B4-BE49-F238E27FC236}">
                <a16:creationId xmlns:a16="http://schemas.microsoft.com/office/drawing/2014/main" id="{142C7AEA-387E-A052-1D08-8A416B8497BB}"/>
              </a:ext>
            </a:extLst>
          </p:cNvPr>
          <p:cNvSpPr txBox="1">
            <a:spLocks noGrp="1"/>
          </p:cNvSpPr>
          <p:nvPr>
            <p:ph type="body" idx="4"/>
          </p:nvPr>
        </p:nvSpPr>
        <p:spPr>
          <a:xfrm>
            <a:off x="7301898" y="6736255"/>
            <a:ext cx="9531863" cy="190343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233;p39">
            <a:extLst>
              <a:ext uri="{FF2B5EF4-FFF2-40B4-BE49-F238E27FC236}">
                <a16:creationId xmlns:a16="http://schemas.microsoft.com/office/drawing/2014/main" id="{23D223AE-6B47-5244-85DA-E25526DF3862}"/>
              </a:ext>
            </a:extLst>
          </p:cNvPr>
          <p:cNvSpPr txBox="1"/>
          <p:nvPr userDrawn="1"/>
        </p:nvSpPr>
        <p:spPr>
          <a:xfrm>
            <a:off x="6904767" y="260643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1</a:t>
            </a:r>
            <a:endParaRPr sz="1400" b="0" i="0" u="none" strike="noStrike" cap="none">
              <a:solidFill>
                <a:schemeClr val="tx1"/>
              </a:solidFill>
              <a:latin typeface="Arial"/>
              <a:ea typeface="Arial"/>
              <a:cs typeface="Arial"/>
              <a:sym typeface="Arial"/>
            </a:endParaRPr>
          </a:p>
        </p:txBody>
      </p:sp>
      <p:sp>
        <p:nvSpPr>
          <p:cNvPr id="16" name="Google Shape;235;p39">
            <a:extLst>
              <a:ext uri="{FF2B5EF4-FFF2-40B4-BE49-F238E27FC236}">
                <a16:creationId xmlns:a16="http://schemas.microsoft.com/office/drawing/2014/main" id="{607A1E13-022D-D9F1-086C-636AF8EAE3BA}"/>
              </a:ext>
            </a:extLst>
          </p:cNvPr>
          <p:cNvSpPr txBox="1"/>
          <p:nvPr userDrawn="1"/>
        </p:nvSpPr>
        <p:spPr>
          <a:xfrm>
            <a:off x="6862237" y="4401353"/>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2</a:t>
            </a:r>
            <a:endParaRPr sz="1400" b="0" i="0" u="none" strike="noStrike" cap="none">
              <a:solidFill>
                <a:schemeClr val="tx1"/>
              </a:solidFill>
              <a:latin typeface="Arial"/>
              <a:ea typeface="Arial"/>
              <a:cs typeface="Arial"/>
              <a:sym typeface="Arial"/>
            </a:endParaRPr>
          </a:p>
        </p:txBody>
      </p:sp>
      <p:sp>
        <p:nvSpPr>
          <p:cNvPr id="17" name="Google Shape;237;p39">
            <a:extLst>
              <a:ext uri="{FF2B5EF4-FFF2-40B4-BE49-F238E27FC236}">
                <a16:creationId xmlns:a16="http://schemas.microsoft.com/office/drawing/2014/main" id="{2E8F90B6-2731-530A-A552-FC88DAE9F7F9}"/>
              </a:ext>
            </a:extLst>
          </p:cNvPr>
          <p:cNvSpPr txBox="1"/>
          <p:nvPr userDrawn="1"/>
        </p:nvSpPr>
        <p:spPr>
          <a:xfrm>
            <a:off x="6862237" y="6196268"/>
            <a:ext cx="331544" cy="883127"/>
          </a:xfrm>
          <a:prstGeom prst="rect">
            <a:avLst/>
          </a:prstGeom>
          <a:noFill/>
          <a:ln>
            <a:noFill/>
          </a:ln>
        </p:spPr>
        <p:txBody>
          <a:bodyPr spcFirstLastPara="1" wrap="square" lIns="0" tIns="0" rIns="0" bIns="0" anchor="t" anchorCtr="0">
            <a:spAutoFit/>
          </a:bodyPr>
          <a:lstStyle/>
          <a:p>
            <a:pPr marL="0" marR="0" lvl="0" indent="0" algn="ctr" rtl="0">
              <a:lnSpc>
                <a:spcPct val="140009"/>
              </a:lnSpc>
              <a:spcBef>
                <a:spcPts val="0"/>
              </a:spcBef>
              <a:spcAft>
                <a:spcPts val="0"/>
              </a:spcAft>
              <a:buClr>
                <a:srgbClr val="000000"/>
              </a:buClr>
              <a:buSzPts val="4099"/>
              <a:buFont typeface="Arial"/>
              <a:buNone/>
            </a:pPr>
            <a:r>
              <a:rPr lang="pt-BR" sz="4099" b="1" i="0" u="none" strike="noStrike" cap="none">
                <a:solidFill>
                  <a:schemeClr val="tx1"/>
                </a:solidFill>
                <a:latin typeface="Poppins"/>
                <a:ea typeface="Poppins"/>
                <a:cs typeface="Poppins"/>
                <a:sym typeface="Poppins"/>
              </a:rPr>
              <a:t>3</a:t>
            </a:r>
            <a:endParaRPr sz="1400" b="0" i="0" u="none" strike="noStrike" cap="none">
              <a:solidFill>
                <a:schemeClr val="tx1"/>
              </a:solidFill>
              <a:latin typeface="Arial"/>
              <a:ea typeface="Arial"/>
              <a:cs typeface="Arial"/>
              <a:sym typeface="Arial"/>
            </a:endParaRPr>
          </a:p>
        </p:txBody>
      </p:sp>
      <p:sp>
        <p:nvSpPr>
          <p:cNvPr id="9" name="CaixaDeTexto 8">
            <a:extLst>
              <a:ext uri="{FF2B5EF4-FFF2-40B4-BE49-F238E27FC236}">
                <a16:creationId xmlns:a16="http://schemas.microsoft.com/office/drawing/2014/main" id="{7EBE2669-C701-CF93-6C9B-1A151924C387}"/>
              </a:ext>
            </a:extLst>
          </p:cNvPr>
          <p:cNvSpPr txBox="1"/>
          <p:nvPr userDrawn="1"/>
        </p:nvSpPr>
        <p:spPr>
          <a:xfrm>
            <a:off x="18454255" y="1357745"/>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200558815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5_OqueAprendemos" preserve="1" userDrawn="1">
  <p:cSld name="6_OqueAprendemos">
    <p:spTree>
      <p:nvGrpSpPr>
        <p:cNvPr id="1" name="Shape 340"/>
        <p:cNvGrpSpPr/>
        <p:nvPr/>
      </p:nvGrpSpPr>
      <p:grpSpPr>
        <a:xfrm>
          <a:off x="0" y="0"/>
          <a:ext cx="0" cy="0"/>
          <a:chOff x="0" y="0"/>
          <a:chExt cx="0" cy="0"/>
        </a:xfrm>
      </p:grpSpPr>
      <p:pic>
        <p:nvPicPr>
          <p:cNvPr id="3" name="Google Shape;324;p32">
            <a:extLst>
              <a:ext uri="{FF2B5EF4-FFF2-40B4-BE49-F238E27FC236}">
                <a16:creationId xmlns:a16="http://schemas.microsoft.com/office/drawing/2014/main" id="{E22AC8E9-5E0D-65AB-29C1-402DD6CDF5F3}"/>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0"/>
            <a:ext cx="5662874" cy="10286974"/>
          </a:xfrm>
          <a:prstGeom prst="rect">
            <a:avLst/>
          </a:prstGeom>
          <a:noFill/>
          <a:ln>
            <a:noFill/>
          </a:ln>
        </p:spPr>
      </p:pic>
      <p:pic>
        <p:nvPicPr>
          <p:cNvPr id="342" name="Google Shape;342;p32" descr="Pessoas sentadas ao redor de uma mesa&#10;&#10;Descrição gerada automaticamente com confiança média"/>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98746" y="1042736"/>
            <a:ext cx="5734704" cy="5848915"/>
          </a:xfrm>
          <a:prstGeom prst="ellipse">
            <a:avLst/>
          </a:prstGeom>
          <a:noFill/>
          <a:ln>
            <a:noFill/>
          </a:ln>
        </p:spPr>
      </p:pic>
      <p:pic>
        <p:nvPicPr>
          <p:cNvPr id="9" name="Imagem 8">
            <a:extLst>
              <a:ext uri="{FF2B5EF4-FFF2-40B4-BE49-F238E27FC236}">
                <a16:creationId xmlns:a16="http://schemas.microsoft.com/office/drawing/2014/main" id="{E926D70B-0D40-64C7-1052-E4FD954AF2E6}"/>
              </a:ext>
            </a:extLst>
          </p:cNvPr>
          <p:cNvPicPr>
            <a:picLocks/>
          </p:cNvPicPr>
          <p:nvPr userDrawn="1"/>
        </p:nvPicPr>
        <p:blipFill>
          <a:blip r:embed="rId4"/>
          <a:stretch>
            <a:fillRect/>
          </a:stretch>
        </p:blipFill>
        <p:spPr>
          <a:xfrm>
            <a:off x="2815204" y="5871609"/>
            <a:ext cx="3434405" cy="2390404"/>
          </a:xfrm>
          <a:prstGeom prst="rect">
            <a:avLst/>
          </a:prstGeom>
        </p:spPr>
      </p:pic>
      <p:sp>
        <p:nvSpPr>
          <p:cNvPr id="8" name="Google Shape;353;p32">
            <a:extLst>
              <a:ext uri="{FF2B5EF4-FFF2-40B4-BE49-F238E27FC236}">
                <a16:creationId xmlns:a16="http://schemas.microsoft.com/office/drawing/2014/main" id="{5B0C2897-579F-FE65-592E-938F0D032DAB}"/>
              </a:ext>
            </a:extLst>
          </p:cNvPr>
          <p:cNvSpPr txBox="1"/>
          <p:nvPr userDrawn="1"/>
        </p:nvSpPr>
        <p:spPr>
          <a:xfrm>
            <a:off x="3068680" y="6299311"/>
            <a:ext cx="3002646" cy="161582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a:ea typeface="Poppins Light"/>
                <a:cs typeface="Poppins Light"/>
                <a:sym typeface="Poppins Light"/>
              </a:rPr>
              <a:t>O que nós</a:t>
            </a:r>
          </a:p>
          <a:p>
            <a:pPr marL="0" marR="0" lvl="0" indent="0" algn="l" rtl="0">
              <a:lnSpc>
                <a:spcPct val="100000"/>
              </a:lnSpc>
              <a:spcBef>
                <a:spcPts val="0"/>
              </a:spcBef>
              <a:spcAft>
                <a:spcPts val="0"/>
              </a:spcAft>
              <a:buClr>
                <a:srgbClr val="000000"/>
              </a:buClr>
              <a:buSzPts val="3500"/>
              <a:buFont typeface="Arial"/>
              <a:buNone/>
            </a:pPr>
            <a:r>
              <a:rPr lang="pt-BR" sz="3500" b="1" i="0" u="none" strike="noStrike" cap="none" noProof="0">
                <a:solidFill>
                  <a:schemeClr val="lt1"/>
                </a:solidFill>
                <a:latin typeface="Poppins"/>
                <a:ea typeface="Poppins"/>
                <a:cs typeface="Poppins"/>
                <a:sym typeface="Poppins"/>
              </a:rPr>
              <a:t>aprendemos hoje?</a:t>
            </a:r>
            <a:endParaRPr lang="pt-BR" sz="3500" b="0" i="0" u="none" strike="noStrike" cap="none" noProof="0">
              <a:solidFill>
                <a:schemeClr val="lt1"/>
              </a:solidFill>
              <a:latin typeface="Poppins Light"/>
              <a:ea typeface="Poppins Light"/>
              <a:cs typeface="Poppins Light"/>
              <a:sym typeface="Poppins Light"/>
            </a:endParaRPr>
          </a:p>
        </p:txBody>
      </p:sp>
      <p:sp>
        <p:nvSpPr>
          <p:cNvPr id="4" name="Google Shape;689;p48">
            <a:extLst>
              <a:ext uri="{FF2B5EF4-FFF2-40B4-BE49-F238E27FC236}">
                <a16:creationId xmlns:a16="http://schemas.microsoft.com/office/drawing/2014/main" id="{3A19ED95-0334-F47C-AF86-3309C91852AB}"/>
              </a:ext>
            </a:extLst>
          </p:cNvPr>
          <p:cNvSpPr txBox="1">
            <a:spLocks/>
          </p:cNvSpPr>
          <p:nvPr userDrawn="1"/>
        </p:nvSpPr>
        <p:spPr>
          <a:xfrm>
            <a:off x="1377140" y="6988180"/>
            <a:ext cx="1249754" cy="238087"/>
          </a:xfrm>
          <a:prstGeom prst="rect">
            <a:avLst/>
          </a:prstGeom>
          <a:noFill/>
          <a:ln>
            <a:noFill/>
          </a:ln>
        </p:spPr>
        <p:txBody>
          <a:bodyPr spcFirstLastPara="1" wrap="square" lIns="0" tIns="0" rIns="0" bIns="0" anchor="t" anchorCtr="0">
            <a:sp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360"/>
              </a:spcBef>
              <a:buSzPts val="1200"/>
              <a:buFont typeface="Arial" pitchFamily="34" charset="0"/>
              <a:buNone/>
            </a:pPr>
            <a:r>
              <a:rPr lang="pt-BR" sz="1200">
                <a:solidFill>
                  <a:schemeClr val="bg1"/>
                </a:solidFill>
                <a:latin typeface="Poppins Light" panose="00000400000000000000" pitchFamily="2" charset="0"/>
                <a:cs typeface="Poppins Light" panose="00000400000000000000" pitchFamily="2" charset="0"/>
              </a:rPr>
              <a:t>© Getty </a:t>
            </a:r>
            <a:r>
              <a:rPr lang="pt-BR" sz="1200" err="1">
                <a:solidFill>
                  <a:schemeClr val="bg1"/>
                </a:solidFill>
                <a:latin typeface="Poppins Light" panose="00000400000000000000" pitchFamily="2" charset="0"/>
                <a:cs typeface="Poppins Light" panose="00000400000000000000" pitchFamily="2" charset="0"/>
              </a:rPr>
              <a:t>Images</a:t>
            </a:r>
            <a:endParaRPr lang="pt-BR" sz="1200">
              <a:solidFill>
                <a:schemeClr val="bg1"/>
              </a:solidFill>
              <a:latin typeface="Poppins Light" panose="00000400000000000000" pitchFamily="2" charset="0"/>
              <a:cs typeface="Poppins Light" panose="00000400000000000000" pitchFamily="2" charset="0"/>
            </a:endParaRPr>
          </a:p>
        </p:txBody>
      </p:sp>
      <p:sp>
        <p:nvSpPr>
          <p:cNvPr id="5" name="Espaço Reservado para Imagem 17">
            <a:extLst>
              <a:ext uri="{FF2B5EF4-FFF2-40B4-BE49-F238E27FC236}">
                <a16:creationId xmlns:a16="http://schemas.microsoft.com/office/drawing/2014/main" id="{625C6A0E-E0E0-2CE6-70A6-5C18B519DCF3}"/>
              </a:ext>
            </a:extLst>
          </p:cNvPr>
          <p:cNvSpPr>
            <a:spLocks noGrp="1"/>
          </p:cNvSpPr>
          <p:nvPr>
            <p:ph type="pic" sz="quarter" idx="10"/>
          </p:nvPr>
        </p:nvSpPr>
        <p:spPr>
          <a:xfrm>
            <a:off x="7302500" y="2536825"/>
            <a:ext cx="9531350" cy="6102350"/>
          </a:xfrm>
          <a:prstGeom prst="rect">
            <a:avLst/>
          </a:prstGeom>
          <a:solidFill>
            <a:schemeClr val="bg1">
              <a:lumMod val="85000"/>
            </a:schemeClr>
          </a:solidFill>
        </p:spPr>
        <p:txBody>
          <a:bodyPr/>
          <a:lstStyle>
            <a:lvl1pPr>
              <a:defRPr sz="1800" b="0" i="0">
                <a:latin typeface="Poppins" pitchFamily="2" charset="77"/>
                <a:cs typeface="Poppins" pitchFamily="2" charset="77"/>
              </a:defRPr>
            </a:lvl1pPr>
          </a:lstStyle>
          <a:p>
            <a:endParaRPr lang="pt-BR"/>
          </a:p>
        </p:txBody>
      </p:sp>
      <p:sp>
        <p:nvSpPr>
          <p:cNvPr id="12" name="Google Shape;741;p22">
            <a:extLst>
              <a:ext uri="{FF2B5EF4-FFF2-40B4-BE49-F238E27FC236}">
                <a16:creationId xmlns:a16="http://schemas.microsoft.com/office/drawing/2014/main" id="{4BD119D4-628D-2CB6-077F-AA969FD5DF91}"/>
              </a:ext>
            </a:extLst>
          </p:cNvPr>
          <p:cNvSpPr txBox="1">
            <a:spLocks/>
          </p:cNvSpPr>
          <p:nvPr userDrawn="1"/>
        </p:nvSpPr>
        <p:spPr>
          <a:xfrm>
            <a:off x="7015381" y="1101032"/>
            <a:ext cx="8160900" cy="1077425"/>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0000"/>
                </a:solidFill>
                <a:latin typeface="Poppins"/>
                <a:ea typeface="Poppins"/>
                <a:cs typeface="Poppins"/>
                <a:sym typeface="Poppins"/>
              </a:rPr>
              <a:t>Nuvem de palavras</a:t>
            </a:r>
          </a:p>
        </p:txBody>
      </p:sp>
    </p:spTree>
    <p:extLst>
      <p:ext uri="{BB962C8B-B14F-4D97-AF65-F5344CB8AC3E}">
        <p14:creationId xmlns:p14="http://schemas.microsoft.com/office/powerpoint/2010/main" val="3333225175"/>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3_Atividade_Seminario" userDrawn="1">
  <p:cSld name="4_Atividade_Seminario">
    <p:spTree>
      <p:nvGrpSpPr>
        <p:cNvPr id="1" name="Shape 353"/>
        <p:cNvGrpSpPr/>
        <p:nvPr/>
      </p:nvGrpSpPr>
      <p:grpSpPr>
        <a:xfrm>
          <a:off x="0" y="0"/>
          <a:ext cx="0" cy="0"/>
          <a:chOff x="0" y="0"/>
          <a:chExt cx="0" cy="0"/>
        </a:xfrm>
      </p:grpSpPr>
      <p:pic>
        <p:nvPicPr>
          <p:cNvPr id="5" name="Google Shape;142;p13">
            <a:extLst>
              <a:ext uri="{FF2B5EF4-FFF2-40B4-BE49-F238E27FC236}">
                <a16:creationId xmlns:a16="http://schemas.microsoft.com/office/drawing/2014/main" id="{3A4E29AB-E897-54A0-EF5B-495232186FBD}"/>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8" name="Google Shape;143;p13">
            <a:extLst>
              <a:ext uri="{FF2B5EF4-FFF2-40B4-BE49-F238E27FC236}">
                <a16:creationId xmlns:a16="http://schemas.microsoft.com/office/drawing/2014/main" id="{2F8AB1D9-1F91-C301-CADC-3280526D526F}"/>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4762"/>
            <a:ext cx="18288000" cy="852451"/>
          </a:xfrm>
          <a:prstGeom prst="rect">
            <a:avLst/>
          </a:prstGeom>
          <a:noFill/>
          <a:ln>
            <a:noFill/>
          </a:ln>
        </p:spPr>
      </p:pic>
      <p:sp>
        <p:nvSpPr>
          <p:cNvPr id="397" name="Google Shape;397;p33"/>
          <p:cNvSpPr txBox="1">
            <a:spLocks noGrp="1"/>
          </p:cNvSpPr>
          <p:nvPr>
            <p:ph type="body" idx="5"/>
          </p:nvPr>
        </p:nvSpPr>
        <p:spPr>
          <a:xfrm>
            <a:off x="2175792" y="2781300"/>
            <a:ext cx="12458810" cy="5734366"/>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20"/>
              </a:spcBef>
              <a:spcAft>
                <a:spcPts val="0"/>
              </a:spcAft>
              <a:buClr>
                <a:schemeClr val="dk1"/>
              </a:buClr>
              <a:buSzPts val="2600"/>
              <a:buFont typeface="Poppins"/>
              <a:buNone/>
              <a:defRPr sz="26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0" name="Google Shape;624;p42">
            <a:extLst>
              <a:ext uri="{FF2B5EF4-FFF2-40B4-BE49-F238E27FC236}">
                <a16:creationId xmlns:a16="http://schemas.microsoft.com/office/drawing/2014/main" id="{690D8EE8-5EA4-845E-6984-D0C986969508}"/>
              </a:ext>
            </a:extLst>
          </p:cNvPr>
          <p:cNvSpPr txBox="1"/>
          <p:nvPr userDrawn="1"/>
        </p:nvSpPr>
        <p:spPr>
          <a:xfrm>
            <a:off x="2175792" y="1771334"/>
            <a:ext cx="9518400" cy="692497"/>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4500"/>
              <a:buFont typeface="Arial"/>
              <a:buNone/>
            </a:pPr>
            <a:r>
              <a:rPr lang="pt-BR" sz="4500" b="1" i="0" u="none" strike="noStrike" cap="none" noProof="0">
                <a:solidFill>
                  <a:srgbClr val="FF161F"/>
                </a:solidFill>
                <a:latin typeface="Poppins"/>
                <a:ea typeface="Poppins"/>
                <a:cs typeface="Poppins"/>
                <a:sym typeface="Poppins"/>
              </a:rPr>
              <a:t>Referências</a:t>
            </a:r>
            <a:r>
              <a:rPr lang="en-US" sz="4500" b="1" i="0" u="none" strike="noStrike" cap="none">
                <a:solidFill>
                  <a:srgbClr val="FF161F"/>
                </a:solidFill>
                <a:latin typeface="Poppins"/>
                <a:ea typeface="Poppins"/>
                <a:cs typeface="Poppins"/>
                <a:sym typeface="Poppins"/>
              </a:rPr>
              <a:t> da aula</a:t>
            </a:r>
            <a:endParaRPr sz="1400" b="0" i="0" u="none" strike="noStrike" cap="none">
              <a:solidFill>
                <a:srgbClr val="FF161F"/>
              </a:solidFill>
              <a:latin typeface="Poppins"/>
              <a:ea typeface="Poppins"/>
              <a:cs typeface="Poppins"/>
              <a:sym typeface="Poppins"/>
            </a:endParaRPr>
          </a:p>
        </p:txBody>
      </p:sp>
    </p:spTree>
    <p:extLst>
      <p:ext uri="{BB962C8B-B14F-4D97-AF65-F5344CB8AC3E}">
        <p14:creationId xmlns:p14="http://schemas.microsoft.com/office/powerpoint/2010/main" val="65930966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12" name="Google Shape;142;p13">
            <a:extLst>
              <a:ext uri="{FF2B5EF4-FFF2-40B4-BE49-F238E27FC236}">
                <a16:creationId xmlns:a16="http://schemas.microsoft.com/office/drawing/2014/main" id="{78E61B95-FA95-9482-303F-F8E9C7A05096}"/>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3" name="Google Shape;143;p13">
            <a:extLst>
              <a:ext uri="{FF2B5EF4-FFF2-40B4-BE49-F238E27FC236}">
                <a16:creationId xmlns:a16="http://schemas.microsoft.com/office/drawing/2014/main" id="{56ED5AE7-8A4A-D26D-0938-3A483027087E}"/>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cxnSp>
        <p:nvCxnSpPr>
          <p:cNvPr id="166" name="Google Shape;166;p14"/>
          <p:cNvCxnSpPr/>
          <p:nvPr/>
        </p:nvCxnSpPr>
        <p:spPr>
          <a:xfrm>
            <a:off x="1777896" y="5864062"/>
            <a:ext cx="16118958" cy="0"/>
          </a:xfrm>
          <a:prstGeom prst="straightConnector1">
            <a:avLst/>
          </a:prstGeom>
          <a:noFill/>
          <a:ln w="28575" cap="flat" cmpd="sng">
            <a:solidFill>
              <a:schemeClr val="dk1"/>
            </a:solidFill>
            <a:prstDash val="dot"/>
            <a:round/>
            <a:headEnd type="none" w="sm" len="sm"/>
            <a:tailEnd type="none" w="sm" len="sm"/>
          </a:ln>
        </p:spPr>
      </p:cxnSp>
      <p:cxnSp>
        <p:nvCxnSpPr>
          <p:cNvPr id="168" name="Google Shape;168;p14"/>
          <p:cNvCxnSpPr/>
          <p:nvPr/>
        </p:nvCxnSpPr>
        <p:spPr>
          <a:xfrm rot="10800000">
            <a:off x="930533"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69" name="Google Shape;169;p14"/>
          <p:cNvCxnSpPr/>
          <p:nvPr/>
        </p:nvCxnSpPr>
        <p:spPr>
          <a:xfrm rot="10800000">
            <a:off x="7894950" y="6936983"/>
            <a:ext cx="0" cy="2098562"/>
          </a:xfrm>
          <a:prstGeom prst="straightConnector1">
            <a:avLst/>
          </a:prstGeom>
          <a:noFill/>
          <a:ln w="19050" cap="flat" cmpd="sng">
            <a:solidFill>
              <a:schemeClr val="dk1"/>
            </a:solidFill>
            <a:prstDash val="solid"/>
            <a:round/>
            <a:headEnd type="diamond" w="med" len="med"/>
            <a:tailEnd type="none" w="sm" len="sm"/>
          </a:ln>
        </p:spPr>
      </p:cxnSp>
      <p:cxnSp>
        <p:nvCxnSpPr>
          <p:cNvPr id="170" name="Google Shape;170;p14"/>
          <p:cNvCxnSpPr/>
          <p:nvPr/>
        </p:nvCxnSpPr>
        <p:spPr>
          <a:xfrm>
            <a:off x="4438856" y="2388705"/>
            <a:ext cx="0" cy="2249421"/>
          </a:xfrm>
          <a:prstGeom prst="straightConnector1">
            <a:avLst/>
          </a:prstGeom>
          <a:noFill/>
          <a:ln w="19050" cap="flat" cmpd="sng">
            <a:solidFill>
              <a:schemeClr val="dk1"/>
            </a:solidFill>
            <a:prstDash val="solid"/>
            <a:round/>
            <a:headEnd type="diamond" w="med" len="med"/>
            <a:tailEnd type="none" w="sm" len="sm"/>
          </a:ln>
        </p:spPr>
      </p:cxnSp>
      <p:cxnSp>
        <p:nvCxnSpPr>
          <p:cNvPr id="171" name="Google Shape;171;p14"/>
          <p:cNvCxnSpPr/>
          <p:nvPr/>
        </p:nvCxnSpPr>
        <p:spPr>
          <a:xfrm>
            <a:off x="11383791" y="2366559"/>
            <a:ext cx="0" cy="2249421"/>
          </a:xfrm>
          <a:prstGeom prst="straightConnector1">
            <a:avLst/>
          </a:prstGeom>
          <a:noFill/>
          <a:ln w="19050" cap="flat" cmpd="sng">
            <a:solidFill>
              <a:schemeClr val="dk1"/>
            </a:solidFill>
            <a:prstDash val="solid"/>
            <a:round/>
            <a:headEnd type="diamond" w="med" len="med"/>
            <a:tailEnd type="none" w="sm" len="sm"/>
          </a:ln>
        </p:spPr>
      </p:cxnSp>
      <p:sp>
        <p:nvSpPr>
          <p:cNvPr id="172" name="Google Shape;172;p14"/>
          <p:cNvSpPr>
            <a:spLocks noGrp="1"/>
          </p:cNvSpPr>
          <p:nvPr>
            <p:ph type="pic" idx="2"/>
          </p:nvPr>
        </p:nvSpPr>
        <p:spPr>
          <a:xfrm>
            <a:off x="699925" y="4638675"/>
            <a:ext cx="2960521" cy="2516188"/>
          </a:xfrm>
          <a:prstGeom prst="rect">
            <a:avLst/>
          </a:prstGeom>
          <a:solidFill>
            <a:srgbClr val="D8D8D8"/>
          </a:solidFill>
          <a:ln>
            <a:noFill/>
          </a:ln>
        </p:spPr>
      </p:sp>
      <p:sp>
        <p:nvSpPr>
          <p:cNvPr id="173" name="Google Shape;173;p14"/>
          <p:cNvSpPr>
            <a:spLocks noGrp="1"/>
          </p:cNvSpPr>
          <p:nvPr>
            <p:ph type="pic" idx="3"/>
          </p:nvPr>
        </p:nvSpPr>
        <p:spPr>
          <a:xfrm>
            <a:off x="4154709" y="4638675"/>
            <a:ext cx="2960521" cy="2516188"/>
          </a:xfrm>
          <a:prstGeom prst="rect">
            <a:avLst/>
          </a:prstGeom>
          <a:solidFill>
            <a:srgbClr val="D8D8D8"/>
          </a:solidFill>
          <a:ln>
            <a:noFill/>
          </a:ln>
        </p:spPr>
      </p:sp>
      <p:sp>
        <p:nvSpPr>
          <p:cNvPr id="174" name="Google Shape;174;p14"/>
          <p:cNvSpPr>
            <a:spLocks noGrp="1"/>
          </p:cNvSpPr>
          <p:nvPr>
            <p:ph type="pic" idx="4"/>
          </p:nvPr>
        </p:nvSpPr>
        <p:spPr>
          <a:xfrm>
            <a:off x="7609493" y="4638675"/>
            <a:ext cx="2960521" cy="2516188"/>
          </a:xfrm>
          <a:prstGeom prst="rect">
            <a:avLst/>
          </a:prstGeom>
          <a:solidFill>
            <a:srgbClr val="D8D8D8"/>
          </a:solidFill>
          <a:ln>
            <a:noFill/>
          </a:ln>
        </p:spPr>
      </p:sp>
      <p:sp>
        <p:nvSpPr>
          <p:cNvPr id="175" name="Google Shape;175;p14"/>
          <p:cNvSpPr>
            <a:spLocks noGrp="1"/>
          </p:cNvSpPr>
          <p:nvPr>
            <p:ph type="pic" idx="5"/>
          </p:nvPr>
        </p:nvSpPr>
        <p:spPr>
          <a:xfrm>
            <a:off x="11064277" y="4638675"/>
            <a:ext cx="2960521" cy="2516188"/>
          </a:xfrm>
          <a:prstGeom prst="rect">
            <a:avLst/>
          </a:prstGeom>
          <a:solidFill>
            <a:srgbClr val="D8D8D8"/>
          </a:solidFill>
          <a:ln>
            <a:noFill/>
          </a:ln>
        </p:spPr>
      </p:sp>
      <p:pic>
        <p:nvPicPr>
          <p:cNvPr id="11" name="Imagem 10">
            <a:extLst>
              <a:ext uri="{FF2B5EF4-FFF2-40B4-BE49-F238E27FC236}">
                <a16:creationId xmlns:a16="http://schemas.microsoft.com/office/drawing/2014/main" id="{1FF04620-0878-CF01-57D3-72140D9F648A}"/>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4" name="Espaço Reservado para Texto 16">
            <a:extLst>
              <a:ext uri="{FF2B5EF4-FFF2-40B4-BE49-F238E27FC236}">
                <a16:creationId xmlns:a16="http://schemas.microsoft.com/office/drawing/2014/main" id="{C618C07E-990C-6244-83E2-82CCEA46A7A7}"/>
              </a:ext>
            </a:extLst>
          </p:cNvPr>
          <p:cNvSpPr>
            <a:spLocks noGrp="1"/>
          </p:cNvSpPr>
          <p:nvPr>
            <p:ph type="body" sz="quarter" idx="10" hasCustomPrompt="1"/>
          </p:nvPr>
        </p:nvSpPr>
        <p:spPr>
          <a:xfrm>
            <a:off x="4507939" y="1437080"/>
            <a:ext cx="12420748" cy="677863"/>
          </a:xfrm>
          <a:prstGeom prst="rect">
            <a:avLst/>
          </a:prstGeom>
        </p:spPr>
        <p: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pt-BR" sz="3000" b="1" i="0" u="none" strike="noStrike" kern="0" cap="none" spc="0" normalizeH="0" baseline="0" noProof="0">
                <a:ln>
                  <a:noFill/>
                </a:ln>
                <a:solidFill>
                  <a:srgbClr val="FF0000"/>
                </a:solidFill>
                <a:effectLst/>
                <a:uLnTx/>
                <a:uFillTx/>
                <a:latin typeface="Poppins"/>
                <a:ea typeface="Poppins"/>
                <a:cs typeface="Poppins"/>
                <a:sym typeface="Poppins"/>
              </a:rPr>
              <a:t>Exemplo de linha do tempo com foto</a:t>
            </a: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31BB5FD1-7D85-8BF7-238F-C0DC0EAC62A8}"/>
              </a:ext>
            </a:extLst>
          </p:cNvPr>
          <p:cNvSpPr>
            <a:spLocks noGrp="1"/>
          </p:cNvSpPr>
          <p:nvPr>
            <p:ph type="pic" idx="11"/>
          </p:nvPr>
        </p:nvSpPr>
        <p:spPr>
          <a:xfrm>
            <a:off x="14519061" y="4638675"/>
            <a:ext cx="2960521" cy="2516188"/>
          </a:xfrm>
          <a:prstGeom prst="rect">
            <a:avLst/>
          </a:prstGeom>
          <a:solidFill>
            <a:srgbClr val="D8D8D8"/>
          </a:solidFill>
          <a:ln>
            <a:noFill/>
          </a:ln>
        </p:spPr>
      </p:sp>
      <p:cxnSp>
        <p:nvCxnSpPr>
          <p:cNvPr id="5" name="Google Shape;169;p14">
            <a:extLst>
              <a:ext uri="{FF2B5EF4-FFF2-40B4-BE49-F238E27FC236}">
                <a16:creationId xmlns:a16="http://schemas.microsoft.com/office/drawing/2014/main" id="{2021DE16-A9E6-6366-89AC-3B893A9FD23A}"/>
              </a:ext>
            </a:extLst>
          </p:cNvPr>
          <p:cNvCxnSpPr/>
          <p:nvPr userDrawn="1"/>
        </p:nvCxnSpPr>
        <p:spPr>
          <a:xfrm rot="10800000">
            <a:off x="14803750" y="6936983"/>
            <a:ext cx="0" cy="2098562"/>
          </a:xfrm>
          <a:prstGeom prst="straightConnector1">
            <a:avLst/>
          </a:prstGeom>
          <a:noFill/>
          <a:ln w="19050" cap="flat" cmpd="sng">
            <a:solidFill>
              <a:schemeClr val="dk1"/>
            </a:solidFill>
            <a:prstDash val="solid"/>
            <a:round/>
            <a:headEnd type="diamond" w="med" len="med"/>
            <a:tailEnd type="none" w="sm" len="sm"/>
          </a:ln>
        </p:spPr>
      </p:cxnSp>
    </p:spTree>
    <p:extLst>
      <p:ext uri="{BB962C8B-B14F-4D97-AF65-F5344CB8AC3E}">
        <p14:creationId xmlns:p14="http://schemas.microsoft.com/office/powerpoint/2010/main" val="36574536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1_Linha do Tempo1" preserve="1" userDrawn="1">
  <p:cSld name="3_Linha do Tempo1">
    <p:bg>
      <p:bgRef idx="1001">
        <a:schemeClr val="bg1"/>
      </p:bgRef>
    </p:bg>
    <p:spTree>
      <p:nvGrpSpPr>
        <p:cNvPr id="1" name="Shape 159"/>
        <p:cNvGrpSpPr/>
        <p:nvPr/>
      </p:nvGrpSpPr>
      <p:grpSpPr>
        <a:xfrm>
          <a:off x="0" y="0"/>
          <a:ext cx="0" cy="0"/>
          <a:chOff x="0" y="0"/>
          <a:chExt cx="0" cy="0"/>
        </a:xfrm>
      </p:grpSpPr>
      <p:pic>
        <p:nvPicPr>
          <p:cNvPr id="4" name="Google Shape;142;p13">
            <a:extLst>
              <a:ext uri="{FF2B5EF4-FFF2-40B4-BE49-F238E27FC236}">
                <a16:creationId xmlns:a16="http://schemas.microsoft.com/office/drawing/2014/main" id="{55594D94-EA93-240A-5848-0F4C472AAAF1}"/>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a:stretch/>
        </p:blipFill>
        <p:spPr>
          <a:xfrm>
            <a:off x="0" y="9422601"/>
            <a:ext cx="18288000" cy="892975"/>
          </a:xfrm>
          <a:prstGeom prst="rect">
            <a:avLst/>
          </a:prstGeom>
          <a:noFill/>
          <a:ln>
            <a:noFill/>
          </a:ln>
        </p:spPr>
      </p:pic>
      <p:pic>
        <p:nvPicPr>
          <p:cNvPr id="16" name="Google Shape;143;p13">
            <a:extLst>
              <a:ext uri="{FF2B5EF4-FFF2-40B4-BE49-F238E27FC236}">
                <a16:creationId xmlns:a16="http://schemas.microsoft.com/office/drawing/2014/main" id="{503005C4-694D-DCF7-F54E-77C762AA3BA2}"/>
              </a:ext>
            </a:extLst>
          </p:cNvPr>
          <p:cNvPicPr preferRelativeResize="0"/>
          <p:nvPr userDrawn="1"/>
        </p:nvPicPr>
        <p:blipFill rotWithShape="1">
          <a:blip r:embed="rId3" cstate="hqprint">
            <a:alphaModFix/>
            <a:extLst>
              <a:ext uri="{28A0092B-C50C-407E-A947-70E740481C1C}">
                <a14:useLocalDpi xmlns:a14="http://schemas.microsoft.com/office/drawing/2010/main"/>
              </a:ext>
            </a:extLst>
          </a:blip>
          <a:srcRect/>
          <a:stretch/>
        </p:blipFill>
        <p:spPr>
          <a:xfrm>
            <a:off x="0" y="14288"/>
            <a:ext cx="18288000" cy="852451"/>
          </a:xfrm>
          <a:prstGeom prst="rect">
            <a:avLst/>
          </a:prstGeom>
          <a:noFill/>
          <a:ln>
            <a:noFill/>
          </a:ln>
        </p:spPr>
      </p:pic>
      <p:sp>
        <p:nvSpPr>
          <p:cNvPr id="172" name="Google Shape;172;p14"/>
          <p:cNvSpPr>
            <a:spLocks noGrp="1"/>
          </p:cNvSpPr>
          <p:nvPr>
            <p:ph type="pic" idx="2"/>
          </p:nvPr>
        </p:nvSpPr>
        <p:spPr>
          <a:xfrm>
            <a:off x="4691715" y="1626877"/>
            <a:ext cx="3722376" cy="2617180"/>
          </a:xfrm>
          <a:prstGeom prst="rect">
            <a:avLst/>
          </a:prstGeom>
          <a:solidFill>
            <a:srgbClr val="D8D8D8"/>
          </a:solidFill>
          <a:ln>
            <a:noFill/>
          </a:ln>
        </p:spPr>
      </p:sp>
      <p:sp>
        <p:nvSpPr>
          <p:cNvPr id="173" name="Google Shape;173;p14"/>
          <p:cNvSpPr>
            <a:spLocks noGrp="1"/>
          </p:cNvSpPr>
          <p:nvPr>
            <p:ph type="pic" idx="3"/>
          </p:nvPr>
        </p:nvSpPr>
        <p:spPr>
          <a:xfrm>
            <a:off x="4691715" y="5755897"/>
            <a:ext cx="3722376" cy="2617180"/>
          </a:xfrm>
          <a:prstGeom prst="rect">
            <a:avLst/>
          </a:prstGeom>
          <a:solidFill>
            <a:srgbClr val="D8D8D8"/>
          </a:solidFill>
          <a:ln>
            <a:noFill/>
          </a:ln>
        </p:spPr>
      </p:sp>
      <p:sp>
        <p:nvSpPr>
          <p:cNvPr id="174" name="Google Shape;174;p14"/>
          <p:cNvSpPr>
            <a:spLocks noGrp="1"/>
          </p:cNvSpPr>
          <p:nvPr>
            <p:ph type="pic" idx="4"/>
          </p:nvPr>
        </p:nvSpPr>
        <p:spPr>
          <a:xfrm>
            <a:off x="13139294" y="5755897"/>
            <a:ext cx="3722376" cy="2617180"/>
          </a:xfrm>
          <a:prstGeom prst="rect">
            <a:avLst/>
          </a:prstGeom>
          <a:solidFill>
            <a:srgbClr val="D8D8D8"/>
          </a:solidFill>
          <a:ln>
            <a:noFill/>
          </a:ln>
        </p:spPr>
      </p:sp>
      <p:sp>
        <p:nvSpPr>
          <p:cNvPr id="175" name="Google Shape;175;p14"/>
          <p:cNvSpPr>
            <a:spLocks noGrp="1"/>
          </p:cNvSpPr>
          <p:nvPr>
            <p:ph type="pic" idx="5"/>
          </p:nvPr>
        </p:nvSpPr>
        <p:spPr>
          <a:xfrm>
            <a:off x="13139293" y="1626877"/>
            <a:ext cx="3722376" cy="2617180"/>
          </a:xfrm>
          <a:prstGeom prst="rect">
            <a:avLst/>
          </a:prstGeom>
          <a:solidFill>
            <a:srgbClr val="D8D8D8"/>
          </a:solidFill>
          <a:ln>
            <a:noFill/>
          </a:ln>
        </p:spPr>
      </p:sp>
      <p:pic>
        <p:nvPicPr>
          <p:cNvPr id="11" name="Imagem 10">
            <a:extLst>
              <a:ext uri="{FF2B5EF4-FFF2-40B4-BE49-F238E27FC236}">
                <a16:creationId xmlns:a16="http://schemas.microsoft.com/office/drawing/2014/main" id="{E170D191-4BCA-53E6-748A-C93BBC976F1B}"/>
              </a:ext>
            </a:extLst>
          </p:cNvPr>
          <p:cNvPicPr>
            <a:picLocks/>
          </p:cNvPicPr>
          <p:nvPr userDrawn="1"/>
        </p:nvPicPr>
        <p:blipFill>
          <a:blip r:embed="rId4"/>
          <a:stretch>
            <a:fillRect/>
          </a:stretch>
        </p:blipFill>
        <p:spPr>
          <a:xfrm>
            <a:off x="734401" y="691201"/>
            <a:ext cx="3434405" cy="2390404"/>
          </a:xfrm>
          <a:prstGeom prst="rect">
            <a:avLst/>
          </a:prstGeom>
        </p:spPr>
      </p:pic>
      <p:sp>
        <p:nvSpPr>
          <p:cNvPr id="167" name="Google Shape;167;p14"/>
          <p:cNvSpPr txBox="1"/>
          <p:nvPr/>
        </p:nvSpPr>
        <p:spPr>
          <a:xfrm>
            <a:off x="1086896" y="1400003"/>
            <a:ext cx="2240915" cy="461665"/>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3000" b="1" i="0" u="none" strike="noStrike" cap="none">
                <a:solidFill>
                  <a:schemeClr val="lt1"/>
                </a:solidFill>
                <a:latin typeface="Poppins"/>
                <a:ea typeface="Poppins"/>
                <a:cs typeface="Poppins"/>
                <a:sym typeface="Poppins"/>
              </a:rPr>
              <a:t>Exposição</a:t>
            </a:r>
            <a:endParaRPr sz="3000" b="0" i="0" u="none" strike="noStrike" cap="none">
              <a:solidFill>
                <a:schemeClr val="lt1"/>
              </a:solidFill>
              <a:latin typeface="Poppins Light"/>
              <a:ea typeface="Poppins Light"/>
              <a:cs typeface="Poppins Light"/>
              <a:sym typeface="Poppins Light"/>
            </a:endParaRPr>
          </a:p>
        </p:txBody>
      </p:sp>
      <p:sp>
        <p:nvSpPr>
          <p:cNvPr id="8" name="Google Shape;77;p5">
            <a:extLst>
              <a:ext uri="{FF2B5EF4-FFF2-40B4-BE49-F238E27FC236}">
                <a16:creationId xmlns:a16="http://schemas.microsoft.com/office/drawing/2014/main" id="{CD5A9689-805B-758E-F148-9C6E588745B9}"/>
              </a:ext>
            </a:extLst>
          </p:cNvPr>
          <p:cNvSpPr txBox="1"/>
          <p:nvPr userDrawn="1"/>
        </p:nvSpPr>
        <p:spPr>
          <a:xfrm>
            <a:off x="1076452" y="1299969"/>
            <a:ext cx="2729558" cy="1077218"/>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pt-BR" sz="3500" b="0" i="0" u="none" strike="noStrike" cap="none" noProof="0">
                <a:solidFill>
                  <a:schemeClr val="lt1"/>
                </a:solidFill>
                <a:latin typeface="Poppins Light" pitchFamily="2" charset="77"/>
                <a:ea typeface="Poppins"/>
                <a:cs typeface="Poppins Light" pitchFamily="2" charset="77"/>
                <a:sym typeface="Poppins"/>
              </a:rPr>
              <a:t>Construindo o </a:t>
            </a:r>
            <a:r>
              <a:rPr lang="pt-BR" sz="3500" b="1" i="0" u="none" strike="noStrike" cap="none" noProof="0">
                <a:solidFill>
                  <a:schemeClr val="lt1"/>
                </a:solidFill>
                <a:latin typeface="Poppins"/>
                <a:ea typeface="Poppins"/>
                <a:cs typeface="Poppins"/>
                <a:sym typeface="Poppins"/>
              </a:rPr>
              <a:t>conceito</a:t>
            </a:r>
            <a:endParaRPr lang="pt-BR" sz="3500" b="0" i="0" u="none" strike="noStrike" cap="none" noProof="0">
              <a:solidFill>
                <a:schemeClr val="lt1"/>
              </a:solidFill>
              <a:latin typeface="Poppins Light"/>
              <a:ea typeface="Poppins Light"/>
              <a:cs typeface="Poppins Light"/>
              <a:sym typeface="Poppins Light"/>
            </a:endParaRPr>
          </a:p>
        </p:txBody>
      </p:sp>
      <p:sp>
        <p:nvSpPr>
          <p:cNvPr id="3" name="Google Shape;175;p14">
            <a:extLst>
              <a:ext uri="{FF2B5EF4-FFF2-40B4-BE49-F238E27FC236}">
                <a16:creationId xmlns:a16="http://schemas.microsoft.com/office/drawing/2014/main" id="{56C71D41-77D9-DF79-58BE-9365F966EF69}"/>
              </a:ext>
            </a:extLst>
          </p:cNvPr>
          <p:cNvSpPr>
            <a:spLocks noGrp="1"/>
          </p:cNvSpPr>
          <p:nvPr>
            <p:ph type="pic" idx="10"/>
          </p:nvPr>
        </p:nvSpPr>
        <p:spPr>
          <a:xfrm>
            <a:off x="8915504" y="3954441"/>
            <a:ext cx="3722376" cy="2617180"/>
          </a:xfrm>
          <a:prstGeom prst="rect">
            <a:avLst/>
          </a:prstGeom>
          <a:solidFill>
            <a:srgbClr val="D8D8D8"/>
          </a:solidFill>
          <a:ln>
            <a:noFill/>
          </a:ln>
        </p:spPr>
      </p:sp>
      <p:sp>
        <p:nvSpPr>
          <p:cNvPr id="5" name="Google Shape;461;p35">
            <a:extLst>
              <a:ext uri="{FF2B5EF4-FFF2-40B4-BE49-F238E27FC236}">
                <a16:creationId xmlns:a16="http://schemas.microsoft.com/office/drawing/2014/main" id="{33D0D6C5-8715-0F40-FA0E-D48893B501E0}"/>
              </a:ext>
            </a:extLst>
          </p:cNvPr>
          <p:cNvSpPr txBox="1">
            <a:spLocks noGrp="1"/>
          </p:cNvSpPr>
          <p:nvPr>
            <p:ph type="body" idx="1"/>
          </p:nvPr>
        </p:nvSpPr>
        <p:spPr>
          <a:xfrm>
            <a:off x="4691715"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2" name="Google Shape;461;p35">
            <a:extLst>
              <a:ext uri="{FF2B5EF4-FFF2-40B4-BE49-F238E27FC236}">
                <a16:creationId xmlns:a16="http://schemas.microsoft.com/office/drawing/2014/main" id="{942739D9-B2BA-79B7-5ED1-B62B55D3F5ED}"/>
              </a:ext>
            </a:extLst>
          </p:cNvPr>
          <p:cNvSpPr txBox="1">
            <a:spLocks noGrp="1"/>
          </p:cNvSpPr>
          <p:nvPr>
            <p:ph type="body" idx="11"/>
          </p:nvPr>
        </p:nvSpPr>
        <p:spPr>
          <a:xfrm>
            <a:off x="4691715"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3" name="Google Shape;461;p35">
            <a:extLst>
              <a:ext uri="{FF2B5EF4-FFF2-40B4-BE49-F238E27FC236}">
                <a16:creationId xmlns:a16="http://schemas.microsoft.com/office/drawing/2014/main" id="{EE04D1B5-9360-A915-C219-497C2ACFCD81}"/>
              </a:ext>
            </a:extLst>
          </p:cNvPr>
          <p:cNvSpPr txBox="1">
            <a:spLocks noGrp="1"/>
          </p:cNvSpPr>
          <p:nvPr>
            <p:ph type="body" idx="12"/>
          </p:nvPr>
        </p:nvSpPr>
        <p:spPr>
          <a:xfrm>
            <a:off x="13141449" y="436241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4" name="Google Shape;461;p35">
            <a:extLst>
              <a:ext uri="{FF2B5EF4-FFF2-40B4-BE49-F238E27FC236}">
                <a16:creationId xmlns:a16="http://schemas.microsoft.com/office/drawing/2014/main" id="{7394943A-CEBB-AB48-ECBE-BBC2776C35A1}"/>
              </a:ext>
            </a:extLst>
          </p:cNvPr>
          <p:cNvSpPr txBox="1">
            <a:spLocks noGrp="1"/>
          </p:cNvSpPr>
          <p:nvPr>
            <p:ph type="body" idx="13"/>
          </p:nvPr>
        </p:nvSpPr>
        <p:spPr>
          <a:xfrm>
            <a:off x="13141449" y="8485442"/>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
        <p:nvSpPr>
          <p:cNvPr id="15" name="Google Shape;461;p35">
            <a:extLst>
              <a:ext uri="{FF2B5EF4-FFF2-40B4-BE49-F238E27FC236}">
                <a16:creationId xmlns:a16="http://schemas.microsoft.com/office/drawing/2014/main" id="{114A61D5-AD8F-FCAE-D28D-A4A6D7992919}"/>
              </a:ext>
            </a:extLst>
          </p:cNvPr>
          <p:cNvSpPr txBox="1">
            <a:spLocks noGrp="1"/>
          </p:cNvSpPr>
          <p:nvPr>
            <p:ph type="body" idx="14"/>
          </p:nvPr>
        </p:nvSpPr>
        <p:spPr>
          <a:xfrm>
            <a:off x="8925049" y="6665345"/>
            <a:ext cx="3722375" cy="395855"/>
          </a:xfrm>
          <a:prstGeom prst="rect">
            <a:avLst/>
          </a:prstGeom>
          <a:noFill/>
          <a:ln>
            <a:noFill/>
          </a:ln>
        </p:spPr>
        <p:txBody>
          <a:bodyPr spcFirstLastPara="1" wrap="square" lIns="91425" tIns="45700" rIns="91425" bIns="45700" anchor="t" anchorCtr="0">
            <a:normAutofit/>
          </a:bodyPr>
          <a:lstStyle>
            <a:lvl1pPr marL="0" marR="0" lvl="0" indent="0" algn="l" rtl="0">
              <a:lnSpc>
                <a:spcPct val="100000"/>
              </a:lnSpc>
              <a:spcBef>
                <a:spcPts val="0"/>
              </a:spcBef>
              <a:spcAft>
                <a:spcPts val="0"/>
              </a:spcAft>
              <a:buClr>
                <a:schemeClr val="dk1"/>
              </a:buClr>
              <a:buSzPts val="1900"/>
              <a:buFont typeface="Poppins"/>
              <a:buNone/>
              <a:defRPr sz="1400" b="0" i="0" u="none" strike="noStrike" cap="none">
                <a:solidFill>
                  <a:schemeClr val="dk1"/>
                </a:solidFill>
                <a:latin typeface="Poppins Light"/>
                <a:ea typeface="Poppins Light"/>
                <a:cs typeface="Poppins Light"/>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912060252"/>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135894498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cxnSp>
        <p:nvCxnSpPr>
          <p:cNvPr id="15" name="Conector recto 4">
            <a:extLst>
              <a:ext uri="{FF2B5EF4-FFF2-40B4-BE49-F238E27FC236}">
                <a16:creationId xmlns:a16="http://schemas.microsoft.com/office/drawing/2014/main" id="{B00161AD-4B62-D867-A528-21DF01B13D4D}"/>
              </a:ext>
            </a:extLst>
          </p:cNvPr>
          <p:cNvCxnSpPr>
            <a:cxnSpLocks/>
          </p:cNvCxnSpPr>
          <p:nvPr userDrawn="1"/>
        </p:nvCxnSpPr>
        <p:spPr>
          <a:xfrm>
            <a:off x="514532" y="913691"/>
            <a:ext cx="1124417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Google Shape;66;g1f520272227_0_4">
            <a:extLst>
              <a:ext uri="{FF2B5EF4-FFF2-40B4-BE49-F238E27FC236}">
                <a16:creationId xmlns:a16="http://schemas.microsoft.com/office/drawing/2014/main" id="{0064257B-305A-F007-6406-534D4CA5B979}"/>
              </a:ext>
            </a:extLst>
          </p:cNvPr>
          <p:cNvSpPr txBox="1"/>
          <p:nvPr userDrawn="1"/>
        </p:nvSpPr>
        <p:spPr>
          <a:xfrm>
            <a:off x="514531" y="572423"/>
            <a:ext cx="6230397" cy="432396"/>
          </a:xfrm>
          <a:prstGeom prst="rect">
            <a:avLst/>
          </a:prstGeom>
          <a:noFill/>
          <a:ln>
            <a:noFill/>
          </a:ln>
        </p:spPr>
        <p:txBody>
          <a:bodyPr spcFirstLastPara="1" wrap="square" lIns="91425" tIns="91425" rIns="91425" bIns="91425" anchor="ctr" anchorCtr="0">
            <a:spAutoFit/>
          </a:bodyPr>
          <a:lstStyle/>
          <a:p>
            <a:pPr marL="0" marR="0" lvl="0" indent="0" algn="l" rtl="0">
              <a:lnSpc>
                <a:spcPct val="115000"/>
              </a:lnSpc>
              <a:spcBef>
                <a:spcPts val="0"/>
              </a:spcBef>
              <a:buClr>
                <a:srgbClr val="000000"/>
              </a:buClr>
              <a:buSzPts val="3400"/>
              <a:buFont typeface="Arial"/>
              <a:buNone/>
            </a:pPr>
            <a:r>
              <a:rPr lang="pt-BR" b="1">
                <a:latin typeface="Arial" panose="020B0604020202020204" pitchFamily="34" charset="0"/>
                <a:ea typeface="Verdana"/>
                <a:cs typeface="Arial" panose="020B0604020202020204" pitchFamily="34" charset="0"/>
                <a:sym typeface="Verdana"/>
              </a:rPr>
              <a:t>Diversas aplicações</a:t>
            </a:r>
            <a:endParaRPr lang="pt-BR" sz="1400" b="1" i="0" u="none" strike="noStrike" cap="none">
              <a:latin typeface="Arial" panose="020B0604020202020204" pitchFamily="34" charset="0"/>
              <a:ea typeface="Verdana"/>
              <a:cs typeface="Arial" panose="020B0604020202020204" pitchFamily="34" charset="0"/>
              <a:sym typeface="Verdana"/>
            </a:endParaRPr>
          </a:p>
        </p:txBody>
      </p:sp>
    </p:spTree>
    <p:extLst>
      <p:ext uri="{BB962C8B-B14F-4D97-AF65-F5344CB8AC3E}">
        <p14:creationId xmlns:p14="http://schemas.microsoft.com/office/powerpoint/2010/main" val="11178854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4. Exposição" preserve="1" userDrawn="1">
  <p:cSld name="2_4. Exposição">
    <p:spTree>
      <p:nvGrpSpPr>
        <p:cNvPr id="1" name="Shape 125"/>
        <p:cNvGrpSpPr/>
        <p:nvPr/>
      </p:nvGrpSpPr>
      <p:grpSpPr>
        <a:xfrm>
          <a:off x="0" y="0"/>
          <a:ext cx="0" cy="0"/>
          <a:chOff x="0" y="0"/>
          <a:chExt cx="0" cy="0"/>
        </a:xfrm>
      </p:grpSpPr>
      <p:sp>
        <p:nvSpPr>
          <p:cNvPr id="7" name="CaixaDeTexto 6">
            <a:extLst>
              <a:ext uri="{FF2B5EF4-FFF2-40B4-BE49-F238E27FC236}">
                <a16:creationId xmlns:a16="http://schemas.microsoft.com/office/drawing/2014/main" id="{D7E4D5C0-2DFD-930A-8F66-D0EE5037040E}"/>
              </a:ext>
            </a:extLst>
          </p:cNvPr>
          <p:cNvSpPr txBox="1"/>
          <p:nvPr userDrawn="1"/>
        </p:nvSpPr>
        <p:spPr>
          <a:xfrm>
            <a:off x="6203092" y="-1556951"/>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spTree>
    <p:extLst>
      <p:ext uri="{BB962C8B-B14F-4D97-AF65-F5344CB8AC3E}">
        <p14:creationId xmlns:p14="http://schemas.microsoft.com/office/powerpoint/2010/main" val="4423805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1_4. Exposição">
  <p:cSld name="1_4. Exposição">
    <p:spTree>
      <p:nvGrpSpPr>
        <p:cNvPr id="1" name="Shape 141"/>
        <p:cNvGrpSpPr/>
        <p:nvPr/>
      </p:nvGrpSpPr>
      <p:grpSpPr>
        <a:xfrm>
          <a:off x="0" y="0"/>
          <a:ext cx="0" cy="0"/>
          <a:chOff x="0" y="0"/>
          <a:chExt cx="0" cy="0"/>
        </a:xfrm>
      </p:grpSpPr>
      <p:pic>
        <p:nvPicPr>
          <p:cNvPr id="4" name="Google Shape;134;p12">
            <a:extLst>
              <a:ext uri="{FF2B5EF4-FFF2-40B4-BE49-F238E27FC236}">
                <a16:creationId xmlns:a16="http://schemas.microsoft.com/office/drawing/2014/main" id="{FBAFECC8-99B0-4DB2-0613-0EB8F8835C80}"/>
              </a:ext>
            </a:extLst>
          </p:cNvPr>
          <p:cNvPicPr preferRelativeResize="0"/>
          <p:nvPr userDrawn="1"/>
        </p:nvPicPr>
        <p:blipFill rotWithShape="1">
          <a:blip r:embed="rId2" cstate="hqprint">
            <a:alphaModFix/>
            <a:extLst>
              <a:ext uri="{28A0092B-C50C-407E-A947-70E740481C1C}">
                <a14:useLocalDpi xmlns:a14="http://schemas.microsoft.com/office/drawing/2010/main"/>
              </a:ext>
            </a:extLst>
          </a:blip>
          <a:srcRect t="921" r="920"/>
          <a:stretch/>
        </p:blipFill>
        <p:spPr>
          <a:xfrm>
            <a:off x="6" y="0"/>
            <a:ext cx="18288000" cy="10286983"/>
          </a:xfrm>
          <a:prstGeom prst="rect">
            <a:avLst/>
          </a:prstGeom>
          <a:noFill/>
          <a:ln>
            <a:noFill/>
          </a:ln>
        </p:spPr>
      </p:pic>
      <p:pic>
        <p:nvPicPr>
          <p:cNvPr id="6" name="Imagem 5">
            <a:extLst>
              <a:ext uri="{FF2B5EF4-FFF2-40B4-BE49-F238E27FC236}">
                <a16:creationId xmlns:a16="http://schemas.microsoft.com/office/drawing/2014/main" id="{8BC9D4A4-2B0E-A4E3-372E-7DDEC093C3A8}"/>
              </a:ext>
            </a:extLst>
          </p:cNvPr>
          <p:cNvPicPr>
            <a:picLocks/>
          </p:cNvPicPr>
          <p:nvPr userDrawn="1"/>
        </p:nvPicPr>
        <p:blipFill>
          <a:blip r:embed="rId3"/>
          <a:stretch>
            <a:fillRect/>
          </a:stretch>
        </p:blipFill>
        <p:spPr>
          <a:xfrm>
            <a:off x="7891212" y="457201"/>
            <a:ext cx="9831615" cy="8352013"/>
          </a:xfrm>
          <a:prstGeom prst="rect">
            <a:avLst/>
          </a:prstGeom>
        </p:spPr>
      </p:pic>
      <p:sp>
        <p:nvSpPr>
          <p:cNvPr id="146" name="Google Shape;146;p12"/>
          <p:cNvSpPr txBox="1">
            <a:spLocks noGrp="1"/>
          </p:cNvSpPr>
          <p:nvPr>
            <p:ph type="body" idx="1"/>
          </p:nvPr>
        </p:nvSpPr>
        <p:spPr>
          <a:xfrm>
            <a:off x="9131813" y="2067004"/>
            <a:ext cx="7607700" cy="34443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560"/>
              </a:spcBef>
              <a:spcAft>
                <a:spcPts val="0"/>
              </a:spcAft>
              <a:buClr>
                <a:schemeClr val="dk1"/>
              </a:buClr>
              <a:buSzPts val="2800"/>
              <a:buFont typeface="Poppins"/>
              <a:buNone/>
              <a:defRPr sz="2800" b="0" i="0" u="none" strike="noStrike" cap="none">
                <a:solidFill>
                  <a:schemeClr val="dk1"/>
                </a:solidFill>
                <a:latin typeface="Poppins" pitchFamily="2" charset="77"/>
                <a:ea typeface="Poppins" pitchFamily="2" charset="77"/>
                <a:cs typeface="Poppins" pitchFamily="2" charset="77"/>
                <a:sym typeface="Poppins Light"/>
              </a:defRPr>
            </a:lvl1pPr>
            <a:lvl2pPr marL="914400" marR="0" lvl="1" indent="-406400" algn="l" rtl="0">
              <a:lnSpc>
                <a:spcPct val="100000"/>
              </a:lnSpc>
              <a:spcBef>
                <a:spcPts val="56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6pPr>
            <a:lvl7pPr marL="3200400" marR="0" lvl="6"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7pPr>
            <a:lvl8pPr marL="3657600" marR="0" lvl="7"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8pPr>
            <a:lvl9pPr marL="4114800" marR="0" lvl="8" indent="-355600" algn="l" rtl="0">
              <a:lnSpc>
                <a:spcPct val="100000"/>
              </a:lnSpc>
              <a:spcBef>
                <a:spcPts val="4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9pPr>
          </a:lstStyle>
          <a:p>
            <a:endParaRPr/>
          </a:p>
        </p:txBody>
      </p:sp>
    </p:spTree>
    <p:extLst>
      <p:ext uri="{BB962C8B-B14F-4D97-AF65-F5344CB8AC3E}">
        <p14:creationId xmlns:p14="http://schemas.microsoft.com/office/powerpoint/2010/main" val="81094706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ilha_SIS_5_3">
    <p:bg>
      <p:bgPr>
        <a:solidFill>
          <a:srgbClr val="EFEFEF"/>
        </a:solidFill>
        <a:effectLst/>
      </p:bgPr>
    </p:bg>
    <p:spTree>
      <p:nvGrpSpPr>
        <p:cNvPr id="1" name=""/>
        <p:cNvGrpSpPr/>
        <p:nvPr/>
      </p:nvGrpSpPr>
      <p:grpSpPr>
        <a:xfrm>
          <a:off x="0" y="0"/>
          <a:ext cx="0" cy="0"/>
          <a:chOff x="0" y="0"/>
          <a:chExt cx="0" cy="0"/>
        </a:xfrm>
      </p:grpSpPr>
      <p:sp>
        <p:nvSpPr>
          <p:cNvPr id="17" name="Elipse 16"/>
          <p:cNvSpPr/>
          <p:nvPr userDrawn="1"/>
        </p:nvSpPr>
        <p:spPr>
          <a:xfrm rot="16200000" flipV="1">
            <a:off x="3396908" y="7274877"/>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grpSp>
        <p:nvGrpSpPr>
          <p:cNvPr id="18" name="Grupo 17"/>
          <p:cNvGrpSpPr/>
          <p:nvPr userDrawn="1"/>
        </p:nvGrpSpPr>
        <p:grpSpPr>
          <a:xfrm>
            <a:off x="11481857" y="3631122"/>
            <a:ext cx="1357851" cy="351000"/>
            <a:chOff x="7061962" y="2141288"/>
            <a:chExt cx="905234" cy="234000"/>
          </a:xfrm>
        </p:grpSpPr>
        <p:sp>
          <p:nvSpPr>
            <p:cNvPr id="26" name="Elipse 25"/>
            <p:cNvSpPr/>
            <p:nvPr/>
          </p:nvSpPr>
          <p:spPr>
            <a:xfrm>
              <a:off x="7061962" y="2141288"/>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27" name="Conector reto 26"/>
            <p:cNvCxnSpPr/>
            <p:nvPr/>
          </p:nvCxnSpPr>
          <p:spPr>
            <a:xfrm rot="10800000" flipH="1" flipV="1">
              <a:off x="7269723" y="2256208"/>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32" name="Imagem 3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8735965" y="1211362"/>
            <a:ext cx="955549" cy="1046990"/>
          </a:xfrm>
          <a:prstGeom prst="rect">
            <a:avLst/>
          </a:prstGeom>
        </p:spPr>
      </p:pic>
      <p:pic>
        <p:nvPicPr>
          <p:cNvPr id="33" name="Imagem 32"/>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2489020" y="3174631"/>
            <a:ext cx="960122" cy="1046990"/>
          </a:xfrm>
          <a:prstGeom prst="rect">
            <a:avLst/>
          </a:prstGeom>
        </p:spPr>
      </p:pic>
      <p:cxnSp>
        <p:nvCxnSpPr>
          <p:cNvPr id="37" name="Conector reto 36"/>
          <p:cNvCxnSpPr/>
          <p:nvPr userDrawn="1"/>
        </p:nvCxnSpPr>
        <p:spPr>
          <a:xfrm rot="10800000" flipH="1" flipV="1">
            <a:off x="2469065" y="7473401"/>
            <a:ext cx="1046210" cy="224"/>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39" name="Imagem 38"/>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1903672" y="6886253"/>
            <a:ext cx="955550" cy="1042004"/>
          </a:xfrm>
          <a:prstGeom prst="rect">
            <a:avLst/>
          </a:prstGeom>
        </p:spPr>
      </p:pic>
      <p:sp>
        <p:nvSpPr>
          <p:cNvPr id="40" name="CaixaDeTexto 39"/>
          <p:cNvSpPr txBox="1"/>
          <p:nvPr/>
        </p:nvSpPr>
        <p:spPr>
          <a:xfrm>
            <a:off x="2036621" y="7100206"/>
            <a:ext cx="822600" cy="848129"/>
          </a:xfrm>
          <a:prstGeom prst="rect">
            <a:avLst/>
          </a:prstGeom>
          <a:noFill/>
        </p:spPr>
        <p:txBody>
          <a:bodyPr wrap="square" rtlCol="0" anchor="ctr">
            <a:noAutofit/>
          </a:bodyPr>
          <a:lstStyle/>
          <a:p>
            <a:pPr algn="ctr"/>
            <a:endParaRPr lang="pt-BR" sz="4050" b="1">
              <a:solidFill>
                <a:schemeClr val="bg1"/>
              </a:solidFill>
              <a:latin typeface="Poppins" panose="00000500000000000000" pitchFamily="2" charset="0"/>
              <a:cs typeface="Poppins" panose="00000500000000000000" pitchFamily="2" charset="0"/>
            </a:endParaRPr>
          </a:p>
        </p:txBody>
      </p:sp>
      <p:grpSp>
        <p:nvGrpSpPr>
          <p:cNvPr id="41" name="Grupo 40"/>
          <p:cNvGrpSpPr/>
          <p:nvPr userDrawn="1"/>
        </p:nvGrpSpPr>
        <p:grpSpPr>
          <a:xfrm rot="5400000">
            <a:off x="8638738" y="2447375"/>
            <a:ext cx="1289486" cy="351000"/>
            <a:chOff x="6518136" y="4850711"/>
            <a:chExt cx="859657" cy="234000"/>
          </a:xfrm>
        </p:grpSpPr>
        <p:sp>
          <p:nvSpPr>
            <p:cNvPr id="42" name="Elipse 41"/>
            <p:cNvSpPr/>
            <p:nvPr/>
          </p:nvSpPr>
          <p:spPr>
            <a:xfrm>
              <a:off x="7143793" y="4850711"/>
              <a:ext cx="234000" cy="234000"/>
            </a:xfrm>
            <a:prstGeom prst="ellipse">
              <a:avLst/>
            </a:prstGeom>
            <a:solidFill>
              <a:srgbClr val="EE20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3" name="Conector reto 42"/>
            <p:cNvCxnSpPr/>
            <p:nvPr/>
          </p:nvCxnSpPr>
          <p:spPr>
            <a:xfrm rot="10800000" flipH="1" flipV="1">
              <a:off x="6518136" y="4972537"/>
              <a:ext cx="697473" cy="149"/>
            </a:xfrm>
            <a:prstGeom prst="line">
              <a:avLst/>
            </a:prstGeom>
            <a:ln>
              <a:solidFill>
                <a:srgbClr val="EE2026"/>
              </a:solidFill>
            </a:ln>
          </p:spPr>
          <p:style>
            <a:lnRef idx="1">
              <a:schemeClr val="accent1"/>
            </a:lnRef>
            <a:fillRef idx="0">
              <a:schemeClr val="accent1"/>
            </a:fillRef>
            <a:effectRef idx="0">
              <a:schemeClr val="accent1"/>
            </a:effectRef>
            <a:fontRef idx="minor">
              <a:schemeClr val="tx1"/>
            </a:fontRef>
          </p:style>
        </p:cxnSp>
      </p:grpSp>
      <p:sp>
        <p:nvSpPr>
          <p:cNvPr id="14" name="Espaço Reservado para Texto 13"/>
          <p:cNvSpPr>
            <a:spLocks noGrp="1"/>
          </p:cNvSpPr>
          <p:nvPr userDrawn="1">
            <p:ph type="body" sz="quarter" idx="12" hasCustomPrompt="1"/>
          </p:nvPr>
        </p:nvSpPr>
        <p:spPr>
          <a:xfrm>
            <a:off x="447932" y="8029858"/>
            <a:ext cx="2674143" cy="906974"/>
          </a:xfrm>
          <a:prstGeom prst="rect">
            <a:avLst/>
          </a:prstGeom>
        </p:spPr>
        <p:txBody>
          <a:bodyPr/>
          <a:lstStyle>
            <a:lvl1pPr marL="0" marR="0" indent="0" algn="r" defTabSz="1371600" rtl="0" eaLnBrk="1" fontAlgn="auto" latinLnBrk="0" hangingPunct="1">
              <a:lnSpc>
                <a:spcPct val="90000"/>
              </a:lnSpc>
              <a:spcBef>
                <a:spcPts val="1500"/>
              </a:spcBef>
              <a:spcAft>
                <a:spcPts val="0"/>
              </a:spcAft>
              <a:buClrTx/>
              <a:buSzTx/>
              <a:buFontTx/>
              <a:buNone/>
              <a:tabLst/>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16" name="Espaço Reservado para Texto 13"/>
          <p:cNvSpPr>
            <a:spLocks noGrp="1"/>
          </p:cNvSpPr>
          <p:nvPr>
            <p:ph type="body" sz="quarter" idx="13" hasCustomPrompt="1"/>
          </p:nvPr>
        </p:nvSpPr>
        <p:spPr>
          <a:xfrm>
            <a:off x="9766953" y="1149659"/>
            <a:ext cx="2674143" cy="488519"/>
          </a:xfrm>
          <a:prstGeom prst="rect">
            <a:avLst/>
          </a:prstGeom>
        </p:spPr>
        <p:txBody>
          <a:bodyPr/>
          <a:lstStyle>
            <a:lvl1pPr marL="0" marR="0" indent="0" algn="l" defTabSz="1371600" rtl="0" eaLnBrk="1" fontAlgn="auto" latinLnBrk="0" hangingPunct="1">
              <a:lnSpc>
                <a:spcPct val="90000"/>
              </a:lnSpc>
              <a:spcBef>
                <a:spcPts val="1500"/>
              </a:spcBef>
              <a:spcAft>
                <a:spcPts val="0"/>
              </a:spcAft>
              <a:buClrTx/>
              <a:buSzTx/>
              <a:buFontTx/>
              <a:buNone/>
              <a:tabLst/>
              <a:defRPr sz="2100" b="1" baseline="0">
                <a:solidFill>
                  <a:srgbClr val="EE2026"/>
                </a:solidFill>
                <a:latin typeface="Poppins" panose="00000500000000000000" pitchFamily="2" charset="0"/>
                <a:cs typeface="Poppins" panose="00000500000000000000" pitchFamily="2" charset="0"/>
              </a:defRPr>
            </a:lvl1pPr>
          </a:lstStyle>
          <a:p>
            <a:pPr lvl="0"/>
            <a:r>
              <a:rPr lang="pt-BR"/>
              <a:t>Você está aqui!</a:t>
            </a:r>
          </a:p>
        </p:txBody>
      </p:sp>
      <p:sp>
        <p:nvSpPr>
          <p:cNvPr id="19" name="Espaço Reservado para Texto 18"/>
          <p:cNvSpPr>
            <a:spLocks noGrp="1"/>
          </p:cNvSpPr>
          <p:nvPr userDrawn="1">
            <p:ph type="body" sz="quarter" idx="14" hasCustomPrompt="1"/>
          </p:nvPr>
        </p:nvSpPr>
        <p:spPr>
          <a:xfrm>
            <a:off x="2031101" y="7021334"/>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
        <p:nvSpPr>
          <p:cNvPr id="20" name="Espaço Reservado para Texto 9"/>
          <p:cNvSpPr>
            <a:spLocks noGrp="1"/>
          </p:cNvSpPr>
          <p:nvPr userDrawn="1">
            <p:ph type="body" sz="quarter" idx="15" hasCustomPrompt="1"/>
          </p:nvPr>
        </p:nvSpPr>
        <p:spPr>
          <a:xfrm>
            <a:off x="13530021" y="2761219"/>
            <a:ext cx="3463023" cy="1326356"/>
          </a:xfrm>
          <a:prstGeom prst="rect">
            <a:avLst/>
          </a:prstGeom>
        </p:spPr>
        <p:txBody>
          <a:bodyPr anchor="b"/>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2" name="Espaço Reservado para Texto 9"/>
          <p:cNvSpPr>
            <a:spLocks noGrp="1"/>
          </p:cNvSpPr>
          <p:nvPr>
            <p:ph type="body" sz="quarter" idx="17" hasCustomPrompt="1"/>
          </p:nvPr>
        </p:nvSpPr>
        <p:spPr>
          <a:xfrm>
            <a:off x="9764360" y="1532502"/>
            <a:ext cx="2998494" cy="84031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23" name="Espaço Reservado para Texto 18"/>
          <p:cNvSpPr>
            <a:spLocks noGrp="1"/>
          </p:cNvSpPr>
          <p:nvPr>
            <p:ph type="body" sz="quarter" idx="18" hasCustomPrompt="1"/>
          </p:nvPr>
        </p:nvSpPr>
        <p:spPr>
          <a:xfrm>
            <a:off x="8870164" y="1349604"/>
            <a:ext cx="812006" cy="1023213"/>
          </a:xfrm>
          <a:prstGeom prst="rect">
            <a:avLst/>
          </a:prstGeom>
        </p:spPr>
        <p:txBody>
          <a:bodyPr anchor="ctr"/>
          <a:lstStyle>
            <a:lvl1pPr marL="0" marR="0" indent="0" algn="ctr" defTabSz="1371600" rtl="0" eaLnBrk="1" fontAlgn="auto" latinLnBrk="0" hangingPunct="1">
              <a:lnSpc>
                <a:spcPct val="90000"/>
              </a:lnSpc>
              <a:spcBef>
                <a:spcPts val="1500"/>
              </a:spcBef>
              <a:spcAft>
                <a:spcPts val="0"/>
              </a:spcAft>
              <a:buClrTx/>
              <a:buSzTx/>
              <a:buFontTx/>
              <a:buNone/>
              <a:tabLst/>
              <a:defRPr sz="2700" b="1">
                <a:solidFill>
                  <a:schemeClr val="bg1"/>
                </a:solidFill>
                <a:latin typeface="Poppins" panose="00000500000000000000" pitchFamily="2" charset="0"/>
                <a:cs typeface="Poppins" panose="00000500000000000000" pitchFamily="2" charset="0"/>
              </a:defRPr>
            </a:lvl1pPr>
          </a:lstStyle>
          <a:p>
            <a:pPr marL="0" marR="0" lvl="0" indent="0" algn="ctr" defTabSz="1371600" rtl="0" eaLnBrk="1" fontAlgn="auto" latinLnBrk="0" hangingPunct="1">
              <a:lnSpc>
                <a:spcPct val="90000"/>
              </a:lnSpc>
              <a:spcBef>
                <a:spcPts val="1500"/>
              </a:spcBef>
              <a:spcAft>
                <a:spcPts val="0"/>
              </a:spcAft>
              <a:buClrTx/>
              <a:buSzTx/>
              <a:buFontTx/>
              <a:buNone/>
              <a:tabLst/>
              <a:defRPr/>
            </a:pPr>
            <a:r>
              <a:rPr lang="pt-BR"/>
              <a:t>nº</a:t>
            </a:r>
          </a:p>
        </p:txBody>
      </p:sp>
      <p:sp>
        <p:nvSpPr>
          <p:cNvPr id="24" name="Espaço Reservado para Texto 18"/>
          <p:cNvSpPr>
            <a:spLocks noGrp="1"/>
          </p:cNvSpPr>
          <p:nvPr userDrawn="1">
            <p:ph type="body" sz="quarter" idx="19" hasCustomPrompt="1"/>
          </p:nvPr>
        </p:nvSpPr>
        <p:spPr>
          <a:xfrm>
            <a:off x="12612568" y="3331409"/>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grpSp>
        <p:nvGrpSpPr>
          <p:cNvPr id="38" name="Grupo 37"/>
          <p:cNvGrpSpPr/>
          <p:nvPr userDrawn="1"/>
        </p:nvGrpSpPr>
        <p:grpSpPr>
          <a:xfrm rot="10800000">
            <a:off x="5638118" y="6056550"/>
            <a:ext cx="1289486" cy="351000"/>
            <a:chOff x="6518136" y="4850711"/>
            <a:chExt cx="859657" cy="234000"/>
          </a:xfrm>
        </p:grpSpPr>
        <p:sp>
          <p:nvSpPr>
            <p:cNvPr id="44" name="Elipse 43"/>
            <p:cNvSpPr/>
            <p:nvPr/>
          </p:nvSpPr>
          <p:spPr>
            <a:xfrm>
              <a:off x="7143793" y="4850711"/>
              <a:ext cx="234000" cy="234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5" name="Conector reto 44"/>
            <p:cNvCxnSpPr/>
            <p:nvPr/>
          </p:nvCxnSpPr>
          <p:spPr>
            <a:xfrm rot="10800000" flipH="1" flipV="1">
              <a:off x="6518136" y="4972537"/>
              <a:ext cx="697473" cy="149"/>
            </a:xfrm>
            <a:prstGeom prst="line">
              <a:avLst/>
            </a:prstGeom>
            <a:ln>
              <a:solidFill>
                <a:srgbClr val="060303"/>
              </a:solidFill>
            </a:ln>
          </p:spPr>
          <p:style>
            <a:lnRef idx="1">
              <a:schemeClr val="accent1"/>
            </a:lnRef>
            <a:fillRef idx="0">
              <a:schemeClr val="accent1"/>
            </a:fillRef>
            <a:effectRef idx="0">
              <a:schemeClr val="accent1"/>
            </a:effectRef>
            <a:fontRef idx="minor">
              <a:schemeClr val="tx1"/>
            </a:fontRef>
          </p:style>
        </p:cxnSp>
      </p:grpSp>
      <p:pic>
        <p:nvPicPr>
          <p:cNvPr id="46" name="Imagem 45"/>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6517283" y="5602796"/>
            <a:ext cx="960122" cy="1046990"/>
          </a:xfrm>
          <a:prstGeom prst="rect">
            <a:avLst/>
          </a:prstGeom>
        </p:spPr>
      </p:pic>
      <p:sp>
        <p:nvSpPr>
          <p:cNvPr id="47" name="Subtítulo 2"/>
          <p:cNvSpPr>
            <a:spLocks noGrp="1"/>
          </p:cNvSpPr>
          <p:nvPr>
            <p:ph type="subTitle" idx="1" hasCustomPrompt="1"/>
          </p:nvPr>
        </p:nvSpPr>
        <p:spPr>
          <a:xfrm>
            <a:off x="6632978" y="5818854"/>
            <a:ext cx="847800" cy="847800"/>
          </a:xfrm>
          <a:prstGeom prst="rect">
            <a:avLst/>
          </a:prstGeom>
        </p:spPr>
        <p:txBody>
          <a:bodyPr anchor="ctr"/>
          <a:lstStyle>
            <a:lvl1pPr marL="0" indent="0" algn="ctr">
              <a:buNone/>
              <a:defRPr sz="2700" b="1">
                <a:solidFill>
                  <a:schemeClr val="bg1"/>
                </a:solidFill>
                <a:latin typeface="Poppins" panose="00000500000000000000" pitchFamily="2" charset="0"/>
                <a:cs typeface="Poppins" panose="00000500000000000000" pitchFamily="2" charset="0"/>
              </a:defRPr>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pPr lvl="0"/>
            <a:r>
              <a:rPr lang="pt-BR"/>
              <a:t>nº</a:t>
            </a:r>
          </a:p>
        </p:txBody>
      </p:sp>
      <p:sp>
        <p:nvSpPr>
          <p:cNvPr id="48" name="Espaço Reservado para Texto 9"/>
          <p:cNvSpPr>
            <a:spLocks noGrp="1"/>
          </p:cNvSpPr>
          <p:nvPr>
            <p:ph type="body" sz="quarter" idx="10" hasCustomPrompt="1"/>
          </p:nvPr>
        </p:nvSpPr>
        <p:spPr>
          <a:xfrm>
            <a:off x="6493496" y="6748048"/>
            <a:ext cx="3463023" cy="1326356"/>
          </a:xfrm>
          <a:prstGeom prst="rect">
            <a:avLst/>
          </a:prstGeom>
        </p:spPr>
        <p:txBody>
          <a:bodyPr anchor="t"/>
          <a:lstStyle>
            <a:lvl1pPr marL="0" indent="0" algn="l">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36" name="Elipse 35"/>
          <p:cNvSpPr/>
          <p:nvPr userDrawn="1"/>
        </p:nvSpPr>
        <p:spPr>
          <a:xfrm rot="5400000">
            <a:off x="13332906" y="7462803"/>
            <a:ext cx="351000" cy="351000"/>
          </a:xfrm>
          <a:prstGeom prst="ellipse">
            <a:avLst/>
          </a:prstGeom>
          <a:solidFill>
            <a:srgbClr val="06030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4050"/>
          </a:p>
        </p:txBody>
      </p:sp>
      <p:cxnSp>
        <p:nvCxnSpPr>
          <p:cNvPr id="49" name="Conector angulado 48"/>
          <p:cNvCxnSpPr>
            <a:stCxn id="36" idx="6"/>
          </p:cNvCxnSpPr>
          <p:nvPr userDrawn="1"/>
        </p:nvCxnSpPr>
        <p:spPr>
          <a:xfrm rot="16200000" flipH="1">
            <a:off x="13358726" y="7963483"/>
            <a:ext cx="1198094" cy="898733"/>
          </a:xfrm>
          <a:prstGeom prst="bentConnector3">
            <a:avLst>
              <a:gd name="adj1" fmla="val 92688"/>
            </a:avLst>
          </a:prstGeom>
          <a:ln>
            <a:solidFill>
              <a:srgbClr val="060303"/>
            </a:solidFill>
          </a:ln>
        </p:spPr>
        <p:style>
          <a:lnRef idx="1">
            <a:schemeClr val="accent1"/>
          </a:lnRef>
          <a:fillRef idx="0">
            <a:schemeClr val="accent1"/>
          </a:fillRef>
          <a:effectRef idx="0">
            <a:schemeClr val="accent1"/>
          </a:effectRef>
          <a:fontRef idx="minor">
            <a:schemeClr val="tx1"/>
          </a:fontRef>
        </p:style>
      </p:cxnSp>
      <p:pic>
        <p:nvPicPr>
          <p:cNvPr id="50" name="Imagem 49"/>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3877174" y="8308940"/>
            <a:ext cx="960122" cy="1046990"/>
          </a:xfrm>
          <a:prstGeom prst="rect">
            <a:avLst/>
          </a:prstGeom>
        </p:spPr>
      </p:pic>
      <p:sp>
        <p:nvSpPr>
          <p:cNvPr id="51" name="Espaço Reservado para Texto 9"/>
          <p:cNvSpPr>
            <a:spLocks noGrp="1"/>
          </p:cNvSpPr>
          <p:nvPr>
            <p:ph type="body" sz="quarter" idx="16" hasCustomPrompt="1"/>
          </p:nvPr>
        </p:nvSpPr>
        <p:spPr>
          <a:xfrm>
            <a:off x="14904856" y="8742941"/>
            <a:ext cx="3013994" cy="1103628"/>
          </a:xfrm>
          <a:prstGeom prst="rect">
            <a:avLst/>
          </a:prstGeom>
        </p:spPr>
        <p:txBody>
          <a:bodyPr anchor="t"/>
          <a:lstStyle>
            <a:lvl1pPr marL="0" indent="0">
              <a:buFontTx/>
              <a:buNone/>
              <a:defRPr sz="2100" baseline="0">
                <a:latin typeface="Poppins" panose="00000500000000000000" pitchFamily="2" charset="0"/>
                <a:cs typeface="Poppins" panose="00000500000000000000" pitchFamily="2" charset="0"/>
              </a:defRPr>
            </a:lvl1pPr>
          </a:lstStyle>
          <a:p>
            <a:pPr lvl="0"/>
            <a:r>
              <a:rPr lang="pt-BR"/>
              <a:t>Tema da semana</a:t>
            </a:r>
          </a:p>
        </p:txBody>
      </p:sp>
      <p:sp>
        <p:nvSpPr>
          <p:cNvPr id="52" name="Espaço Reservado para Texto 18"/>
          <p:cNvSpPr>
            <a:spLocks noGrp="1"/>
          </p:cNvSpPr>
          <p:nvPr>
            <p:ph type="body" sz="quarter" idx="20" hasCustomPrompt="1"/>
          </p:nvPr>
        </p:nvSpPr>
        <p:spPr>
          <a:xfrm>
            <a:off x="13999862" y="8451236"/>
            <a:ext cx="812006" cy="1023213"/>
          </a:xfrm>
          <a:prstGeom prst="rect">
            <a:avLst/>
          </a:prstGeom>
        </p:spPr>
        <p:txBody>
          <a:bodyPr anchor="ctr"/>
          <a:lstStyle>
            <a:lvl1pPr marL="0" indent="0" algn="ctr">
              <a:buFontTx/>
              <a:buNone/>
              <a:defRPr sz="2700" b="1">
                <a:solidFill>
                  <a:schemeClr val="bg1"/>
                </a:solidFill>
                <a:latin typeface="Poppins" panose="00000500000000000000" pitchFamily="2" charset="0"/>
                <a:cs typeface="Poppins" panose="00000500000000000000" pitchFamily="2" charset="0"/>
              </a:defRPr>
            </a:lvl1pPr>
          </a:lstStyle>
          <a:p>
            <a:pPr lvl="0"/>
            <a:r>
              <a:rPr lang="pt-BR"/>
              <a:t>nº</a:t>
            </a:r>
          </a:p>
        </p:txBody>
      </p:sp>
    </p:spTree>
    <p:extLst>
      <p:ext uri="{BB962C8B-B14F-4D97-AF65-F5344CB8AC3E}">
        <p14:creationId xmlns:p14="http://schemas.microsoft.com/office/powerpoint/2010/main" val="236027390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ilha_SIS_1">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80DEC414-B9BB-D43D-CEAE-AE24D519E556}"/>
              </a:ext>
            </a:extLst>
          </p:cNvPr>
          <p:cNvPicPr>
            <a:picLocks noChangeAspect="1"/>
          </p:cNvPicPr>
          <p:nvPr userDrawn="1"/>
        </p:nvPicPr>
        <p:blipFill>
          <a:blip r:embed="rId2"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4" name="Imagem 3">
            <a:extLst>
              <a:ext uri="{FF2B5EF4-FFF2-40B4-BE49-F238E27FC236}">
                <a16:creationId xmlns:a16="http://schemas.microsoft.com/office/drawing/2014/main" id="{9EABDEFB-34C2-857E-ADD2-E7314C1D8A30}"/>
              </a:ext>
            </a:extLst>
          </p:cNvPr>
          <p:cNvPicPr>
            <a:picLocks noChangeAspect="1"/>
          </p:cNvPicPr>
          <p:nvPr userDrawn="1"/>
        </p:nvPicPr>
        <p:blipFill rotWithShape="1">
          <a:blip r:embed="rId3" cstate="hqprint">
            <a:extLst>
              <a:ext uri="{28A0092B-C50C-407E-A947-70E740481C1C}">
                <a14:useLocalDpi xmlns:a14="http://schemas.microsoft.com/office/drawing/2010/main"/>
              </a:ext>
            </a:extLst>
          </a:blip>
          <a:srcRect/>
          <a:stretch/>
        </p:blipFill>
        <p:spPr>
          <a:xfrm>
            <a:off x="11699858" y="1367208"/>
            <a:ext cx="6615378" cy="8919792"/>
          </a:xfrm>
          <a:prstGeom prst="rect">
            <a:avLst/>
          </a:prstGeom>
        </p:spPr>
      </p:pic>
    </p:spTree>
    <p:extLst>
      <p:ext uri="{BB962C8B-B14F-4D97-AF65-F5344CB8AC3E}">
        <p14:creationId xmlns:p14="http://schemas.microsoft.com/office/powerpoint/2010/main" val="3412713616"/>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theme" Target="../theme/theme2.xml"/><Relationship Id="rId1" Type="http://schemas.openxmlformats.org/officeDocument/2006/relationships/slideLayout" Target="../slideLayouts/slideLayout33.xml"/><Relationship Id="rId4" Type="http://schemas.openxmlformats.org/officeDocument/2006/relationships/image" Target="../media/image21.png"/></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986" r:id="rId1"/>
    <p:sldLayoutId id="2147483693" r:id="rId2"/>
    <p:sldLayoutId id="2147483648" r:id="rId3"/>
    <p:sldLayoutId id="2147483731" r:id="rId4"/>
    <p:sldLayoutId id="2147483709" r:id="rId5"/>
    <p:sldLayoutId id="2147483710" r:id="rId6"/>
    <p:sldLayoutId id="2147483735" r:id="rId7"/>
    <p:sldLayoutId id="2147483741" r:id="rId8"/>
    <p:sldLayoutId id="2147483740" r:id="rId9"/>
    <p:sldLayoutId id="2147483739" r:id="rId10"/>
    <p:sldLayoutId id="2147483738" r:id="rId11"/>
    <p:sldLayoutId id="2147483737" r:id="rId12"/>
    <p:sldLayoutId id="2147483736" r:id="rId13"/>
    <p:sldLayoutId id="2147483711" r:id="rId14"/>
    <p:sldLayoutId id="2147483712" r:id="rId15"/>
    <p:sldLayoutId id="2147483694" r:id="rId16"/>
    <p:sldLayoutId id="2147483713" r:id="rId17"/>
    <p:sldLayoutId id="2147483742" r:id="rId18"/>
    <p:sldLayoutId id="2147483690" r:id="rId19"/>
    <p:sldLayoutId id="2147483698" r:id="rId20"/>
    <p:sldLayoutId id="2147483714" r:id="rId21"/>
    <p:sldLayoutId id="2147483701" r:id="rId22"/>
    <p:sldLayoutId id="2147483727" r:id="rId23"/>
    <p:sldLayoutId id="2147483705" r:id="rId24"/>
    <p:sldLayoutId id="2147483728" r:id="rId25"/>
    <p:sldLayoutId id="2147483707" r:id="rId26"/>
    <p:sldLayoutId id="2147483734" r:id="rId27"/>
    <p:sldLayoutId id="2147483729" r:id="rId28"/>
    <p:sldLayoutId id="2147483730" r:id="rId29"/>
    <p:sldLayoutId id="2147483733" r:id="rId30"/>
    <p:sldLayoutId id="2147483732" r:id="rId31"/>
    <p:sldLayoutId id="2147483746"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3" name="Imagem 2" descr="Forma&#10;&#10;Descrição gerada automaticamente com confiança média">
            <a:extLst>
              <a:ext uri="{FF2B5EF4-FFF2-40B4-BE49-F238E27FC236}">
                <a16:creationId xmlns:a16="http://schemas.microsoft.com/office/drawing/2014/main" id="{3D332D16-D093-7673-384E-58BA9D33837F}"/>
              </a:ext>
            </a:extLst>
          </p:cNvPr>
          <p:cNvPicPr>
            <a:picLocks noChangeAspect="1"/>
          </p:cNvPicPr>
          <p:nvPr userDrawn="1"/>
        </p:nvPicPr>
        <p:blipFill>
          <a:blip r:embed="rId3" cstate="print">
            <a:alphaModFix amt="4000"/>
            <a:extLst>
              <a:ext uri="{28A0092B-C50C-407E-A947-70E740481C1C}">
                <a14:useLocalDpi xmlns:a14="http://schemas.microsoft.com/office/drawing/2010/main"/>
              </a:ext>
            </a:extLst>
          </a:blip>
          <a:stretch>
            <a:fillRect/>
          </a:stretch>
        </p:blipFill>
        <p:spPr>
          <a:xfrm>
            <a:off x="7292" y="0"/>
            <a:ext cx="18273416" cy="10287000"/>
          </a:xfrm>
          <a:prstGeom prst="rect">
            <a:avLst/>
          </a:prstGeom>
        </p:spPr>
      </p:pic>
      <p:pic>
        <p:nvPicPr>
          <p:cNvPr id="36" name="Imagem 35"/>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2287" y="1954884"/>
            <a:ext cx="18283427" cy="7316112"/>
          </a:xfrm>
          <a:prstGeom prst="rect">
            <a:avLst/>
          </a:prstGeom>
        </p:spPr>
      </p:pic>
    </p:spTree>
    <p:extLst>
      <p:ext uri="{BB962C8B-B14F-4D97-AF65-F5344CB8AC3E}">
        <p14:creationId xmlns:p14="http://schemas.microsoft.com/office/powerpoint/2010/main" val="2225554464"/>
      </p:ext>
    </p:extLst>
  </p:cSld>
  <p:clrMap bg1="lt1" tx1="dk1" bg2="lt2" tx2="dk2" accent1="accent1" accent2="accent2" accent3="accent3" accent4="accent4" accent5="accent5" accent6="accent6" hlink="hlink" folHlink="folHlink"/>
  <p:sldLayoutIdLst>
    <p:sldLayoutId id="2147483979"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FEFE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37512124"/>
      </p:ext>
    </p:extLst>
  </p:cSld>
  <p:clrMap bg1="lt1" tx1="dk1" bg2="lt2" tx2="dk2" accent1="accent1" accent2="accent2" accent3="accent3" accent4="accent4" accent5="accent5" accent6="accent6" hlink="hlink" folHlink="folHlink"/>
  <p:sldLayoutIdLst>
    <p:sldLayoutId id="2147483985" r:id="rId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pt-BR"/>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xml"/><Relationship Id="rId1" Type="http://schemas.openxmlformats.org/officeDocument/2006/relationships/slideLayout" Target="../slideLayouts/slideLayout3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xml"/><Relationship Id="rId1" Type="http://schemas.openxmlformats.org/officeDocument/2006/relationships/slideLayout" Target="../slideLayouts/slideLayout34.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hyperlink" Target="https://youtu.be/TKwXC5qSjkE" TargetMode="External"/><Relationship Id="rId2" Type="http://schemas.openxmlformats.org/officeDocument/2006/relationships/notesSlide" Target="../notesSlides/notesSlide9.xml"/><Relationship Id="rId1"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hyperlink" Target="https://youtu.be/TKwXC5qSjkE" TargetMode="External"/><Relationship Id="rId2" Type="http://schemas.openxmlformats.org/officeDocument/2006/relationships/notesSlide" Target="../notesSlides/notesSlide10.xml"/><Relationship Id="rId1" Type="http://schemas.openxmlformats.org/officeDocument/2006/relationships/slideLayout" Target="../slideLayouts/slideLayout26.xml"/><Relationship Id="rId6" Type="http://schemas.openxmlformats.org/officeDocument/2006/relationships/hyperlink" Target="https://leonardocamargospessoal.medium.com/testes-integrados-em-pipeline-ci-cd-usando-github-actions-primeiros-passos-896c9fdba91d" TargetMode="External"/><Relationship Id="rId5" Type="http://schemas.openxmlformats.org/officeDocument/2006/relationships/hyperlink" Target="https://docs.github.com/pt/actions/writing-workflows/quickstart" TargetMode="External"/><Relationship Id="rId4" Type="http://schemas.openxmlformats.org/officeDocument/2006/relationships/hyperlink" Target="https://blog.xpeducacao.com.br/pipeline-ci-cd/" TargetMode="Externa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2.xml"/><Relationship Id="rId1" Type="http://schemas.openxmlformats.org/officeDocument/2006/relationships/slideLayout" Target="../slideLayouts/slideLayout29.xml"/></Relationships>
</file>

<file path=ppt/slides/_rels/slide13.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3.xml"/><Relationship Id="rId1" Type="http://schemas.openxmlformats.org/officeDocument/2006/relationships/slideLayout" Target="../slideLayouts/slideLayout29.xml"/><Relationship Id="rId4" Type="http://schemas.openxmlformats.org/officeDocument/2006/relationships/image" Target="../media/image33.svg"/></Relationships>
</file>

<file path=ppt/slides/_rels/slide14.xml.rels><?xml version="1.0" encoding="UTF-8" standalone="yes"?>
<Relationships xmlns="http://schemas.openxmlformats.org/package/2006/relationships"><Relationship Id="rId3" Type="http://schemas.openxmlformats.org/officeDocument/2006/relationships/image" Target="../media/image33.svg"/><Relationship Id="rId2" Type="http://schemas.openxmlformats.org/officeDocument/2006/relationships/notesSlide" Target="../notesSlides/notesSlide14.xml"/><Relationship Id="rId1" Type="http://schemas.openxmlformats.org/officeDocument/2006/relationships/slideLayout" Target="../slideLayouts/slideLayout29.xml"/></Relationships>
</file>

<file path=ppt/slides/_rels/slide15.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15.xml"/><Relationship Id="rId1" Type="http://schemas.openxmlformats.org/officeDocument/2006/relationships/slideLayout" Target="../slideLayouts/slideLayout29.xml"/><Relationship Id="rId5" Type="http://schemas.openxmlformats.org/officeDocument/2006/relationships/image" Target="../media/image32.png"/><Relationship Id="rId4" Type="http://schemas.openxmlformats.org/officeDocument/2006/relationships/image" Target="../media/image35.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4075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7" name="Google Shape;643;p43">
            <a:extLst>
              <a:ext uri="{FF2B5EF4-FFF2-40B4-BE49-F238E27FC236}">
                <a16:creationId xmlns:a16="http://schemas.microsoft.com/office/drawing/2014/main" id="{7894E3BE-B414-0F09-61B0-337BC78F1418}"/>
              </a:ext>
            </a:extLst>
          </p:cNvPr>
          <p:cNvSpPr txBox="1">
            <a:spLocks/>
          </p:cNvSpPr>
          <p:nvPr/>
        </p:nvSpPr>
        <p:spPr>
          <a:xfrm>
            <a:off x="919771" y="3203009"/>
            <a:ext cx="10222120" cy="70367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4500"/>
            </a:pPr>
            <a:r>
              <a:rPr lang="pt-BR" sz="3600" b="1" dirty="0">
                <a:solidFill>
                  <a:schemeClr val="tx1"/>
                </a:solidFill>
                <a:latin typeface="Poppins" pitchFamily="2" charset="77"/>
                <a:cs typeface="Poppins" pitchFamily="2" charset="77"/>
              </a:rPr>
              <a:t>Técnicas de esteiras de entrega contínua</a:t>
            </a:r>
          </a:p>
        </p:txBody>
      </p:sp>
      <p:sp>
        <p:nvSpPr>
          <p:cNvPr id="8" name="Google Shape;644;p43">
            <a:extLst>
              <a:ext uri="{FF2B5EF4-FFF2-40B4-BE49-F238E27FC236}">
                <a16:creationId xmlns:a16="http://schemas.microsoft.com/office/drawing/2014/main" id="{38B14DE2-B36E-A166-7418-0BCC262D9727}"/>
              </a:ext>
            </a:extLst>
          </p:cNvPr>
          <p:cNvSpPr txBox="1">
            <a:spLocks/>
          </p:cNvSpPr>
          <p:nvPr/>
        </p:nvSpPr>
        <p:spPr>
          <a:xfrm>
            <a:off x="919768" y="5331458"/>
            <a:ext cx="10222121" cy="104884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buClr>
                <a:schemeClr val="dk1"/>
              </a:buClr>
              <a:buSzPts val="2500"/>
            </a:pPr>
            <a:r>
              <a:rPr lang="pt-BR" sz="2500">
                <a:latin typeface="Poppins"/>
                <a:cs typeface="Poppins"/>
              </a:rPr>
              <a:t>Código da aula: [SIS]ANO2C3B4S23A1	</a:t>
            </a:r>
          </a:p>
        </p:txBody>
      </p:sp>
      <p:sp>
        <p:nvSpPr>
          <p:cNvPr id="9" name="Google Shape;643;p43">
            <a:extLst>
              <a:ext uri="{FF2B5EF4-FFF2-40B4-BE49-F238E27FC236}">
                <a16:creationId xmlns:a16="http://schemas.microsoft.com/office/drawing/2014/main" id="{44C24A69-BA95-9909-516F-994C0772D844}"/>
              </a:ext>
            </a:extLst>
          </p:cNvPr>
          <p:cNvSpPr txBox="1">
            <a:spLocks/>
          </p:cNvSpPr>
          <p:nvPr/>
        </p:nvSpPr>
        <p:spPr>
          <a:xfrm>
            <a:off x="919769" y="128590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Integração com serviços externos e esteiras de entrega</a:t>
            </a:r>
          </a:p>
        </p:txBody>
      </p:sp>
      <p:sp>
        <p:nvSpPr>
          <p:cNvPr id="10" name="Google Shape;644;p43">
            <a:extLst>
              <a:ext uri="{FF2B5EF4-FFF2-40B4-BE49-F238E27FC236}">
                <a16:creationId xmlns:a16="http://schemas.microsoft.com/office/drawing/2014/main" id="{9D103B63-758A-7270-9691-88696E89FE79}"/>
              </a:ext>
            </a:extLst>
          </p:cNvPr>
          <p:cNvSpPr txBox="1">
            <a:spLocks/>
          </p:cNvSpPr>
          <p:nvPr/>
        </p:nvSpPr>
        <p:spPr>
          <a:xfrm>
            <a:off x="919769" y="4430920"/>
            <a:ext cx="10222121"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500"/>
              </a:spcBef>
              <a:spcAft>
                <a:spcPts val="0"/>
              </a:spcAft>
              <a:buClr>
                <a:schemeClr val="dk1"/>
              </a:buClr>
              <a:buSzPts val="2500"/>
              <a:buFont typeface="Arial"/>
              <a:buNone/>
              <a:defRPr sz="2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1" i="0" u="none" strike="noStrike" cap="none">
                <a:solidFill>
                  <a:schemeClr val="dk1"/>
                </a:solidFill>
                <a:latin typeface="Poppins"/>
                <a:ea typeface="Poppins"/>
                <a:cs typeface="Poppins"/>
                <a:sym typeface="Poppins"/>
              </a:defRPr>
            </a:lvl2pPr>
            <a:lvl3pPr marL="1371600" marR="0" lvl="2" indent="-381000" algn="l" rtl="0">
              <a:lnSpc>
                <a:spcPct val="100000"/>
              </a:lnSpc>
              <a:spcBef>
                <a:spcPts val="480"/>
              </a:spcBef>
              <a:spcAft>
                <a:spcPts val="0"/>
              </a:spcAft>
              <a:buClr>
                <a:schemeClr val="dk1"/>
              </a:buClr>
              <a:buSzPts val="2400"/>
              <a:buFont typeface="Arial"/>
              <a:buChar char="•"/>
              <a:defRPr sz="2400" b="1" i="0" u="none" strike="noStrike" cap="none">
                <a:solidFill>
                  <a:schemeClr val="dk1"/>
                </a:solidFill>
                <a:latin typeface="Poppins"/>
                <a:ea typeface="Poppins"/>
                <a:cs typeface="Poppins"/>
                <a:sym typeface="Poppins"/>
              </a:defRPr>
            </a:lvl3pPr>
            <a:lvl4pPr marL="1828800" marR="0" lvl="3"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4pPr>
            <a:lvl5pPr marL="2286000" marR="0" lvl="4" indent="-355600" algn="l" rtl="0">
              <a:lnSpc>
                <a:spcPct val="100000"/>
              </a:lnSpc>
              <a:spcBef>
                <a:spcPts val="400"/>
              </a:spcBef>
              <a:spcAft>
                <a:spcPts val="0"/>
              </a:spcAft>
              <a:buClr>
                <a:schemeClr val="dk1"/>
              </a:buClr>
              <a:buSzPts val="2000"/>
              <a:buFont typeface="Arial"/>
              <a:buChar char="»"/>
              <a:defRPr sz="2000" b="1" i="0" u="none" strike="noStrike" cap="none">
                <a:solidFill>
                  <a:schemeClr val="dk1"/>
                </a:solidFill>
                <a:latin typeface="Poppins"/>
                <a:ea typeface="Poppins"/>
                <a:cs typeface="Poppins"/>
                <a:sym typeface="Poppins"/>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b="0" dirty="0">
                <a:solidFill>
                  <a:srgbClr val="BFBFBF"/>
                </a:solidFill>
                <a:latin typeface="Poppins Medium" panose="00000600000000000000" pitchFamily="2" charset="0"/>
                <a:cs typeface="Poppins Medium" panose="00000600000000000000" pitchFamily="2" charset="0"/>
              </a:rPr>
              <a:t>Aula 1: Configuração de pipelines CI/CD</a:t>
            </a:r>
          </a:p>
        </p:txBody>
      </p:sp>
      <p:pic>
        <p:nvPicPr>
          <p:cNvPr id="3" name="Imagem 2">
            <a:extLst>
              <a:ext uri="{FF2B5EF4-FFF2-40B4-BE49-F238E27FC236}">
                <a16:creationId xmlns:a16="http://schemas.microsoft.com/office/drawing/2014/main" id="{D9ECA034-8376-214D-E828-A543DE5C457A}"/>
              </a:ext>
            </a:extLst>
          </p:cNvPr>
          <p:cNvPicPr>
            <a:picLocks/>
          </p:cNvPicPr>
          <p:nvPr/>
        </p:nvPicPr>
        <p:blipFill>
          <a:blip r:embed="rId3"/>
          <a:stretch>
            <a:fillRect/>
          </a:stretch>
        </p:blipFill>
        <p:spPr>
          <a:xfrm>
            <a:off x="15602424" y="9136814"/>
            <a:ext cx="2685604" cy="1152002"/>
          </a:xfrm>
          <a:prstGeom prst="rect">
            <a:avLst/>
          </a:prstGeom>
        </p:spPr>
      </p:pic>
      <p:pic>
        <p:nvPicPr>
          <p:cNvPr id="5" name="Imagem 4">
            <a:extLst>
              <a:ext uri="{FF2B5EF4-FFF2-40B4-BE49-F238E27FC236}">
                <a16:creationId xmlns:a16="http://schemas.microsoft.com/office/drawing/2014/main" id="{CFBADCAB-8F92-01DD-A0C3-F4C32CCAE942}"/>
              </a:ext>
            </a:extLst>
          </p:cNvPr>
          <p:cNvPicPr>
            <a:picLocks/>
          </p:cNvPicPr>
          <p:nvPr/>
        </p:nvPicPr>
        <p:blipFill>
          <a:blip r:embed="rId4"/>
          <a:stretch>
            <a:fillRect/>
          </a:stretch>
        </p:blipFill>
        <p:spPr>
          <a:xfrm>
            <a:off x="15804024" y="9190814"/>
            <a:ext cx="2307604" cy="1044002"/>
          </a:xfrm>
          <a:prstGeom prst="rect">
            <a:avLst/>
          </a:prstGeom>
        </p:spPr>
      </p:pic>
      <p:pic>
        <p:nvPicPr>
          <p:cNvPr id="4" name="Imagem 3">
            <a:extLst>
              <a:ext uri="{FF2B5EF4-FFF2-40B4-BE49-F238E27FC236}">
                <a16:creationId xmlns:a16="http://schemas.microsoft.com/office/drawing/2014/main" id="{09F8C84B-1BC5-EDC0-3D5A-84994A8A62F3}"/>
              </a:ext>
            </a:extLst>
          </p:cNvPr>
          <p:cNvPicPr>
            <a:picLocks/>
          </p:cNvPicPr>
          <p:nvPr/>
        </p:nvPicPr>
        <p:blipFill>
          <a:blip r:embed="rId3"/>
          <a:stretch>
            <a:fillRect/>
          </a:stretch>
        </p:blipFill>
        <p:spPr>
          <a:xfrm>
            <a:off x="15602424" y="9136814"/>
            <a:ext cx="2685604" cy="1152002"/>
          </a:xfrm>
          <a:prstGeom prst="rect">
            <a:avLst/>
          </a:prstGeom>
        </p:spPr>
      </p:pic>
      <p:pic>
        <p:nvPicPr>
          <p:cNvPr id="11" name="Imagem 10">
            <a:extLst>
              <a:ext uri="{FF2B5EF4-FFF2-40B4-BE49-F238E27FC236}">
                <a16:creationId xmlns:a16="http://schemas.microsoft.com/office/drawing/2014/main" id="{6481CC46-1FBA-89EB-7CF3-85E97BCF380B}"/>
              </a:ext>
            </a:extLst>
          </p:cNvPr>
          <p:cNvPicPr>
            <a:picLocks/>
          </p:cNvPicPr>
          <p:nvPr/>
        </p:nvPicPr>
        <p:blipFill>
          <a:blip r:embed="rId4"/>
          <a:stretch>
            <a:fillRect/>
          </a:stretch>
        </p:blipFill>
        <p:spPr>
          <a:xfrm>
            <a:off x="15804024" y="9190814"/>
            <a:ext cx="2307604" cy="1044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Espaço Reservado para Texto 29"/>
          <p:cNvSpPr>
            <a:spLocks noGrp="1"/>
          </p:cNvSpPr>
          <p:nvPr>
            <p:ph type="body" sz="quarter" idx="12"/>
          </p:nvPr>
        </p:nvSpPr>
        <p:spPr/>
        <p:txBody>
          <a:bodyPr/>
          <a:lstStyle/>
          <a:p>
            <a:r>
              <a:rPr lang="pt-BR" dirty="0"/>
              <a:t>Serviços de autenticação e monitoramento</a:t>
            </a:r>
          </a:p>
        </p:txBody>
      </p:sp>
      <p:sp>
        <p:nvSpPr>
          <p:cNvPr id="31" name="Espaço Reservado para Texto 30"/>
          <p:cNvSpPr>
            <a:spLocks noGrp="1"/>
          </p:cNvSpPr>
          <p:nvPr>
            <p:ph type="body" sz="quarter" idx="13"/>
          </p:nvPr>
        </p:nvSpPr>
        <p:spPr/>
        <p:txBody>
          <a:bodyPr/>
          <a:lstStyle/>
          <a:p>
            <a:r>
              <a:rPr lang="pt-BR"/>
              <a:t>Você está aqui!</a:t>
            </a:r>
          </a:p>
        </p:txBody>
      </p:sp>
      <p:sp>
        <p:nvSpPr>
          <p:cNvPr id="32" name="Espaço Reservado para Texto 31"/>
          <p:cNvSpPr>
            <a:spLocks noGrp="1"/>
          </p:cNvSpPr>
          <p:nvPr>
            <p:ph type="body" sz="quarter" idx="14"/>
          </p:nvPr>
        </p:nvSpPr>
        <p:spPr/>
        <p:txBody>
          <a:bodyPr/>
          <a:lstStyle/>
          <a:p>
            <a:r>
              <a:rPr lang="pt-BR"/>
              <a:t>21</a:t>
            </a:r>
          </a:p>
        </p:txBody>
      </p:sp>
      <p:sp>
        <p:nvSpPr>
          <p:cNvPr id="33" name="Espaço Reservado para Texto 32"/>
          <p:cNvSpPr>
            <a:spLocks noGrp="1"/>
          </p:cNvSpPr>
          <p:nvPr>
            <p:ph type="body" sz="quarter" idx="15"/>
          </p:nvPr>
        </p:nvSpPr>
        <p:spPr/>
        <p:txBody>
          <a:bodyPr/>
          <a:lstStyle/>
          <a:p>
            <a:r>
              <a:rPr lang="pt-BR" dirty="0"/>
              <a:t>Integração de serviços externos e CI/CD</a:t>
            </a:r>
          </a:p>
        </p:txBody>
      </p:sp>
      <p:sp>
        <p:nvSpPr>
          <p:cNvPr id="35" name="Espaço Reservado para Texto 34"/>
          <p:cNvSpPr>
            <a:spLocks noGrp="1"/>
          </p:cNvSpPr>
          <p:nvPr>
            <p:ph type="body" sz="quarter" idx="17"/>
          </p:nvPr>
        </p:nvSpPr>
        <p:spPr/>
        <p:txBody>
          <a:bodyPr/>
          <a:lstStyle/>
          <a:p>
            <a:r>
              <a:rPr lang="pt-BR" dirty="0"/>
              <a:t>Técnicas de esteiras de entrega contínua</a:t>
            </a:r>
          </a:p>
        </p:txBody>
      </p:sp>
      <p:sp>
        <p:nvSpPr>
          <p:cNvPr id="36" name="Espaço Reservado para Texto 35"/>
          <p:cNvSpPr>
            <a:spLocks noGrp="1"/>
          </p:cNvSpPr>
          <p:nvPr>
            <p:ph type="body" sz="quarter" idx="18"/>
          </p:nvPr>
        </p:nvSpPr>
        <p:spPr/>
        <p:txBody>
          <a:bodyPr/>
          <a:lstStyle/>
          <a:p>
            <a:r>
              <a:rPr lang="pt-BR"/>
              <a:t>23</a:t>
            </a:r>
          </a:p>
        </p:txBody>
      </p:sp>
      <p:sp>
        <p:nvSpPr>
          <p:cNvPr id="37" name="Espaço Reservado para Texto 36"/>
          <p:cNvSpPr>
            <a:spLocks noGrp="1"/>
          </p:cNvSpPr>
          <p:nvPr>
            <p:ph type="body" sz="quarter" idx="19"/>
          </p:nvPr>
        </p:nvSpPr>
        <p:spPr/>
        <p:txBody>
          <a:bodyPr/>
          <a:lstStyle/>
          <a:p>
            <a:r>
              <a:rPr lang="pt-BR"/>
              <a:t>27</a:t>
            </a:r>
          </a:p>
        </p:txBody>
      </p:sp>
      <p:sp>
        <p:nvSpPr>
          <p:cNvPr id="28" name="Subtítulo 27"/>
          <p:cNvSpPr>
            <a:spLocks noGrp="1"/>
          </p:cNvSpPr>
          <p:nvPr>
            <p:ph type="subTitle" idx="1"/>
          </p:nvPr>
        </p:nvSpPr>
        <p:spPr/>
        <p:txBody>
          <a:bodyPr/>
          <a:lstStyle/>
          <a:p>
            <a:r>
              <a:rPr lang="pt-BR"/>
              <a:t>22</a:t>
            </a:r>
          </a:p>
        </p:txBody>
      </p:sp>
      <p:sp>
        <p:nvSpPr>
          <p:cNvPr id="29" name="Espaço Reservado para Texto 28"/>
          <p:cNvSpPr>
            <a:spLocks noGrp="1"/>
          </p:cNvSpPr>
          <p:nvPr>
            <p:ph type="body" sz="quarter" idx="10"/>
          </p:nvPr>
        </p:nvSpPr>
        <p:spPr/>
        <p:txBody>
          <a:bodyPr/>
          <a:lstStyle/>
          <a:p>
            <a:r>
              <a:rPr lang="pt-BR" dirty="0"/>
              <a:t>Avançando na integração com serviços externos</a:t>
            </a:r>
          </a:p>
        </p:txBody>
      </p:sp>
      <p:sp>
        <p:nvSpPr>
          <p:cNvPr id="34" name="Espaço Reservado para Texto 33"/>
          <p:cNvSpPr>
            <a:spLocks noGrp="1"/>
          </p:cNvSpPr>
          <p:nvPr>
            <p:ph type="body" sz="quarter" idx="16"/>
          </p:nvPr>
        </p:nvSpPr>
        <p:spPr/>
        <p:txBody>
          <a:bodyPr/>
          <a:lstStyle/>
          <a:p>
            <a:r>
              <a:rPr lang="pt-BR" dirty="0"/>
              <a:t>Testes e monitoramento de aplicações</a:t>
            </a:r>
          </a:p>
        </p:txBody>
      </p:sp>
      <p:sp>
        <p:nvSpPr>
          <p:cNvPr id="38" name="Espaço Reservado para Texto 37"/>
          <p:cNvSpPr>
            <a:spLocks noGrp="1"/>
          </p:cNvSpPr>
          <p:nvPr>
            <p:ph type="body" sz="quarter" idx="20"/>
          </p:nvPr>
        </p:nvSpPr>
        <p:spPr/>
        <p:txBody>
          <a:bodyPr/>
          <a:lstStyle/>
          <a:p>
            <a:r>
              <a:rPr lang="pt-BR"/>
              <a:t>28</a:t>
            </a:r>
          </a:p>
        </p:txBody>
      </p:sp>
      <p:pic>
        <p:nvPicPr>
          <p:cNvPr id="5" name="Imagem 4">
            <a:extLst>
              <a:ext uri="{FF2B5EF4-FFF2-40B4-BE49-F238E27FC236}">
                <a16:creationId xmlns:a16="http://schemas.microsoft.com/office/drawing/2014/main" id="{EB5093F3-4D48-4F64-3499-B6EDA1624F00}"/>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B62B2FD9-7753-940C-734A-B6758B4D2EF1}"/>
              </a:ext>
            </a:extLst>
          </p:cNvPr>
          <p:cNvPicPr>
            <a:picLocks/>
          </p:cNvPicPr>
          <p:nvPr/>
        </p:nvPicPr>
        <p:blipFill>
          <a:blip r:embed="rId4"/>
          <a:stretch>
            <a:fillRect/>
          </a:stretch>
        </p:blipFill>
        <p:spPr>
          <a:xfrm>
            <a:off x="3117605" y="320401"/>
            <a:ext cx="3348005" cy="2484004"/>
          </a:xfrm>
          <a:prstGeom prst="rect">
            <a:avLst/>
          </a:prstGeom>
        </p:spPr>
      </p:pic>
      <p:sp>
        <p:nvSpPr>
          <p:cNvPr id="41" name="CaixaDeTexto 40">
            <a:extLst>
              <a:ext uri="{FF2B5EF4-FFF2-40B4-BE49-F238E27FC236}">
                <a16:creationId xmlns:a16="http://schemas.microsoft.com/office/drawing/2014/main" id="{67FE4894-A338-BBB5-5111-5D4AAD89EDEB}"/>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42" name="Google Shape;329;p3">
            <a:extLst>
              <a:ext uri="{FF2B5EF4-FFF2-40B4-BE49-F238E27FC236}">
                <a16:creationId xmlns:a16="http://schemas.microsoft.com/office/drawing/2014/main" id="{BE4A6B26-CB07-441F-7121-3F3219279BEB}"/>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3031037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Google Shape;344;p4">
            <a:extLst>
              <a:ext uri="{FF2B5EF4-FFF2-40B4-BE49-F238E27FC236}">
                <a16:creationId xmlns:a16="http://schemas.microsoft.com/office/drawing/2014/main" id="{A4D22902-C794-8CA0-DBE0-482688E0BA92}"/>
              </a:ext>
            </a:extLst>
          </p:cNvPr>
          <p:cNvSpPr txBox="1"/>
          <p:nvPr/>
        </p:nvSpPr>
        <p:spPr>
          <a:xfrm>
            <a:off x="2412396" y="6405425"/>
            <a:ext cx="6731604" cy="1200290"/>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rtl="0">
              <a:lnSpc>
                <a:spcPct val="100000"/>
              </a:lnSpc>
              <a:spcBef>
                <a:spcPts val="0"/>
              </a:spcBef>
              <a:spcAft>
                <a:spcPts val="0"/>
              </a:spcAft>
              <a:buClr>
                <a:srgbClr val="000000"/>
              </a:buClr>
              <a:buSzPts val="3200"/>
              <a:buFont typeface="Arial"/>
              <a:buNone/>
            </a:pPr>
            <a:r>
              <a:rPr lang="pt-BR" sz="3600" u="none" strike="noStrike" cap="none" dirty="0">
                <a:solidFill>
                  <a:srgbClr val="000000"/>
                </a:solidFill>
                <a:latin typeface="Poppins" pitchFamily="2" charset="77"/>
                <a:ea typeface="Poppins Light"/>
                <a:cs typeface="Poppins" pitchFamily="2" charset="77"/>
                <a:sym typeface="Poppins Light"/>
              </a:rPr>
              <a:t>Técnicas de esteiras de entrega contínua</a:t>
            </a:r>
          </a:p>
        </p:txBody>
      </p:sp>
      <p:sp>
        <p:nvSpPr>
          <p:cNvPr id="43" name="Google Shape;345;p4">
            <a:extLst>
              <a:ext uri="{FF2B5EF4-FFF2-40B4-BE49-F238E27FC236}">
                <a16:creationId xmlns:a16="http://schemas.microsoft.com/office/drawing/2014/main" id="{2175AE36-0D51-3CB8-F39C-002A780693F2}"/>
              </a:ext>
            </a:extLst>
          </p:cNvPr>
          <p:cNvSpPr txBox="1"/>
          <p:nvPr/>
        </p:nvSpPr>
        <p:spPr>
          <a:xfrm>
            <a:off x="5361887" y="3664359"/>
            <a:ext cx="7564226" cy="1107957"/>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sp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3000"/>
            </a:pPr>
            <a:r>
              <a:rPr lang="pt-BR" sz="6600" b="1">
                <a:solidFill>
                  <a:srgbClr val="FA161E"/>
                </a:solidFill>
                <a:latin typeface="Poppins"/>
                <a:ea typeface="Poppins"/>
                <a:cs typeface="Poppins"/>
                <a:sym typeface="Poppins"/>
              </a:rPr>
              <a:t>Você está aqui!</a:t>
            </a:r>
            <a:endParaRPr sz="2400">
              <a:solidFill>
                <a:srgbClr val="000000"/>
              </a:solidFill>
              <a:latin typeface="Arial"/>
              <a:ea typeface="Arial"/>
              <a:cs typeface="Arial"/>
              <a:sym typeface="Arial"/>
            </a:endParaRPr>
          </a:p>
        </p:txBody>
      </p:sp>
      <p:sp>
        <p:nvSpPr>
          <p:cNvPr id="44" name="Google Shape;349;p4">
            <a:extLst>
              <a:ext uri="{FF2B5EF4-FFF2-40B4-BE49-F238E27FC236}">
                <a16:creationId xmlns:a16="http://schemas.microsoft.com/office/drawing/2014/main" id="{225D3BA6-946B-ADD0-C0AB-009C923BDFD1}"/>
              </a:ext>
            </a:extLst>
          </p:cNvPr>
          <p:cNvSpPr txBox="1"/>
          <p:nvPr/>
        </p:nvSpPr>
        <p:spPr>
          <a:xfrm>
            <a:off x="2412396" y="9060540"/>
            <a:ext cx="6731604" cy="1048848"/>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marL="0" marR="0" lvl="0" indent="0" algn="l" rtl="0">
              <a:lnSpc>
                <a:spcPct val="100000"/>
              </a:lnSpc>
              <a:spcBef>
                <a:spcPts val="0"/>
              </a:spcBef>
              <a:spcAft>
                <a:spcPts val="0"/>
              </a:spcAft>
              <a:buClr>
                <a:srgbClr val="000000"/>
              </a:buClr>
              <a:buSzPts val="2500"/>
              <a:buFont typeface="Arial"/>
              <a:buNone/>
            </a:pPr>
            <a:r>
              <a:rPr lang="pt-BR" sz="2500" b="0" i="0" u="none" strike="noStrike" cap="none" dirty="0">
                <a:solidFill>
                  <a:srgbClr val="000000"/>
                </a:solidFill>
                <a:latin typeface="Poppins"/>
                <a:ea typeface="Poppins"/>
                <a:cs typeface="Poppins"/>
                <a:sym typeface="Poppins"/>
              </a:rPr>
              <a:t>Código da aula: [</a:t>
            </a:r>
            <a:r>
              <a:rPr lang="pt-BR" sz="2500" dirty="0">
                <a:latin typeface="Poppins"/>
                <a:ea typeface="Poppins"/>
                <a:cs typeface="Poppins"/>
                <a:sym typeface="Poppins"/>
              </a:rPr>
              <a:t>SIS</a:t>
            </a:r>
            <a:r>
              <a:rPr lang="pt-BR" sz="2500" b="0" i="0" u="none" strike="noStrike" cap="none" dirty="0">
                <a:solidFill>
                  <a:srgbClr val="000000"/>
                </a:solidFill>
                <a:latin typeface="Poppins"/>
                <a:ea typeface="Poppins"/>
                <a:cs typeface="Poppins"/>
                <a:sym typeface="Poppins"/>
              </a:rPr>
              <a:t>]ANO2</a:t>
            </a:r>
            <a:r>
              <a:rPr lang="pt-BR" sz="2500" dirty="0">
                <a:latin typeface="Poppins"/>
                <a:ea typeface="Poppins"/>
                <a:cs typeface="Poppins"/>
                <a:sym typeface="Poppins"/>
              </a:rPr>
              <a:t>C3B4S23A1</a:t>
            </a:r>
            <a:endParaRPr lang="pt-BR" sz="1400" b="0" i="0" u="none" strike="noStrike" cap="none" dirty="0">
              <a:solidFill>
                <a:srgbClr val="000000"/>
              </a:solidFill>
              <a:latin typeface="Arial"/>
              <a:ea typeface="Arial"/>
              <a:cs typeface="Arial"/>
              <a:sym typeface="Arial"/>
            </a:endParaRPr>
          </a:p>
        </p:txBody>
      </p:sp>
      <p:sp>
        <p:nvSpPr>
          <p:cNvPr id="45" name="Google Shape;350;p4">
            <a:extLst>
              <a:ext uri="{FF2B5EF4-FFF2-40B4-BE49-F238E27FC236}">
                <a16:creationId xmlns:a16="http://schemas.microsoft.com/office/drawing/2014/main" id="{ECC92D84-7BB6-87BF-4AF3-F3EFE5361854}"/>
              </a:ext>
            </a:extLst>
          </p:cNvPr>
          <p:cNvSpPr txBox="1"/>
          <p:nvPr/>
        </p:nvSpPr>
        <p:spPr>
          <a:xfrm>
            <a:off x="2412396" y="7770913"/>
            <a:ext cx="7764896" cy="803145"/>
          </a:xfrm>
          <a:prstGeom prst="rect">
            <a:avLst/>
          </a:prstGeom>
          <a:noFill/>
          <a:ln>
            <a:noFill/>
          </a:ln>
        </p:spPr>
        <p:style>
          <a:lnRef idx="0">
            <a:scrgbClr r="0" g="0" b="0"/>
          </a:lnRef>
          <a:fillRef idx="0">
            <a:scrgbClr r="0" g="0" b="0"/>
          </a:fillRef>
          <a:effectRef idx="0">
            <a:scrgbClr r="0" g="0" b="0"/>
          </a:effectRef>
          <a:fontRef idx="major"/>
        </p:style>
        <p:txBody>
          <a:bodyPr spcFirstLastPara="1" wrap="square" lIns="91425" tIns="45701" rIns="91425" bIns="45701" anchor="t"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buClr>
                <a:schemeClr val="dk1"/>
              </a:buClr>
              <a:buSzPts val="2500"/>
            </a:pPr>
            <a:r>
              <a:rPr lang="pt-BR" sz="3600" b="1" dirty="0">
                <a:solidFill>
                  <a:schemeClr val="dk1"/>
                </a:solidFill>
                <a:latin typeface="Poppins"/>
                <a:ea typeface="Poppins"/>
                <a:cs typeface="Poppins"/>
                <a:sym typeface="Poppins"/>
              </a:rPr>
              <a:t>Aula 1: Configuração de pipelines CI/CD</a:t>
            </a:r>
          </a:p>
        </p:txBody>
      </p:sp>
      <p:sp>
        <p:nvSpPr>
          <p:cNvPr id="46" name="Google Shape;341;p4">
            <a:extLst>
              <a:ext uri="{FF2B5EF4-FFF2-40B4-BE49-F238E27FC236}">
                <a16:creationId xmlns:a16="http://schemas.microsoft.com/office/drawing/2014/main" id="{76A44A46-1D59-B466-B36F-C1F7B4CF26AF}"/>
              </a:ext>
            </a:extLst>
          </p:cNvPr>
          <p:cNvSpPr/>
          <p:nvPr/>
        </p:nvSpPr>
        <p:spPr>
          <a:xfrm rot="-3438299">
            <a:off x="12818211" y="8497676"/>
            <a:ext cx="612000" cy="612000"/>
          </a:xfrm>
          <a:prstGeom prst="ellipse">
            <a:avLst/>
          </a:prstGeom>
          <a:solidFill>
            <a:schemeClr val="bg1"/>
          </a:solidFill>
          <a:ln w="57150">
            <a:solidFill>
              <a:srgbClr val="FA161E"/>
            </a:solidFill>
          </a:ln>
        </p:spPr>
        <p:style>
          <a:lnRef idx="0">
            <a:scrgbClr r="0" g="0" b="0"/>
          </a:lnRef>
          <a:fillRef idx="0">
            <a:scrgbClr r="0" g="0" b="0"/>
          </a:fillRef>
          <a:effectRef idx="0">
            <a:scrgbClr r="0" g="0" b="0"/>
          </a:effectRef>
          <a:fontRef idx="major"/>
        </p:style>
        <p:txBody>
          <a:bodyPr spcFirstLastPara="1" wrap="square" lIns="91425" tIns="45701" rIns="91425" bIns="45701"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r">
              <a:buClr>
                <a:srgbClr val="000000"/>
              </a:buClr>
              <a:buSzPts val="2700"/>
            </a:pPr>
            <a:endParaRPr sz="4050">
              <a:solidFill>
                <a:srgbClr val="FFFFFF"/>
              </a:solidFill>
              <a:latin typeface="Calibri"/>
              <a:ea typeface="Calibri"/>
              <a:cs typeface="Calibri"/>
              <a:sym typeface="Calibri"/>
            </a:endParaRPr>
          </a:p>
        </p:txBody>
      </p:sp>
      <p:sp>
        <p:nvSpPr>
          <p:cNvPr id="47" name="Google Shape;342;p4">
            <a:extLst>
              <a:ext uri="{FF2B5EF4-FFF2-40B4-BE49-F238E27FC236}">
                <a16:creationId xmlns:a16="http://schemas.microsoft.com/office/drawing/2014/main" id="{44012579-7094-26F5-5390-005680F4E986}"/>
              </a:ext>
            </a:extLst>
          </p:cNvPr>
          <p:cNvSpPr/>
          <p:nvPr/>
        </p:nvSpPr>
        <p:spPr>
          <a:xfrm>
            <a:off x="9231085" y="5658662"/>
            <a:ext cx="1975814" cy="1975814"/>
          </a:xfrm>
          <a:prstGeom prst="ellipse">
            <a:avLst/>
          </a:prstGeom>
          <a:solidFill>
            <a:srgbClr val="FA161E"/>
          </a:solidFill>
          <a:ln>
            <a:noFill/>
          </a:ln>
        </p:spPr>
        <p:style>
          <a:lnRef idx="0">
            <a:scrgbClr r="0" g="0" b="0"/>
          </a:lnRef>
          <a:fillRef idx="0">
            <a:scrgbClr r="0" g="0" b="0"/>
          </a:fillRef>
          <a:effectRef idx="0">
            <a:scrgbClr r="0" g="0" b="0"/>
          </a:effectRef>
          <a:fontRef idx="major"/>
        </p:style>
        <p:txBody>
          <a:bodyPr spcFirstLastPara="1" wrap="square" lIns="54000" tIns="54000" rIns="54000" bIns="54000" anchor="ctr" anchorCtr="0">
            <a:noAutofit/>
          </a:bodyPr>
          <a:lstStyle>
            <a:lvl1pPr>
              <a:defRPr>
                <a:latin typeface="+mj-lt"/>
                <a:ea typeface="+mj-ea"/>
                <a:cs typeface="+mj-cs"/>
              </a:defRPr>
            </a:lvl1pPr>
            <a:lvl2pPr>
              <a:defRPr>
                <a:latin typeface="+mj-lt"/>
                <a:ea typeface="+mj-ea"/>
                <a:cs typeface="+mj-cs"/>
              </a:defRPr>
            </a:lvl2pPr>
            <a:lvl3pPr>
              <a:defRPr>
                <a:latin typeface="+mj-lt"/>
                <a:ea typeface="+mj-ea"/>
                <a:cs typeface="+mj-cs"/>
              </a:defRPr>
            </a:lvl3pPr>
            <a:lvl4pPr>
              <a:defRPr>
                <a:latin typeface="+mj-lt"/>
                <a:ea typeface="+mj-ea"/>
                <a:cs typeface="+mj-cs"/>
              </a:defRPr>
            </a:lvl4pPr>
            <a:lvl5pPr>
              <a:defRPr>
                <a:latin typeface="+mj-lt"/>
                <a:ea typeface="+mj-ea"/>
                <a:cs typeface="+mj-cs"/>
              </a:defRPr>
            </a:lvl5pPr>
            <a:lvl6pPr>
              <a:defRPr>
                <a:latin typeface="+mj-lt"/>
                <a:ea typeface="+mj-ea"/>
                <a:cs typeface="+mj-cs"/>
              </a:defRPr>
            </a:lvl6pPr>
            <a:lvl7pPr>
              <a:defRPr>
                <a:latin typeface="+mj-lt"/>
                <a:ea typeface="+mj-ea"/>
                <a:cs typeface="+mj-cs"/>
              </a:defRPr>
            </a:lvl7pPr>
            <a:lvl8pPr>
              <a:defRPr>
                <a:latin typeface="+mj-lt"/>
                <a:ea typeface="+mj-ea"/>
                <a:cs typeface="+mj-cs"/>
              </a:defRPr>
            </a:lvl8pPr>
            <a:lvl9pPr>
              <a:defRPr>
                <a:latin typeface="+mj-lt"/>
                <a:ea typeface="+mj-ea"/>
                <a:cs typeface="+mj-cs"/>
              </a:defRPr>
            </a:lvl9pPr>
          </a:lstStyle>
          <a:p>
            <a:pPr algn="ctr">
              <a:buClr>
                <a:srgbClr val="000000"/>
              </a:buClr>
              <a:buSzPts val="6000"/>
            </a:pPr>
            <a:r>
              <a:rPr lang="pt-BR" sz="6000" b="1">
                <a:solidFill>
                  <a:srgbClr val="FFFFFF"/>
                </a:solidFill>
                <a:latin typeface="Poppins"/>
                <a:ea typeface="Calibri"/>
                <a:cs typeface="Poppins"/>
                <a:sym typeface="Poppins"/>
              </a:rPr>
              <a:t>23</a:t>
            </a:r>
            <a:endParaRPr sz="6000">
              <a:solidFill>
                <a:srgbClr val="FFFFFF"/>
              </a:solidFill>
              <a:latin typeface="Calibri"/>
              <a:ea typeface="Calibri"/>
              <a:cs typeface="Calibri"/>
              <a:sym typeface="Calibri"/>
            </a:endParaRPr>
          </a:p>
        </p:txBody>
      </p:sp>
      <p:cxnSp>
        <p:nvCxnSpPr>
          <p:cNvPr id="48" name="Google Shape;343;p4">
            <a:extLst>
              <a:ext uri="{FF2B5EF4-FFF2-40B4-BE49-F238E27FC236}">
                <a16:creationId xmlns:a16="http://schemas.microsoft.com/office/drawing/2014/main" id="{D2026EB5-E8EF-8597-9D63-689FB1B7C3A7}"/>
              </a:ext>
            </a:extLst>
          </p:cNvPr>
          <p:cNvCxnSpPr>
            <a:cxnSpLocks/>
            <a:endCxn id="46" idx="0"/>
          </p:cNvCxnSpPr>
          <p:nvPr/>
        </p:nvCxnSpPr>
        <p:spPr>
          <a:xfrm>
            <a:off x="10857617" y="7316621"/>
            <a:ext cx="2009078" cy="1321764"/>
          </a:xfrm>
          <a:prstGeom prst="straightConnector1">
            <a:avLst/>
          </a:prstGeom>
          <a:noFill/>
          <a:ln w="19050" cap="flat" cmpd="sng">
            <a:solidFill>
              <a:srgbClr val="FA161E"/>
            </a:solidFill>
            <a:prstDash val="solid"/>
            <a:round/>
            <a:headEnd type="none" w="sm" len="sm"/>
            <a:tailEnd type="none" w="sm" len="sm"/>
          </a:ln>
        </p:spPr>
      </p:cxnSp>
      <p:pic>
        <p:nvPicPr>
          <p:cNvPr id="5" name="Imagem 4">
            <a:extLst>
              <a:ext uri="{FF2B5EF4-FFF2-40B4-BE49-F238E27FC236}">
                <a16:creationId xmlns:a16="http://schemas.microsoft.com/office/drawing/2014/main" id="{E7A4CAFF-2140-964D-36E9-04CB38AB965D}"/>
              </a:ext>
            </a:extLst>
          </p:cNvPr>
          <p:cNvPicPr>
            <a:picLocks/>
          </p:cNvPicPr>
          <p:nvPr/>
        </p:nvPicPr>
        <p:blipFill>
          <a:blip r:embed="rId3"/>
          <a:stretch>
            <a:fillRect/>
          </a:stretch>
        </p:blipFill>
        <p:spPr>
          <a:xfrm>
            <a:off x="172800" y="1335602"/>
            <a:ext cx="3150005" cy="2354404"/>
          </a:xfrm>
          <a:prstGeom prst="rect">
            <a:avLst/>
          </a:prstGeom>
        </p:spPr>
      </p:pic>
      <p:pic>
        <p:nvPicPr>
          <p:cNvPr id="3" name="Imagem 2">
            <a:extLst>
              <a:ext uri="{FF2B5EF4-FFF2-40B4-BE49-F238E27FC236}">
                <a16:creationId xmlns:a16="http://schemas.microsoft.com/office/drawing/2014/main" id="{79210D1A-D8F0-7A43-7155-12AB6509029C}"/>
              </a:ext>
            </a:extLst>
          </p:cNvPr>
          <p:cNvPicPr>
            <a:picLocks/>
          </p:cNvPicPr>
          <p:nvPr/>
        </p:nvPicPr>
        <p:blipFill>
          <a:blip r:embed="rId4"/>
          <a:stretch>
            <a:fillRect/>
          </a:stretch>
        </p:blipFill>
        <p:spPr>
          <a:xfrm>
            <a:off x="3117605" y="320401"/>
            <a:ext cx="3348005" cy="2484004"/>
          </a:xfrm>
          <a:prstGeom prst="rect">
            <a:avLst/>
          </a:prstGeom>
        </p:spPr>
      </p:pic>
      <p:sp>
        <p:nvSpPr>
          <p:cNvPr id="16" name="CaixaDeTexto 15">
            <a:extLst>
              <a:ext uri="{FF2B5EF4-FFF2-40B4-BE49-F238E27FC236}">
                <a16:creationId xmlns:a16="http://schemas.microsoft.com/office/drawing/2014/main" id="{67FE4894-A338-BBB5-5111-5D4AAD89EDEB}"/>
              </a:ext>
            </a:extLst>
          </p:cNvPr>
          <p:cNvSpPr txBox="1"/>
          <p:nvPr/>
        </p:nvSpPr>
        <p:spPr>
          <a:xfrm>
            <a:off x="3170905" y="873904"/>
            <a:ext cx="3148235" cy="1361911"/>
          </a:xfrm>
          <a:prstGeom prst="rect">
            <a:avLst/>
          </a:prstGeom>
          <a:noFill/>
        </p:spPr>
        <p:txBody>
          <a:bodyPr wrap="square" rtlCol="0">
            <a:spAutoFit/>
          </a:bodyPr>
          <a:lstStyle/>
          <a:p>
            <a:pPr algn="ctr"/>
            <a:r>
              <a:rPr lang="pt-BR" sz="2750" b="1">
                <a:solidFill>
                  <a:schemeClr val="bg1"/>
                </a:solidFill>
                <a:latin typeface="Poppins" panose="00000500000000000000" pitchFamily="2" charset="0"/>
                <a:cs typeface="Poppins" panose="00000500000000000000" pitchFamily="2" charset="0"/>
              </a:rPr>
              <a:t>Mapa da </a:t>
            </a:r>
          </a:p>
          <a:p>
            <a:pPr algn="ctr"/>
            <a:r>
              <a:rPr lang="pt-BR" sz="2750" b="1">
                <a:solidFill>
                  <a:schemeClr val="bg1"/>
                </a:solidFill>
                <a:latin typeface="Poppins" panose="00000500000000000000" pitchFamily="2" charset="0"/>
                <a:cs typeface="Poppins" panose="00000500000000000000" pitchFamily="2" charset="0"/>
              </a:rPr>
              <a:t>Unidade 4   Componente 3</a:t>
            </a:r>
          </a:p>
        </p:txBody>
      </p:sp>
      <p:sp>
        <p:nvSpPr>
          <p:cNvPr id="17" name="Google Shape;329;p3">
            <a:extLst>
              <a:ext uri="{FF2B5EF4-FFF2-40B4-BE49-F238E27FC236}">
                <a16:creationId xmlns:a16="http://schemas.microsoft.com/office/drawing/2014/main" id="{BE4A6B26-CB07-441F-7121-3F3219279BEB}"/>
              </a:ext>
            </a:extLst>
          </p:cNvPr>
          <p:cNvSpPr txBox="1"/>
          <p:nvPr/>
        </p:nvSpPr>
        <p:spPr>
          <a:xfrm>
            <a:off x="231264" y="1818844"/>
            <a:ext cx="2798372" cy="923289"/>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pt-BR" sz="1800" b="1" dirty="0">
                <a:solidFill>
                  <a:schemeClr val="bg1"/>
                </a:solidFill>
                <a:latin typeface="Poppins" panose="00000500000000000000" pitchFamily="2" charset="0"/>
                <a:cs typeface="Poppins" panose="00000500000000000000" pitchFamily="2" charset="0"/>
              </a:rPr>
              <a:t>Integração com serviços externos e esteiras de entrega</a:t>
            </a:r>
          </a:p>
        </p:txBody>
      </p:sp>
    </p:spTree>
    <p:extLst>
      <p:ext uri="{BB962C8B-B14F-4D97-AF65-F5344CB8AC3E}">
        <p14:creationId xmlns:p14="http://schemas.microsoft.com/office/powerpoint/2010/main" val="572754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53"/>
        <p:cNvGrpSpPr/>
        <p:nvPr/>
      </p:nvGrpSpPr>
      <p:grpSpPr>
        <a:xfrm>
          <a:off x="0" y="0"/>
          <a:ext cx="0" cy="0"/>
          <a:chOff x="0" y="0"/>
          <a:chExt cx="0" cy="0"/>
        </a:xfrm>
      </p:grpSpPr>
      <p:sp>
        <p:nvSpPr>
          <p:cNvPr id="4" name="Espaço Reservado para Texto 7">
            <a:extLst>
              <a:ext uri="{FF2B5EF4-FFF2-40B4-BE49-F238E27FC236}">
                <a16:creationId xmlns:a16="http://schemas.microsoft.com/office/drawing/2014/main" id="{94495801-E3A7-5C9C-58B6-5A613616DE41}"/>
              </a:ext>
            </a:extLst>
          </p:cNvPr>
          <p:cNvSpPr>
            <a:spLocks noGrp="1"/>
          </p:cNvSpPr>
          <p:nvPr>
            <p:ph type="body" sz="quarter" idx="10"/>
          </p:nvPr>
        </p:nvSpPr>
        <p:spPr>
          <a:xfrm>
            <a:off x="2201863" y="2085975"/>
            <a:ext cx="6067478" cy="2096544"/>
          </a:xfrm>
          <a:prstGeom prst="rect">
            <a:avLst/>
          </a:prstGeom>
        </p:spPr>
        <p:txBody>
          <a:bodyPr/>
          <a:lstStyle>
            <a:lvl1pPr marL="342900" indent="-342900">
              <a:buClr>
                <a:schemeClr val="tx1"/>
              </a:buClr>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Configurar pipelines CI/CD para automação de </a:t>
            </a:r>
            <a:r>
              <a:rPr lang="pt-BR" dirty="0" err="1">
                <a:latin typeface="Poppins" panose="00000500000000000000" pitchFamily="2" charset="0"/>
                <a:cs typeface="Poppins" panose="00000500000000000000" pitchFamily="2" charset="0"/>
              </a:rPr>
              <a:t>deploys</a:t>
            </a:r>
            <a:r>
              <a:rPr lang="pt-BR" dirty="0">
                <a:latin typeface="Poppins" panose="00000500000000000000" pitchFamily="2" charset="0"/>
                <a:cs typeface="Poppins" panose="00000500000000000000" pitchFamily="2" charset="0"/>
              </a:rPr>
              <a:t>.</a:t>
            </a:r>
          </a:p>
        </p:txBody>
      </p:sp>
      <p:sp>
        <p:nvSpPr>
          <p:cNvPr id="5" name="Espaço Reservado para Texto 7">
            <a:extLst>
              <a:ext uri="{FF2B5EF4-FFF2-40B4-BE49-F238E27FC236}">
                <a16:creationId xmlns:a16="http://schemas.microsoft.com/office/drawing/2014/main" id="{8FE35C05-A6F9-5E57-F808-2709677248F1}"/>
              </a:ext>
            </a:extLst>
          </p:cNvPr>
          <p:cNvSpPr>
            <a:spLocks noGrp="1"/>
          </p:cNvSpPr>
          <p:nvPr>
            <p:ph type="body" sz="quarter" idx="11"/>
          </p:nvPr>
        </p:nvSpPr>
        <p:spPr>
          <a:xfrm>
            <a:off x="11201062" y="2033198"/>
            <a:ext cx="6067478" cy="2332938"/>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lvl="0"/>
            <a:r>
              <a:rPr lang="pt-BR" dirty="0">
                <a:latin typeface="Poppins" panose="00000500000000000000" pitchFamily="2" charset="0"/>
                <a:cs typeface="Poppins" panose="00000500000000000000" pitchFamily="2" charset="0"/>
              </a:rPr>
              <a:t>Configurar pipelines de CI/CD para automação de </a:t>
            </a:r>
            <a:r>
              <a:rPr lang="pt-BR" dirty="0" err="1">
                <a:latin typeface="Poppins" panose="00000500000000000000" pitchFamily="2" charset="0"/>
                <a:cs typeface="Poppins" panose="00000500000000000000" pitchFamily="2" charset="0"/>
              </a:rPr>
              <a:t>deploys</a:t>
            </a:r>
            <a:r>
              <a:rPr lang="pt-BR" dirty="0">
                <a:latin typeface="Poppins" panose="00000500000000000000" pitchFamily="2" charset="0"/>
                <a:cs typeface="Poppins" panose="00000500000000000000" pitchFamily="2" charset="0"/>
              </a:rPr>
              <a:t>.</a:t>
            </a:r>
          </a:p>
        </p:txBody>
      </p:sp>
      <p:sp>
        <p:nvSpPr>
          <p:cNvPr id="7" name="Espaço Reservado para Texto 7">
            <a:extLst>
              <a:ext uri="{FF2B5EF4-FFF2-40B4-BE49-F238E27FC236}">
                <a16:creationId xmlns:a16="http://schemas.microsoft.com/office/drawing/2014/main" id="{4A27C360-3186-313B-41E3-68A443FE4CA7}"/>
              </a:ext>
            </a:extLst>
          </p:cNvPr>
          <p:cNvSpPr>
            <a:spLocks noGrp="1"/>
          </p:cNvSpPr>
          <p:nvPr>
            <p:ph type="body" sz="quarter" idx="12"/>
          </p:nvPr>
        </p:nvSpPr>
        <p:spPr>
          <a:xfrm>
            <a:off x="11201062" y="5473994"/>
            <a:ext cx="5140907" cy="2385257"/>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0" lvl="0" indent="0">
              <a:buNone/>
            </a:pPr>
            <a:r>
              <a:rPr lang="pt-BR" dirty="0">
                <a:latin typeface="Poppins" panose="00000500000000000000" pitchFamily="2" charset="0"/>
                <a:cs typeface="Poppins" panose="00000500000000000000" pitchFamily="2" charset="0"/>
              </a:rPr>
              <a:t>Desenvolver a persistência ao configurar pipelines.</a:t>
            </a:r>
          </a:p>
        </p:txBody>
      </p:sp>
      <p:sp>
        <p:nvSpPr>
          <p:cNvPr id="8" name="Espaço Reservado para Texto 7">
            <a:extLst>
              <a:ext uri="{FF2B5EF4-FFF2-40B4-BE49-F238E27FC236}">
                <a16:creationId xmlns:a16="http://schemas.microsoft.com/office/drawing/2014/main" id="{92593807-EFAC-62C0-8555-5C60449109D8}"/>
              </a:ext>
            </a:extLst>
          </p:cNvPr>
          <p:cNvSpPr>
            <a:spLocks noGrp="1"/>
          </p:cNvSpPr>
          <p:nvPr>
            <p:ph type="body" sz="quarter" idx="13"/>
          </p:nvPr>
        </p:nvSpPr>
        <p:spPr>
          <a:xfrm>
            <a:off x="2165273" y="5143500"/>
            <a:ext cx="6067478" cy="1568360"/>
          </a:xfrm>
          <a:prstGeom prst="rect">
            <a:avLst/>
          </a:prstGeom>
        </p:spPr>
        <p:txBody>
          <a:bodyPr/>
          <a:lstStyle>
            <a:lvl1pPr marL="342900" indent="-342900">
              <a:buFont typeface="Arial" panose="020B0604020202020204" pitchFamily="34" charset="0"/>
              <a:buChar char="•"/>
              <a:defRPr sz="2000">
                <a:latin typeface="Poppins" pitchFamily="2" charset="77"/>
                <a:cs typeface="Poppins" pitchFamily="2" charset="77"/>
              </a:defRPr>
            </a:lvl1pPr>
          </a:lstStyle>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Recurso audiovisual para exibição de vídeos e imagens.</a:t>
            </a:r>
          </a:p>
          <a:p>
            <a:pPr marL="285750" indent="-285750">
              <a:buFont typeface="Arial" panose="020B0604020202020204" pitchFamily="34" charset="0"/>
              <a:buChar char="•"/>
            </a:pPr>
            <a:r>
              <a:rPr lang="pt-BR" sz="2000" dirty="0">
                <a:latin typeface="Poppins" panose="00000500000000000000" pitchFamily="2" charset="0"/>
                <a:cs typeface="Poppins" panose="00000500000000000000" pitchFamily="2" charset="0"/>
              </a:rPr>
              <a:t>Caderno, </a:t>
            </a:r>
            <a:r>
              <a:rPr lang="pt-BR" dirty="0">
                <a:latin typeface="Poppins" panose="00000500000000000000" pitchFamily="2" charset="0"/>
                <a:cs typeface="Poppins" panose="00000500000000000000" pitchFamily="2" charset="0"/>
              </a:rPr>
              <a:t>caneta</a:t>
            </a:r>
            <a:r>
              <a:rPr lang="pt-BR" sz="2000" dirty="0">
                <a:latin typeface="Poppins" panose="00000500000000000000" pitchFamily="2" charset="0"/>
                <a:cs typeface="Poppins" panose="00000500000000000000" pitchFamily="2" charset="0"/>
              </a:rPr>
              <a:t>.</a:t>
            </a:r>
            <a:endParaRPr lang="pt-BR" dirty="0">
              <a:latin typeface="Poppins" panose="00000500000000000000" pitchFamily="2" charset="0"/>
              <a:cs typeface="Poppins" panose="00000500000000000000" pitchFamily="2" charset="0"/>
            </a:endParaRP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Laboratório de informática.</a:t>
            </a:r>
          </a:p>
          <a:p>
            <a:pPr marL="285750" indent="-285750">
              <a:buFont typeface="Arial" panose="020B0604020202020204" pitchFamily="34" charset="0"/>
              <a:buChar char="•"/>
            </a:pPr>
            <a:r>
              <a:rPr lang="pt-BR" dirty="0">
                <a:latin typeface="Poppins" panose="00000500000000000000" pitchFamily="2" charset="0"/>
                <a:cs typeface="Poppins" panose="00000500000000000000" pitchFamily="2" charset="0"/>
              </a:rPr>
              <a:t>Roteiro de Atividade Prática.</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5" name="Espaço Reservado para Texto 3">
            <a:extLst>
              <a:ext uri="{FF2B5EF4-FFF2-40B4-BE49-F238E27FC236}">
                <a16:creationId xmlns:a16="http://schemas.microsoft.com/office/drawing/2014/main" id="{2DD4E05A-E94A-F4B8-D7CC-D4067915CCDC}"/>
              </a:ext>
            </a:extLst>
          </p:cNvPr>
          <p:cNvSpPr>
            <a:spLocks noGrp="1"/>
          </p:cNvSpPr>
          <p:nvPr>
            <p:ph type="body" idx="4294967295"/>
          </p:nvPr>
        </p:nvSpPr>
        <p:spPr>
          <a:xfrm>
            <a:off x="5350721" y="1653664"/>
            <a:ext cx="12116663" cy="1839813"/>
          </a:xfrm>
          <a:prstGeom prst="rect">
            <a:avLst/>
          </a:prstGeom>
        </p:spPr>
        <p:txBody>
          <a:bodyPr>
            <a:noAutofit/>
          </a:bodyPr>
          <a:lstStyle/>
          <a:p>
            <a:pPr lvl="1"/>
            <a:r>
              <a:rPr lang="pt-BR" sz="2400" dirty="0">
                <a:latin typeface="Poppins" panose="00000500000000000000" pitchFamily="2" charset="0"/>
                <a:cs typeface="Poppins" panose="00000500000000000000" pitchFamily="2" charset="0"/>
              </a:rPr>
              <a:t>Um pipeline CI/CD pode mudar a maneira como sua empresa entrega software. Ele automatiza as etapas de desenvolvimento, testes e implantação, tornando o processo mais ágil e escalável. Com isso, é possível reduzir custos e minimizar os riscos ao lançar novas funcionalidades.</a:t>
            </a:r>
          </a:p>
        </p:txBody>
      </p:sp>
    </p:spTree>
    <p:extLst>
      <p:ext uri="{BB962C8B-B14F-4D97-AF65-F5344CB8AC3E}">
        <p14:creationId xmlns:p14="http://schemas.microsoft.com/office/powerpoint/2010/main" val="325397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Google Shape;812;p61">
            <a:extLst>
              <a:ext uri="{FF2B5EF4-FFF2-40B4-BE49-F238E27FC236}">
                <a16:creationId xmlns:a16="http://schemas.microsoft.com/office/drawing/2014/main" id="{87C2AC39-855B-8A8E-164E-00EE361E2638}"/>
              </a:ext>
            </a:extLst>
          </p:cNvPr>
          <p:cNvSpPr/>
          <p:nvPr/>
        </p:nvSpPr>
        <p:spPr>
          <a:xfrm flipH="1">
            <a:off x="17208697" y="0"/>
            <a:ext cx="1079303" cy="1077425"/>
          </a:xfrm>
          <a:custGeom>
            <a:avLst/>
            <a:gdLst/>
            <a:ahLst/>
            <a:cxnLst/>
            <a:rect l="l" t="t" r="r" b="b"/>
            <a:pathLst>
              <a:path w="1124452" h="1216244" extrusionOk="0">
                <a:moveTo>
                  <a:pt x="0" y="0"/>
                </a:moveTo>
                <a:lnTo>
                  <a:pt x="1124452" y="0"/>
                </a:lnTo>
                <a:lnTo>
                  <a:pt x="1124452" y="0"/>
                </a:lnTo>
                <a:lnTo>
                  <a:pt x="1124452" y="803180"/>
                </a:lnTo>
                <a:cubicBezTo>
                  <a:pt x="1124452" y="1031308"/>
                  <a:pt x="939516" y="1216244"/>
                  <a:pt x="711388" y="1216244"/>
                </a:cubicBezTo>
                <a:lnTo>
                  <a:pt x="0" y="1216244"/>
                </a:lnTo>
                <a:lnTo>
                  <a:pt x="0" y="1216244"/>
                </a:lnTo>
                <a:lnTo>
                  <a:pt x="0" y="0"/>
                </a:lnTo>
                <a:lnTo>
                  <a:pt x="0" y="0"/>
                </a:lnTo>
                <a:close/>
              </a:path>
            </a:pathLst>
          </a:custGeom>
          <a:solidFill>
            <a:srgbClr val="529AC2"/>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7" name="Gráfico 16">
            <a:extLst>
              <a:ext uri="{FF2B5EF4-FFF2-40B4-BE49-F238E27FC236}">
                <a16:creationId xmlns:a16="http://schemas.microsoft.com/office/drawing/2014/main" id="{9A980400-46B1-C668-CA37-696C59E06C5F}"/>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527659" y="368881"/>
            <a:ext cx="653903" cy="585071"/>
          </a:xfrm>
          <a:prstGeom prst="rect">
            <a:avLst/>
          </a:prstGeom>
        </p:spPr>
      </p:pic>
      <p:sp>
        <p:nvSpPr>
          <p:cNvPr id="18" name="Google Shape;833;p62">
            <a:extLst>
              <a:ext uri="{FF2B5EF4-FFF2-40B4-BE49-F238E27FC236}">
                <a16:creationId xmlns:a16="http://schemas.microsoft.com/office/drawing/2014/main" id="{D0A62BC6-0055-3188-C638-E69165A68271}"/>
              </a:ext>
            </a:extLst>
          </p:cNvPr>
          <p:cNvSpPr txBox="1"/>
          <p:nvPr/>
        </p:nvSpPr>
        <p:spPr>
          <a:xfrm>
            <a:off x="17204671" y="-1417"/>
            <a:ext cx="1082575" cy="298085"/>
          </a:xfrm>
          <a:prstGeom prst="rect">
            <a:avLst/>
          </a:prstGeom>
          <a:noFill/>
          <a:ln>
            <a:noFill/>
          </a:ln>
        </p:spPr>
        <p:txBody>
          <a:bodyPr spcFirstLastPara="1" wrap="square" lIns="91425" tIns="45700" rIns="91425" bIns="45700" anchor="t" anchorCtr="0">
            <a:noAutofit/>
          </a:bodyPr>
          <a:lstStyle/>
          <a:p>
            <a:pPr marL="0" marR="0" lvl="0" indent="0" algn="ctr" rtl="0">
              <a:lnSpc>
                <a:spcPct val="107000"/>
              </a:lnSpc>
              <a:spcBef>
                <a:spcPts val="0"/>
              </a:spcBef>
              <a:spcAft>
                <a:spcPts val="0"/>
              </a:spcAft>
              <a:buClr>
                <a:srgbClr val="000000"/>
              </a:buClr>
              <a:buSzPts val="2700"/>
              <a:buFont typeface="Arial"/>
              <a:buNone/>
            </a:pPr>
            <a:r>
              <a:rPr lang="pt-BR" b="1" i="0" u="none" strike="noStrike" cap="none">
                <a:solidFill>
                  <a:schemeClr val="lt1"/>
                </a:solidFill>
                <a:latin typeface="Poppins" panose="00000500000000000000" pitchFamily="2" charset="0"/>
                <a:ea typeface="Poppins"/>
                <a:cs typeface="Poppins" panose="00000500000000000000" pitchFamily="2" charset="0"/>
                <a:sym typeface="Poppins"/>
              </a:rPr>
              <a:t>Registro</a:t>
            </a:r>
            <a:endParaRPr sz="1200">
              <a:latin typeface="Poppins" panose="00000500000000000000" pitchFamily="2" charset="0"/>
              <a:cs typeface="Poppins" panose="00000500000000000000" pitchFamily="2" charset="0"/>
            </a:endParaRPr>
          </a:p>
          <a:p>
            <a:pPr marL="0" marR="0" lvl="0" indent="0" algn="r" rtl="0">
              <a:lnSpc>
                <a:spcPct val="107000"/>
              </a:lnSpc>
              <a:spcBef>
                <a:spcPts val="1073"/>
              </a:spcBef>
              <a:spcAft>
                <a:spcPts val="0"/>
              </a:spcAft>
              <a:buClr>
                <a:srgbClr val="000000"/>
              </a:buClr>
              <a:buSzPts val="2700"/>
              <a:buFont typeface="Arial"/>
              <a:buNone/>
            </a:pPr>
            <a:endParaRPr sz="2000" b="0" i="0" u="none" strike="noStrike" cap="none">
              <a:solidFill>
                <a:schemeClr val="lt1"/>
              </a:solidFill>
              <a:latin typeface="Poppins" panose="00000500000000000000" pitchFamily="2" charset="0"/>
              <a:ea typeface="Poppins Light"/>
              <a:cs typeface="Poppins" panose="00000500000000000000" pitchFamily="2" charset="0"/>
              <a:sym typeface="Poppins Light"/>
            </a:endParaRPr>
          </a:p>
        </p:txBody>
      </p:sp>
      <p:sp>
        <p:nvSpPr>
          <p:cNvPr id="22" name="Espaço Reservado para Texto 42">
            <a:extLst>
              <a:ext uri="{FF2B5EF4-FFF2-40B4-BE49-F238E27FC236}">
                <a16:creationId xmlns:a16="http://schemas.microsoft.com/office/drawing/2014/main" id="{ED977AD9-D788-71CA-520D-A67C9E2F11D4}"/>
              </a:ext>
            </a:extLst>
          </p:cNvPr>
          <p:cNvSpPr>
            <a:spLocks noGrp="1"/>
          </p:cNvSpPr>
          <p:nvPr>
            <p:ph type="body" sz="quarter" idx="10"/>
          </p:nvPr>
        </p:nvSpPr>
        <p:spPr>
          <a:xfrm>
            <a:off x="4214291" y="661416"/>
            <a:ext cx="11688221" cy="1309806"/>
          </a:xfrm>
          <a:prstGeom prst="rect">
            <a:avLst/>
          </a:prstGeom>
        </p:spPr>
        <p:txBody>
          <a:bodyPr>
            <a:noAutofit/>
          </a:bodyPr>
          <a:lstStyle/>
          <a:p>
            <a:r>
              <a:rPr lang="pt-BR" sz="4500" b="1" dirty="0">
                <a:solidFill>
                  <a:srgbClr val="FF161F"/>
                </a:solidFill>
                <a:latin typeface="Poppins" panose="00000500000000000000" pitchFamily="2" charset="0"/>
                <a:cs typeface="Poppins" panose="00000500000000000000" pitchFamily="2" charset="0"/>
              </a:rPr>
              <a:t>Pipelines CI/CD para automação de </a:t>
            </a:r>
            <a:r>
              <a:rPr lang="pt-BR" sz="4500" b="1" dirty="0" err="1">
                <a:solidFill>
                  <a:srgbClr val="FF161F"/>
                </a:solidFill>
                <a:latin typeface="Poppins" panose="00000500000000000000" pitchFamily="2" charset="0"/>
                <a:cs typeface="Poppins" panose="00000500000000000000" pitchFamily="2" charset="0"/>
              </a:rPr>
              <a:t>deploys</a:t>
            </a:r>
            <a:endParaRPr lang="pt-BR" sz="4500" b="1" dirty="0">
              <a:solidFill>
                <a:srgbClr val="FF161F"/>
              </a:solidFill>
              <a:latin typeface="Poppins" panose="00000500000000000000" pitchFamily="2" charset="0"/>
              <a:cs typeface="Poppins" panose="00000500000000000000" pitchFamily="2" charset="0"/>
            </a:endParaRPr>
          </a:p>
          <a:p>
            <a:pPr lvl="0"/>
            <a:endParaRPr lang="pt-BR" sz="4500" b="1" dirty="0">
              <a:solidFill>
                <a:srgbClr val="FF161F"/>
              </a:solidFill>
              <a:latin typeface="Poppins" pitchFamily="2" charset="77"/>
              <a:cs typeface="Poppins" pitchFamily="2" charset="77"/>
            </a:endParaRPr>
          </a:p>
        </p:txBody>
      </p:sp>
      <p:sp>
        <p:nvSpPr>
          <p:cNvPr id="24" name="Espaço Reservado para Texto 42">
            <a:extLst>
              <a:ext uri="{FF2B5EF4-FFF2-40B4-BE49-F238E27FC236}">
                <a16:creationId xmlns:a16="http://schemas.microsoft.com/office/drawing/2014/main" id="{87F3C3DB-7926-FC85-BAC8-B57EFF1FD581}"/>
              </a:ext>
            </a:extLst>
          </p:cNvPr>
          <p:cNvSpPr>
            <a:spLocks noGrp="1"/>
          </p:cNvSpPr>
          <p:nvPr>
            <p:ph type="body" sz="quarter" idx="12"/>
          </p:nvPr>
        </p:nvSpPr>
        <p:spPr>
          <a:xfrm>
            <a:off x="1327882" y="6123102"/>
            <a:ext cx="2378590" cy="642937"/>
          </a:xfrm>
          <a:prstGeom prst="rect">
            <a:avLst/>
          </a:prstGeom>
        </p:spPr>
        <p:txBody>
          <a:bodyPr/>
          <a:lstStyle/>
          <a:p>
            <a:pPr lvl="0"/>
            <a:r>
              <a:rPr lang="pt-BR" sz="1800" b="1" dirty="0">
                <a:latin typeface="Poppins" pitchFamily="2" charset="77"/>
                <a:cs typeface="Poppins" pitchFamily="2" charset="77"/>
              </a:rPr>
              <a:t>45 minutos</a:t>
            </a:r>
          </a:p>
        </p:txBody>
      </p:sp>
      <p:sp>
        <p:nvSpPr>
          <p:cNvPr id="25" name="Espaço Reservado para Texto 42">
            <a:extLst>
              <a:ext uri="{FF2B5EF4-FFF2-40B4-BE49-F238E27FC236}">
                <a16:creationId xmlns:a16="http://schemas.microsoft.com/office/drawing/2014/main" id="{3FC24203-D7B9-6C93-B19D-512BAB1E0248}"/>
              </a:ext>
            </a:extLst>
          </p:cNvPr>
          <p:cNvSpPr>
            <a:spLocks noGrp="1"/>
          </p:cNvSpPr>
          <p:nvPr>
            <p:ph type="body" sz="quarter" idx="13"/>
          </p:nvPr>
        </p:nvSpPr>
        <p:spPr>
          <a:xfrm>
            <a:off x="1327881" y="7211345"/>
            <a:ext cx="2378590" cy="642937"/>
          </a:xfrm>
          <a:prstGeom prst="rect">
            <a:avLst/>
          </a:prstGeom>
        </p:spPr>
        <p:txBody>
          <a:bodyPr/>
          <a:lstStyle/>
          <a:p>
            <a:pPr lvl="0"/>
            <a:r>
              <a:rPr lang="pt-BR" sz="1800" b="1">
                <a:latin typeface="Poppins" pitchFamily="2" charset="77"/>
                <a:cs typeface="Poppins" pitchFamily="2" charset="77"/>
              </a:rPr>
              <a:t>Envio das resposta através do AVA.</a:t>
            </a:r>
          </a:p>
        </p:txBody>
      </p:sp>
      <p:sp>
        <p:nvSpPr>
          <p:cNvPr id="4" name="CaixaDeTexto 3">
            <a:extLst>
              <a:ext uri="{FF2B5EF4-FFF2-40B4-BE49-F238E27FC236}">
                <a16:creationId xmlns:a16="http://schemas.microsoft.com/office/drawing/2014/main" id="{B790EC73-A11E-3A01-3C37-B0CFF12FA26D}"/>
              </a:ext>
            </a:extLst>
          </p:cNvPr>
          <p:cNvSpPr txBox="1"/>
          <p:nvPr/>
        </p:nvSpPr>
        <p:spPr>
          <a:xfrm>
            <a:off x="18944823" y="6027313"/>
            <a:ext cx="0" cy="0"/>
          </a:xfrm>
          <a:prstGeom prst="rect">
            <a:avLst/>
          </a:prstGeom>
          <a:noFill/>
          <a:ln>
            <a:noFill/>
          </a:ln>
        </p:spPr>
        <p:txBody>
          <a:bodyPr spcFirstLastPara="1" wrap="none" lIns="91425" tIns="45700" rIns="91425" bIns="45700" rtlCol="0" anchor="t" anchorCtr="0">
            <a:normAutofit fontScale="25000" lnSpcReduction="20000"/>
          </a:bodyPr>
          <a:lstStyle/>
          <a:p>
            <a:pPr algn="l"/>
            <a:endParaRPr lang="pt-BR" sz="2400"/>
          </a:p>
        </p:txBody>
      </p:sp>
      <p:pic>
        <p:nvPicPr>
          <p:cNvPr id="5" name="Google Shape;578;p38">
            <a:extLst>
              <a:ext uri="{FF2B5EF4-FFF2-40B4-BE49-F238E27FC236}">
                <a16:creationId xmlns:a16="http://schemas.microsoft.com/office/drawing/2014/main" id="{897F6E87-64D3-F33F-643C-025FF0491CCB}"/>
              </a:ext>
            </a:extLst>
          </p:cNvPr>
          <p:cNvPicPr preferRelativeResize="0"/>
          <p:nvPr/>
        </p:nvPicPr>
        <p:blipFill rotWithShape="1">
          <a:blip r:embed="rId4" cstate="hqprint">
            <a:alphaModFix/>
            <a:extLst>
              <a:ext uri="{28A0092B-C50C-407E-A947-70E740481C1C}">
                <a14:useLocalDpi xmlns:a14="http://schemas.microsoft.com/office/drawing/2010/main"/>
              </a:ext>
            </a:extLst>
          </a:blip>
          <a:srcRect/>
          <a:stretch/>
        </p:blipFill>
        <p:spPr>
          <a:xfrm>
            <a:off x="676302" y="6084650"/>
            <a:ext cx="457727" cy="457727"/>
          </a:xfrm>
          <a:prstGeom prst="rect">
            <a:avLst/>
          </a:prstGeom>
          <a:noFill/>
          <a:ln>
            <a:noFill/>
          </a:ln>
        </p:spPr>
      </p:pic>
      <p:pic>
        <p:nvPicPr>
          <p:cNvPr id="6" name="Gráfico 5">
            <a:extLst>
              <a:ext uri="{FF2B5EF4-FFF2-40B4-BE49-F238E27FC236}">
                <a16:creationId xmlns:a16="http://schemas.microsoft.com/office/drawing/2014/main" id="{9B801D93-34CB-4966-1C85-5842167AEDE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1685" y="7330384"/>
            <a:ext cx="463796" cy="404861"/>
          </a:xfrm>
          <a:prstGeom prst="rect">
            <a:avLst/>
          </a:prstGeom>
        </p:spPr>
      </p:pic>
      <p:sp>
        <p:nvSpPr>
          <p:cNvPr id="47" name="Google Shape;1317;p91">
            <a:extLst>
              <a:ext uri="{FF2B5EF4-FFF2-40B4-BE49-F238E27FC236}">
                <a16:creationId xmlns:a16="http://schemas.microsoft.com/office/drawing/2014/main" id="{3AAF173A-B8B6-4ACD-8F14-92A5E0B31187}"/>
              </a:ext>
            </a:extLst>
          </p:cNvPr>
          <p:cNvSpPr txBox="1"/>
          <p:nvPr/>
        </p:nvSpPr>
        <p:spPr>
          <a:xfrm>
            <a:off x="4858088" y="4452673"/>
            <a:ext cx="5200314" cy="1708120"/>
          </a:xfrm>
          <a:prstGeom prst="rect">
            <a:avLst/>
          </a:prstGeom>
          <a:noFill/>
          <a:ln>
            <a:noFill/>
          </a:ln>
        </p:spPr>
        <p:txBody>
          <a:bodyPr spcFirstLastPara="1" wrap="square" lIns="91425" tIns="45700" rIns="91425" bIns="45700" anchor="t" anchorCtr="0">
            <a:spAutoFit/>
          </a:bodyPr>
          <a:lstStyle/>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Computador com internet.</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Caderno para anotações.</a:t>
            </a:r>
          </a:p>
          <a:p>
            <a:pPr marL="342900" marR="0" lvl="0" indent="-342900" algn="l" defTabSz="914400" rtl="0" eaLnBrk="1" fontAlgn="auto" latinLnBrk="0" hangingPunct="1">
              <a:lnSpc>
                <a:spcPct val="150000"/>
              </a:lnSpc>
              <a:spcBef>
                <a:spcPts val="600"/>
              </a:spcBef>
              <a:spcAft>
                <a:spcPts val="0"/>
              </a:spcAft>
              <a:buClr>
                <a:srgbClr val="000000"/>
              </a:buClr>
              <a:buSzPct val="100000"/>
              <a:buFont typeface="Arial"/>
              <a:buChar char="•"/>
              <a:tabLst/>
              <a:defRPr/>
            </a:pPr>
            <a:r>
              <a:rPr lang="pt-BR" sz="2000" dirty="0">
                <a:latin typeface="Poppins" panose="00000500000000000000" pitchFamily="2" charset="0"/>
                <a:ea typeface="Poppins Light"/>
                <a:cs typeface="Poppins" panose="00000500000000000000" pitchFamily="2" charset="0"/>
                <a:sym typeface="Poppins Light"/>
              </a:rPr>
              <a:t>C</a:t>
            </a:r>
            <a:r>
              <a:rPr kumimoji="0" lang="pt-BR" sz="2000" b="0" i="0" u="none" strike="noStrike" kern="0" cap="none" spc="0" normalizeH="0" baseline="0" noProof="0" dirty="0" err="1">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aneta</a:t>
            </a: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t>
            </a:r>
          </a:p>
        </p:txBody>
      </p:sp>
      <p:sp>
        <p:nvSpPr>
          <p:cNvPr id="48" name="Google Shape;1318;p91">
            <a:extLst>
              <a:ext uri="{FF2B5EF4-FFF2-40B4-BE49-F238E27FC236}">
                <a16:creationId xmlns:a16="http://schemas.microsoft.com/office/drawing/2014/main" id="{D8F9B262-1F88-0677-CB56-85C2ECB345E0}"/>
              </a:ext>
            </a:extLst>
          </p:cNvPr>
          <p:cNvSpPr txBox="1"/>
          <p:nvPr/>
        </p:nvSpPr>
        <p:spPr>
          <a:xfrm>
            <a:off x="11100000" y="4513907"/>
            <a:ext cx="5627582" cy="3170058"/>
          </a:xfrm>
          <a:prstGeom prst="rect">
            <a:avLst/>
          </a:prstGeom>
          <a:noFill/>
          <a:ln>
            <a:noFill/>
          </a:ln>
        </p:spPr>
        <p:txBody>
          <a:bodyPr spcFirstLastPara="1" wrap="square" lIns="91425" tIns="45700" rIns="91425" bIns="45700" anchor="t" anchorCtr="0">
            <a:spAutoFit/>
          </a:bodyPr>
          <a:lstStyle>
            <a:defPPr marR="0" lvl="0" algn="l" rtl="0">
              <a:lnSpc>
                <a:spcPct val="100000"/>
              </a:lnSpc>
              <a:spcBef>
                <a:spcPts val="0"/>
              </a:spcBef>
              <a:spcAft>
                <a:spcPts val="0"/>
              </a:spcAft>
              <a:defRPr/>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Leiam com atenção a atividade  proposta no roteiro.​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Antes de iniciar a atividade prática, realizem esboços no papel para definir sua intenção e o resultado esperado.​</a:t>
            </a: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endPar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endParaRPr>
          </a:p>
          <a:p>
            <a:pPr marL="457200" marR="0" lvl="0" indent="-457200" algn="l" defTabSz="914400" rtl="0" eaLnBrk="1" fontAlgn="auto" latinLnBrk="0" hangingPunct="1">
              <a:lnSpc>
                <a:spcPct val="100000"/>
              </a:lnSpc>
              <a:spcBef>
                <a:spcPts val="0"/>
              </a:spcBef>
              <a:spcAft>
                <a:spcPts val="0"/>
              </a:spcAft>
              <a:buClr>
                <a:srgbClr val="000000"/>
              </a:buClr>
              <a:buSzPct val="100000"/>
              <a:buFont typeface="Arial"/>
              <a:buAutoNum type="arabicPeriod"/>
              <a:tabLst/>
              <a:defRPr/>
            </a:pPr>
            <a:r>
              <a:rPr kumimoji="0" lang="pt-BR" sz="2000" b="0" i="0" u="none" strike="noStrike" kern="0" cap="none" spc="0" normalizeH="0" baseline="0" noProof="0" dirty="0">
                <a:ln>
                  <a:noFill/>
                </a:ln>
                <a:solidFill>
                  <a:srgbClr val="000000"/>
                </a:solidFill>
                <a:effectLst/>
                <a:uLnTx/>
                <a:uFillTx/>
                <a:latin typeface="Poppins" panose="00000500000000000000" pitchFamily="2" charset="0"/>
                <a:ea typeface="Poppins Light"/>
                <a:cs typeface="Poppins" panose="00000500000000000000" pitchFamily="2" charset="0"/>
                <a:sym typeface="Poppins Light"/>
              </a:rPr>
              <a:t>Utilizem as ferramentas de desenvolvimento disponíveis para  a atividade.</a:t>
            </a:r>
          </a:p>
        </p:txBody>
      </p:sp>
      <p:sp>
        <p:nvSpPr>
          <p:cNvPr id="13" name="Espaço Reservado para Texto 42">
            <a:extLst>
              <a:ext uri="{FF2B5EF4-FFF2-40B4-BE49-F238E27FC236}">
                <a16:creationId xmlns:a16="http://schemas.microsoft.com/office/drawing/2014/main" id="{0A225E49-5B32-8138-B117-F4F754F3D62D}"/>
              </a:ext>
            </a:extLst>
          </p:cNvPr>
          <p:cNvSpPr txBox="1">
            <a:spLocks/>
          </p:cNvSpPr>
          <p:nvPr/>
        </p:nvSpPr>
        <p:spPr>
          <a:xfrm>
            <a:off x="1371284" y="8655889"/>
            <a:ext cx="2378590" cy="642937"/>
          </a:xfrm>
          <a:prstGeom prst="rect">
            <a:avLst/>
          </a:prstGeom>
        </p:spPr>
        <p:txBody>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pt-BR" sz="1800" b="1" dirty="0">
                <a:latin typeface="Poppins" pitchFamily="2" charset="77"/>
                <a:cs typeface="Poppins" pitchFamily="2" charset="77"/>
              </a:rPr>
              <a:t>Em duplas</a:t>
            </a:r>
          </a:p>
        </p:txBody>
      </p:sp>
      <p:pic>
        <p:nvPicPr>
          <p:cNvPr id="14" name="Gráfico 13">
            <a:extLst>
              <a:ext uri="{FF2B5EF4-FFF2-40B4-BE49-F238E27FC236}">
                <a16:creationId xmlns:a16="http://schemas.microsoft.com/office/drawing/2014/main" id="{27644616-47EE-A27A-BABA-5849866706C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11685" y="8635250"/>
            <a:ext cx="504825" cy="457200"/>
          </a:xfrm>
          <a:prstGeom prst="rect">
            <a:avLst/>
          </a:prstGeom>
        </p:spPr>
      </p:pic>
    </p:spTree>
    <p:extLst>
      <p:ext uri="{BB962C8B-B14F-4D97-AF65-F5344CB8AC3E}">
        <p14:creationId xmlns:p14="http://schemas.microsoft.com/office/powerpoint/2010/main" val="41300434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25">
          <a:extLst>
            <a:ext uri="{FF2B5EF4-FFF2-40B4-BE49-F238E27FC236}">
              <a16:creationId xmlns:a16="http://schemas.microsoft.com/office/drawing/2014/main" id="{00F765D8-99DE-2A83-E736-0AFC49BC4DA2}"/>
            </a:ext>
          </a:extLst>
        </p:cNvPr>
        <p:cNvGrpSpPr/>
        <p:nvPr/>
      </p:nvGrpSpPr>
      <p:grpSpPr>
        <a:xfrm>
          <a:off x="0" y="0"/>
          <a:ext cx="0" cy="0"/>
          <a:chOff x="0" y="0"/>
          <a:chExt cx="0" cy="0"/>
        </a:xfrm>
      </p:grpSpPr>
      <p:sp>
        <p:nvSpPr>
          <p:cNvPr id="6" name="Espaço Reservado para Texto 5">
            <a:extLst>
              <a:ext uri="{FF2B5EF4-FFF2-40B4-BE49-F238E27FC236}">
                <a16:creationId xmlns:a16="http://schemas.microsoft.com/office/drawing/2014/main" id="{F961B4F0-12EC-E2F2-C0DD-1EBE393A91A4}"/>
              </a:ext>
            </a:extLst>
          </p:cNvPr>
          <p:cNvSpPr>
            <a:spLocks noGrp="1"/>
          </p:cNvSpPr>
          <p:nvPr>
            <p:ph type="body" idx="2"/>
          </p:nvPr>
        </p:nvSpPr>
        <p:spPr>
          <a:xfrm>
            <a:off x="7301898" y="2726258"/>
            <a:ext cx="10198702" cy="1436400"/>
          </a:xfrm>
        </p:spPr>
        <p:txBody>
          <a:bodyPr>
            <a:noAutofit/>
          </a:bodyPr>
          <a:lstStyle/>
          <a:p>
            <a:pPr marL="0" indent="0"/>
            <a:r>
              <a:rPr lang="pt-BR" sz="2400" dirty="0"/>
              <a:t>Aprendemos os componentes fundamentais de um pipeline CI/CD, como build, testes e </a:t>
            </a:r>
            <a:r>
              <a:rPr lang="pt-BR" sz="2400" dirty="0" err="1"/>
              <a:t>deploy</a:t>
            </a:r>
            <a:r>
              <a:rPr lang="pt-BR" sz="2400" dirty="0"/>
              <a:t>, e configuramos o ambiente para automação.</a:t>
            </a:r>
            <a:endParaRPr lang="pt-BR" sz="2400" dirty="0">
              <a:latin typeface="Poppins" pitchFamily="2" charset="77"/>
              <a:cs typeface="Poppins" pitchFamily="2" charset="77"/>
            </a:endParaRPr>
          </a:p>
        </p:txBody>
      </p:sp>
      <p:sp>
        <p:nvSpPr>
          <p:cNvPr id="7" name="Espaço Reservado para Texto 6">
            <a:extLst>
              <a:ext uri="{FF2B5EF4-FFF2-40B4-BE49-F238E27FC236}">
                <a16:creationId xmlns:a16="http://schemas.microsoft.com/office/drawing/2014/main" id="{5C1AB578-B64F-815F-9CC9-04A9D46F2868}"/>
              </a:ext>
            </a:extLst>
          </p:cNvPr>
          <p:cNvSpPr>
            <a:spLocks noGrp="1"/>
          </p:cNvSpPr>
          <p:nvPr>
            <p:ph type="body" idx="3"/>
          </p:nvPr>
        </p:nvSpPr>
        <p:spPr>
          <a:xfrm>
            <a:off x="7301898" y="4515481"/>
            <a:ext cx="10452702" cy="1436400"/>
          </a:xfrm>
        </p:spPr>
        <p:txBody>
          <a:bodyPr>
            <a:normAutofit/>
          </a:bodyPr>
          <a:lstStyle/>
          <a:p>
            <a:pPr marL="0" indent="0"/>
            <a:r>
              <a:rPr lang="pt-BR" sz="2400" dirty="0"/>
              <a:t>Compreendemos como os pipelines CI/CD automatizam processos repetitivos e garantem consistência no desenvolvimento e </a:t>
            </a:r>
            <a:r>
              <a:rPr lang="pt-BR" sz="2400" dirty="0" err="1"/>
              <a:t>deploy</a:t>
            </a:r>
            <a:r>
              <a:rPr lang="pt-BR" sz="2400" dirty="0"/>
              <a:t> de aplicações.</a:t>
            </a:r>
            <a:endParaRPr lang="pt-BR" sz="2400" dirty="0">
              <a:latin typeface="Poppins" pitchFamily="2" charset="77"/>
              <a:cs typeface="Poppins" pitchFamily="2" charset="77"/>
            </a:endParaRPr>
          </a:p>
        </p:txBody>
      </p:sp>
      <p:sp>
        <p:nvSpPr>
          <p:cNvPr id="8" name="Espaço Reservado para Texto 7">
            <a:extLst>
              <a:ext uri="{FF2B5EF4-FFF2-40B4-BE49-F238E27FC236}">
                <a16:creationId xmlns:a16="http://schemas.microsoft.com/office/drawing/2014/main" id="{FE1B0984-4E19-7545-B025-4C4C1638EDB1}"/>
              </a:ext>
            </a:extLst>
          </p:cNvPr>
          <p:cNvSpPr>
            <a:spLocks noGrp="1"/>
          </p:cNvSpPr>
          <p:nvPr>
            <p:ph type="body" idx="4"/>
          </p:nvPr>
        </p:nvSpPr>
        <p:spPr>
          <a:xfrm>
            <a:off x="7301898" y="6304704"/>
            <a:ext cx="9531863" cy="2719570"/>
          </a:xfrm>
        </p:spPr>
        <p:txBody>
          <a:bodyPr>
            <a:normAutofit/>
          </a:bodyPr>
          <a:lstStyle/>
          <a:p>
            <a:pPr marL="0" indent="0"/>
            <a:r>
              <a:rPr lang="pt-BR" sz="2400" dirty="0"/>
              <a:t>Implementamos um pipeline prático usando GitHub </a:t>
            </a:r>
            <a:r>
              <a:rPr lang="pt-BR" sz="2400" dirty="0" err="1"/>
              <a:t>Actions</a:t>
            </a:r>
            <a:r>
              <a:rPr lang="pt-BR" sz="2400" dirty="0"/>
              <a:t>, integrando-o ao servidor de </a:t>
            </a:r>
            <a:r>
              <a:rPr lang="pt-BR" sz="2400" dirty="0" err="1"/>
              <a:t>deploy</a:t>
            </a:r>
            <a:r>
              <a:rPr lang="pt-BR" sz="2400" dirty="0"/>
              <a:t> com segurança.</a:t>
            </a:r>
            <a:endParaRPr lang="pt-BR" sz="2400" dirty="0">
              <a:latin typeface="Poppins" pitchFamily="2" charset="77"/>
              <a:cs typeface="Poppins" pitchFamily="2" charset="77"/>
            </a:endParaRPr>
          </a:p>
        </p:txBody>
      </p:sp>
      <p:sp>
        <p:nvSpPr>
          <p:cNvPr id="3" name="Google Shape;741;p22">
            <a:extLst>
              <a:ext uri="{FF2B5EF4-FFF2-40B4-BE49-F238E27FC236}">
                <a16:creationId xmlns:a16="http://schemas.microsoft.com/office/drawing/2014/main" id="{99EAAB3A-500F-3303-113F-2DE38B40643E}"/>
              </a:ext>
            </a:extLst>
          </p:cNvPr>
          <p:cNvSpPr txBox="1">
            <a:spLocks/>
          </p:cNvSpPr>
          <p:nvPr/>
        </p:nvSpPr>
        <p:spPr>
          <a:xfrm>
            <a:off x="7015381" y="1101032"/>
            <a:ext cx="8160900" cy="842068"/>
          </a:xfrm>
          <a:prstGeom prst="rect">
            <a:avLst/>
          </a:prstGeom>
          <a:noFill/>
          <a:ln>
            <a:noFill/>
          </a:ln>
        </p:spPr>
        <p:txBody>
          <a:bodyPr spcFirstLastPara="1" wrap="square" lIns="91425" tIns="45700" rIns="91425" bIns="45700" anchor="t" anchorCtr="0">
            <a:normAutofit lnSpcReduction="10000"/>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228600">
              <a:spcBef>
                <a:spcPts val="900"/>
              </a:spcBef>
              <a:buClr>
                <a:schemeClr val="dk1"/>
              </a:buClr>
              <a:buSzPts val="4500"/>
              <a:buFont typeface="Poppins"/>
              <a:buNone/>
            </a:pPr>
            <a:r>
              <a:rPr lang="pt-BR" sz="4500" b="1">
                <a:solidFill>
                  <a:srgbClr val="FF161F"/>
                </a:solidFill>
                <a:latin typeface="Poppins"/>
                <a:ea typeface="Poppins"/>
                <a:cs typeface="Poppins"/>
                <a:sym typeface="Poppins"/>
              </a:rPr>
              <a:t>Então ficamos assim...</a:t>
            </a:r>
          </a:p>
        </p:txBody>
      </p:sp>
    </p:spTree>
    <p:extLst>
      <p:ext uri="{BB962C8B-B14F-4D97-AF65-F5344CB8AC3E}">
        <p14:creationId xmlns:p14="http://schemas.microsoft.com/office/powerpoint/2010/main" val="23385663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20"/>
        <p:cNvGrpSpPr/>
        <p:nvPr/>
      </p:nvGrpSpPr>
      <p:grpSpPr>
        <a:xfrm>
          <a:off x="0" y="0"/>
          <a:ext cx="0" cy="0"/>
          <a:chOff x="0" y="0"/>
          <a:chExt cx="0" cy="0"/>
        </a:xfrm>
      </p:grpSpPr>
      <p:sp>
        <p:nvSpPr>
          <p:cNvPr id="3" name="Google Shape;721;p53">
            <a:extLst>
              <a:ext uri="{FF2B5EF4-FFF2-40B4-BE49-F238E27FC236}">
                <a16:creationId xmlns:a16="http://schemas.microsoft.com/office/drawing/2014/main" id="{622C50B5-A2EB-20D7-6B76-58DB77432541}"/>
              </a:ext>
            </a:extLst>
          </p:cNvPr>
          <p:cNvSpPr txBox="1">
            <a:spLocks noGrp="1"/>
          </p:cNvSpPr>
          <p:nvPr>
            <p:ph type="body" idx="1"/>
          </p:nvPr>
        </p:nvSpPr>
        <p:spPr>
          <a:xfrm>
            <a:off x="8522676" y="2179395"/>
            <a:ext cx="8827477" cy="3447682"/>
          </a:xfrm>
          <a:prstGeom prst="rect">
            <a:avLst/>
          </a:prstGeom>
          <a:noFill/>
          <a:ln>
            <a:noFill/>
          </a:ln>
        </p:spPr>
        <p:txBody>
          <a:bodyPr spcFirstLastPara="1" wrap="square" lIns="91425" tIns="45700" rIns="91425" bIns="45700" anchor="t" anchorCtr="0">
            <a:noAutofit/>
          </a:bodyPr>
          <a:lstStyle/>
          <a:p>
            <a:pPr marL="0" indent="0">
              <a:spcBef>
                <a:spcPts val="0"/>
              </a:spcBef>
              <a:spcAft>
                <a:spcPts val="1800"/>
              </a:spcAft>
            </a:pPr>
            <a:r>
              <a:rPr lang="pt-BR" sz="2400" dirty="0">
                <a:latin typeface="Poppins"/>
                <a:cs typeface="Poppins"/>
              </a:rPr>
              <a:t>Quer automatizar processos no seu trabalho? Aprenda a criar um pipeline CI/CD com GitHub </a:t>
            </a:r>
            <a:r>
              <a:rPr lang="pt-BR" sz="2400" dirty="0" err="1">
                <a:latin typeface="Poppins"/>
                <a:cs typeface="Poppins"/>
              </a:rPr>
              <a:t>Actions</a:t>
            </a:r>
            <a:r>
              <a:rPr lang="pt-BR" sz="2400" dirty="0">
                <a:latin typeface="Poppins"/>
                <a:cs typeface="Poppins"/>
              </a:rPr>
              <a:t> e melhore a entrega de software com automação. Descubra como essa ferramenta pode otimizar seu dia a dia. Assista ao vídeo e saiba mais!</a:t>
            </a:r>
          </a:p>
          <a:p>
            <a:pPr marL="0" indent="0">
              <a:spcBef>
                <a:spcPts val="0"/>
              </a:spcBef>
              <a:spcAft>
                <a:spcPts val="1800"/>
              </a:spcAft>
            </a:pPr>
            <a:r>
              <a:rPr lang="pt-BR" sz="2400" dirty="0">
                <a:latin typeface="Poppins"/>
                <a:cs typeface="Poppins"/>
              </a:rPr>
              <a:t>FABRICIO VERONEZ. </a:t>
            </a:r>
            <a:r>
              <a:rPr lang="pt-BR" sz="2400" b="1" dirty="0">
                <a:latin typeface="Poppins"/>
                <a:cs typeface="Poppins"/>
              </a:rPr>
              <a:t>Como criar uma pipeline CI/CD com GitHub </a:t>
            </a:r>
            <a:r>
              <a:rPr lang="pt-BR" sz="2400" b="1" dirty="0" err="1">
                <a:latin typeface="Poppins"/>
                <a:cs typeface="Poppins"/>
              </a:rPr>
              <a:t>Actions</a:t>
            </a:r>
            <a:r>
              <a:rPr lang="pt-BR" sz="2400" b="1" dirty="0">
                <a:latin typeface="Poppins"/>
                <a:cs typeface="Poppins"/>
              </a:rPr>
              <a:t> | #DevOpsNaVeia 003</a:t>
            </a:r>
            <a:r>
              <a:rPr lang="pt-BR" sz="2400" dirty="0">
                <a:latin typeface="Poppins"/>
                <a:cs typeface="Poppins"/>
              </a:rPr>
              <a:t>. Disponível em: </a:t>
            </a:r>
            <a:r>
              <a:rPr lang="pt-BR" sz="2400" dirty="0">
                <a:latin typeface="Poppins"/>
                <a:cs typeface="Poppins"/>
                <a:hlinkClick r:id="rId3"/>
              </a:rPr>
              <a:t>https://youtu.be/TKwXC5qSjkE</a:t>
            </a:r>
            <a:r>
              <a:rPr lang="pt-BR" sz="2400" dirty="0">
                <a:latin typeface="Poppins"/>
                <a:cs typeface="Poppins"/>
              </a:rPr>
              <a:t>. Acesso em: 14 abr. 2025.</a:t>
            </a:r>
            <a:endParaRPr lang="pt-BR" sz="2400" dirty="0">
              <a:latin typeface="Poppins" pitchFamily="2" charset="77"/>
              <a:cs typeface="Poppins" pitchFamily="2" charset="77"/>
            </a:endParaRPr>
          </a:p>
          <a:p>
            <a:pPr marL="0" lvl="0" indent="0" algn="l" rtl="0">
              <a:lnSpc>
                <a:spcPct val="100000"/>
              </a:lnSpc>
              <a:spcBef>
                <a:spcPts val="0"/>
              </a:spcBef>
              <a:spcAft>
                <a:spcPts val="1800"/>
              </a:spcAft>
              <a:buClr>
                <a:schemeClr val="lt1"/>
              </a:buClr>
              <a:buSzPts val="2800"/>
              <a:buNone/>
            </a:pPr>
            <a:endParaRPr sz="2400" dirty="0">
              <a:latin typeface="Poppins" pitchFamily="2" charset="77"/>
              <a:cs typeface="Poppins" pitchFamily="2" charset="77"/>
            </a:endParaRPr>
          </a:p>
        </p:txBody>
      </p:sp>
      <p:sp>
        <p:nvSpPr>
          <p:cNvPr id="2" name="Google Shape;145;p12">
            <a:extLst>
              <a:ext uri="{FF2B5EF4-FFF2-40B4-BE49-F238E27FC236}">
                <a16:creationId xmlns:a16="http://schemas.microsoft.com/office/drawing/2014/main" id="{8AFD5CF4-520D-C05E-0436-E4E65A8A0785}"/>
              </a:ext>
            </a:extLst>
          </p:cNvPr>
          <p:cNvSpPr txBox="1"/>
          <p:nvPr/>
        </p:nvSpPr>
        <p:spPr>
          <a:xfrm>
            <a:off x="1536187" y="2679700"/>
            <a:ext cx="4774500" cy="92333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Clr>
                <a:srgbClr val="000000"/>
              </a:buClr>
              <a:buSzPts val="6000"/>
              <a:buFont typeface="Arial"/>
              <a:buNone/>
            </a:pPr>
            <a:r>
              <a:rPr lang="pt-BR" sz="6000" b="1" i="0" u="none" strike="noStrike" cap="none">
                <a:solidFill>
                  <a:schemeClr val="bg1"/>
                </a:solidFill>
                <a:latin typeface="Poppins"/>
                <a:ea typeface="Poppins"/>
                <a:cs typeface="Poppins"/>
                <a:sym typeface="Poppins"/>
              </a:rPr>
              <a:t>Saiba mais</a:t>
            </a:r>
            <a:endParaRPr lang="pt-BR" sz="6000" b="0" i="0" u="none" strike="noStrike" cap="none">
              <a:solidFill>
                <a:schemeClr val="bg1"/>
              </a:solidFill>
              <a:latin typeface="Poppins Light"/>
              <a:ea typeface="Poppins Light"/>
              <a:cs typeface="Poppins Light"/>
              <a:sym typeface="Poppins Light"/>
            </a:endParaRPr>
          </a:p>
        </p:txBody>
      </p:sp>
    </p:spTree>
    <p:extLst>
      <p:ext uri="{BB962C8B-B14F-4D97-AF65-F5344CB8AC3E}">
        <p14:creationId xmlns:p14="http://schemas.microsoft.com/office/powerpoint/2010/main" val="36925726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A7DCBD77-CF03-242C-0A04-E43124DF9AFE}"/>
              </a:ext>
            </a:extLst>
          </p:cNvPr>
          <p:cNvSpPr>
            <a:spLocks noGrp="1"/>
          </p:cNvSpPr>
          <p:nvPr>
            <p:ph type="body" idx="5"/>
          </p:nvPr>
        </p:nvSpPr>
        <p:spPr>
          <a:xfrm>
            <a:off x="2175791" y="2572018"/>
            <a:ext cx="14818667" cy="5975845"/>
          </a:xfrm>
        </p:spPr>
        <p:txBody>
          <a:bodyPr spcFirstLastPara="1" wrap="square" lIns="91425" tIns="45700" rIns="91425" bIns="45700" anchor="t" anchorCtr="0">
            <a:noAutofit/>
          </a:bodyPr>
          <a:lstStyle/>
          <a:p>
            <a:pPr marL="0" indent="0">
              <a:spcBef>
                <a:spcPts val="0"/>
              </a:spcBef>
              <a:spcAft>
                <a:spcPts val="1800"/>
              </a:spcAft>
            </a:pPr>
            <a:r>
              <a:rPr lang="pt-BR" sz="2400" dirty="0">
                <a:latin typeface="Poppins" panose="00000500000000000000" pitchFamily="2" charset="0"/>
                <a:cs typeface="Poppins" panose="00000500000000000000" pitchFamily="2" charset="0"/>
              </a:rPr>
              <a:t>FABRICIO VERONEZ. </a:t>
            </a:r>
            <a:r>
              <a:rPr lang="pt-BR" sz="2400" b="1" dirty="0">
                <a:latin typeface="Poppins" panose="00000500000000000000" pitchFamily="2" charset="0"/>
                <a:cs typeface="Poppins" panose="00000500000000000000" pitchFamily="2" charset="0"/>
              </a:rPr>
              <a:t>Como criar uma pipeline CI/CD com GitHub </a:t>
            </a:r>
            <a:r>
              <a:rPr lang="pt-BR" sz="2400" b="1" dirty="0" err="1">
                <a:latin typeface="Poppins" panose="00000500000000000000" pitchFamily="2" charset="0"/>
                <a:cs typeface="Poppins" panose="00000500000000000000" pitchFamily="2" charset="0"/>
              </a:rPr>
              <a:t>Actions</a:t>
            </a:r>
            <a:r>
              <a:rPr lang="pt-BR" sz="2400" b="1" dirty="0">
                <a:latin typeface="Poppins" panose="00000500000000000000" pitchFamily="2" charset="0"/>
                <a:cs typeface="Poppins" panose="00000500000000000000" pitchFamily="2" charset="0"/>
              </a:rPr>
              <a:t> | #DevOpsNaVeia 003</a:t>
            </a:r>
            <a:r>
              <a:rPr lang="pt-BR" sz="2400" dirty="0">
                <a:latin typeface="Poppins" panose="00000500000000000000" pitchFamily="2" charset="0"/>
                <a:cs typeface="Poppins" panose="00000500000000000000" pitchFamily="2" charset="0"/>
              </a:rPr>
              <a:t>. Disponível em: </a:t>
            </a:r>
            <a:r>
              <a:rPr lang="pt-BR" sz="2400" dirty="0">
                <a:latin typeface="Poppins" panose="00000500000000000000" pitchFamily="2" charset="0"/>
                <a:cs typeface="Poppins" panose="00000500000000000000" pitchFamily="2" charset="0"/>
                <a:hlinkClick r:id="rId3"/>
              </a:rPr>
              <a:t>https://youtu.be/TKwXC5qSjkE</a:t>
            </a:r>
            <a:r>
              <a:rPr lang="pt-BR" sz="2400" dirty="0">
                <a:latin typeface="Poppins" panose="00000500000000000000" pitchFamily="2" charset="0"/>
                <a:cs typeface="Poppins" panose="00000500000000000000" pitchFamily="2" charset="0"/>
              </a:rPr>
              <a:t>. Acesso em: 14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FACULDADE XP. </a:t>
            </a:r>
            <a:r>
              <a:rPr lang="pt-BR" sz="2400" b="1" dirty="0">
                <a:latin typeface="Poppins" panose="00000500000000000000" pitchFamily="2" charset="0"/>
                <a:cs typeface="Poppins" panose="00000500000000000000" pitchFamily="2" charset="0"/>
              </a:rPr>
              <a:t>O que é Pipeline de CI/CD e qual a sua relação com </a:t>
            </a:r>
            <a:r>
              <a:rPr lang="pt-BR" sz="2400" b="1" dirty="0" err="1">
                <a:latin typeface="Poppins" panose="00000500000000000000" pitchFamily="2" charset="0"/>
                <a:cs typeface="Poppins" panose="00000500000000000000" pitchFamily="2" charset="0"/>
              </a:rPr>
              <a:t>DevOps</a:t>
            </a:r>
            <a:r>
              <a:rPr lang="pt-BR" sz="2400" b="1" dirty="0">
                <a:latin typeface="Poppins" panose="00000500000000000000" pitchFamily="2" charset="0"/>
                <a:cs typeface="Poppins" panose="00000500000000000000" pitchFamily="2" charset="0"/>
              </a:rPr>
              <a:t>? </a:t>
            </a:r>
            <a:r>
              <a:rPr lang="pt-BR" sz="2400" dirty="0">
                <a:latin typeface="Poppins" panose="00000500000000000000" pitchFamily="2" charset="0"/>
                <a:cs typeface="Poppins" panose="00000500000000000000" pitchFamily="2" charset="0"/>
              </a:rPr>
              <a:t>18 nov.  2022. Disponível em </a:t>
            </a:r>
            <a:r>
              <a:rPr lang="pt-BR" sz="2400" dirty="0">
                <a:latin typeface="Poppins" panose="00000500000000000000" pitchFamily="2" charset="0"/>
                <a:cs typeface="Poppins" panose="00000500000000000000" pitchFamily="2" charset="0"/>
                <a:hlinkClick r:id="rId4"/>
              </a:rPr>
              <a:t>https://blog.xpeducacao.com.br/pipeline-</a:t>
            </a:r>
            <a:r>
              <a:rPr lang="pt-BR" sz="2400" dirty="0" err="1">
                <a:latin typeface="Poppins" panose="00000500000000000000" pitchFamily="2" charset="0"/>
                <a:cs typeface="Poppins" panose="00000500000000000000" pitchFamily="2" charset="0"/>
                <a:hlinkClick r:id="rId4"/>
              </a:rPr>
              <a:t>ci</a:t>
            </a:r>
            <a:r>
              <a:rPr lang="pt-BR" sz="2400" dirty="0">
                <a:latin typeface="Poppins" panose="00000500000000000000" pitchFamily="2" charset="0"/>
                <a:cs typeface="Poppins" panose="00000500000000000000" pitchFamily="2" charset="0"/>
                <a:hlinkClick r:id="rId4"/>
              </a:rPr>
              <a:t>-</a:t>
            </a:r>
            <a:r>
              <a:rPr lang="pt-BR" sz="2400" dirty="0" err="1">
                <a:latin typeface="Poppins" panose="00000500000000000000" pitchFamily="2" charset="0"/>
                <a:cs typeface="Poppins" panose="00000500000000000000" pitchFamily="2" charset="0"/>
                <a:hlinkClick r:id="rId4"/>
              </a:rPr>
              <a:t>cd</a:t>
            </a:r>
            <a:r>
              <a:rPr lang="pt-BR" sz="2400" dirty="0">
                <a:latin typeface="Poppins" panose="00000500000000000000" pitchFamily="2" charset="0"/>
                <a:cs typeface="Poppins" panose="00000500000000000000" pitchFamily="2" charset="0"/>
                <a:hlinkClick r:id="rId4"/>
              </a:rPr>
              <a:t>/</a:t>
            </a:r>
            <a:r>
              <a:rPr lang="pt-BR" sz="2400" dirty="0">
                <a:latin typeface="Poppins" panose="00000500000000000000" pitchFamily="2" charset="0"/>
                <a:cs typeface="Poppins" panose="00000500000000000000" pitchFamily="2" charset="0"/>
              </a:rPr>
              <a:t>. Acesso em: 14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GITHUB DOCS. </a:t>
            </a:r>
            <a:r>
              <a:rPr lang="pt-BR" sz="2400" b="1" dirty="0">
                <a:latin typeface="Poppins" panose="00000500000000000000" pitchFamily="2" charset="0"/>
                <a:cs typeface="Poppins" panose="00000500000000000000" pitchFamily="2" charset="0"/>
              </a:rPr>
              <a:t>Início rápido para GitHub </a:t>
            </a:r>
            <a:r>
              <a:rPr lang="pt-BR" sz="2400" b="1" dirty="0" err="1">
                <a:latin typeface="Poppins" panose="00000500000000000000" pitchFamily="2" charset="0"/>
                <a:cs typeface="Poppins" panose="00000500000000000000" pitchFamily="2" charset="0"/>
              </a:rPr>
              <a:t>Actions</a:t>
            </a:r>
            <a:r>
              <a:rPr lang="pt-BR" sz="2400" b="1" dirty="0">
                <a:latin typeface="Poppins" panose="00000500000000000000" pitchFamily="2" charset="0"/>
                <a:cs typeface="Poppins" panose="00000500000000000000" pitchFamily="2" charset="0"/>
              </a:rPr>
              <a:t>,</a:t>
            </a:r>
            <a:r>
              <a:rPr lang="pt-BR" sz="2400" dirty="0">
                <a:latin typeface="Poppins" panose="00000500000000000000" pitchFamily="2" charset="0"/>
                <a:cs typeface="Poppins" panose="00000500000000000000" pitchFamily="2" charset="0"/>
              </a:rPr>
              <a:t> [s.d.]. Disponível em: </a:t>
            </a:r>
            <a:r>
              <a:rPr lang="pt-BR" sz="2400" dirty="0">
                <a:latin typeface="Poppins" panose="00000500000000000000" pitchFamily="2" charset="0"/>
                <a:cs typeface="Poppins" panose="00000500000000000000" pitchFamily="2" charset="0"/>
                <a:hlinkClick r:id="rId5"/>
              </a:rPr>
              <a:t>https://docs.github.com/</a:t>
            </a:r>
            <a:r>
              <a:rPr lang="pt-BR" sz="2400" dirty="0" err="1">
                <a:latin typeface="Poppins" panose="00000500000000000000" pitchFamily="2" charset="0"/>
                <a:cs typeface="Poppins" panose="00000500000000000000" pitchFamily="2" charset="0"/>
                <a:hlinkClick r:id="rId5"/>
              </a:rPr>
              <a:t>pt</a:t>
            </a:r>
            <a:r>
              <a:rPr lang="pt-BR" sz="2400" dirty="0">
                <a:latin typeface="Poppins" panose="00000500000000000000" pitchFamily="2" charset="0"/>
                <a:cs typeface="Poppins" panose="00000500000000000000" pitchFamily="2" charset="0"/>
                <a:hlinkClick r:id="rId5"/>
              </a:rPr>
              <a:t>/</a:t>
            </a:r>
            <a:r>
              <a:rPr lang="pt-BR" sz="2400" dirty="0" err="1">
                <a:latin typeface="Poppins" panose="00000500000000000000" pitchFamily="2" charset="0"/>
                <a:cs typeface="Poppins" panose="00000500000000000000" pitchFamily="2" charset="0"/>
                <a:hlinkClick r:id="rId5"/>
              </a:rPr>
              <a:t>actions</a:t>
            </a:r>
            <a:r>
              <a:rPr lang="pt-BR" sz="2400" dirty="0">
                <a:latin typeface="Poppins" panose="00000500000000000000" pitchFamily="2" charset="0"/>
                <a:cs typeface="Poppins" panose="00000500000000000000" pitchFamily="2" charset="0"/>
                <a:hlinkClick r:id="rId5"/>
              </a:rPr>
              <a:t>/</a:t>
            </a:r>
            <a:r>
              <a:rPr lang="pt-BR" sz="2400" dirty="0" err="1">
                <a:latin typeface="Poppins" panose="00000500000000000000" pitchFamily="2" charset="0"/>
                <a:cs typeface="Poppins" panose="00000500000000000000" pitchFamily="2" charset="0"/>
                <a:hlinkClick r:id="rId5"/>
              </a:rPr>
              <a:t>writing</a:t>
            </a:r>
            <a:r>
              <a:rPr lang="pt-BR" sz="2400" dirty="0">
                <a:latin typeface="Poppins" panose="00000500000000000000" pitchFamily="2" charset="0"/>
                <a:cs typeface="Poppins" panose="00000500000000000000" pitchFamily="2" charset="0"/>
                <a:hlinkClick r:id="rId5"/>
              </a:rPr>
              <a:t>-workflows/</a:t>
            </a:r>
            <a:r>
              <a:rPr lang="pt-BR" sz="2400" dirty="0" err="1">
                <a:latin typeface="Poppins" panose="00000500000000000000" pitchFamily="2" charset="0"/>
                <a:cs typeface="Poppins" panose="00000500000000000000" pitchFamily="2" charset="0"/>
                <a:hlinkClick r:id="rId5"/>
              </a:rPr>
              <a:t>quickstart</a:t>
            </a:r>
            <a:r>
              <a:rPr lang="pt-BR" sz="2400" dirty="0">
                <a:latin typeface="Poppins" panose="00000500000000000000" pitchFamily="2" charset="0"/>
                <a:cs typeface="Poppins" panose="00000500000000000000" pitchFamily="2" charset="0"/>
              </a:rPr>
              <a:t>. Acesso em: 14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LEMES, L. C. </a:t>
            </a:r>
            <a:r>
              <a:rPr lang="pt-BR" sz="2400" b="1" dirty="0">
                <a:latin typeface="Poppins" panose="00000500000000000000" pitchFamily="2" charset="0"/>
                <a:cs typeface="Poppins" panose="00000500000000000000" pitchFamily="2" charset="0"/>
              </a:rPr>
              <a:t>Testes Integrados em pipeline CI/CD usando GitHub </a:t>
            </a:r>
            <a:r>
              <a:rPr lang="pt-BR" sz="2400" b="1" dirty="0" err="1">
                <a:latin typeface="Poppins" panose="00000500000000000000" pitchFamily="2" charset="0"/>
                <a:cs typeface="Poppins" panose="00000500000000000000" pitchFamily="2" charset="0"/>
              </a:rPr>
              <a:t>Actions</a:t>
            </a:r>
            <a:r>
              <a:rPr lang="pt-BR" sz="2400" b="1" dirty="0">
                <a:latin typeface="Poppins" panose="00000500000000000000" pitchFamily="2" charset="0"/>
                <a:cs typeface="Poppins" panose="00000500000000000000" pitchFamily="2" charset="0"/>
              </a:rPr>
              <a:t> - Primeiros passos</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Medium</a:t>
            </a:r>
            <a:r>
              <a:rPr lang="pt-BR" sz="2400" dirty="0">
                <a:latin typeface="Poppins" panose="00000500000000000000" pitchFamily="2" charset="0"/>
                <a:cs typeface="Poppins" panose="00000500000000000000" pitchFamily="2" charset="0"/>
              </a:rPr>
              <a:t>, 29 mar. 2024. Disponível em: </a:t>
            </a:r>
            <a:r>
              <a:rPr lang="pt-BR" sz="2400" dirty="0">
                <a:latin typeface="Poppins" panose="00000500000000000000" pitchFamily="2" charset="0"/>
                <a:cs typeface="Poppins" panose="00000500000000000000" pitchFamily="2" charset="0"/>
                <a:hlinkClick r:id="rId6"/>
              </a:rPr>
              <a:t>https://leonardocamargospessoal.medium.com/testes-integrados-em-pipeline-ci-cd-usando-github-actions-primeiros-passos-896c9fdba91d</a:t>
            </a:r>
            <a:r>
              <a:rPr lang="pt-BR" sz="2400" dirty="0">
                <a:latin typeface="Poppins" panose="00000500000000000000" pitchFamily="2" charset="0"/>
                <a:cs typeface="Poppins" panose="00000500000000000000" pitchFamily="2" charset="0"/>
              </a:rPr>
              <a:t>. Acesso em: 14 abr. 2025.</a:t>
            </a:r>
          </a:p>
          <a:p>
            <a:pPr marL="0" indent="0">
              <a:spcBef>
                <a:spcPts val="0"/>
              </a:spcBef>
              <a:spcAft>
                <a:spcPts val="1800"/>
              </a:spcAft>
            </a:pPr>
            <a:r>
              <a:rPr lang="pt-BR" sz="2400" dirty="0">
                <a:latin typeface="Poppins" panose="00000500000000000000" pitchFamily="2" charset="0"/>
                <a:cs typeface="Poppins" panose="00000500000000000000" pitchFamily="2" charset="0"/>
              </a:rPr>
              <a:t>Identidade visual: imagens © </a:t>
            </a:r>
            <a:r>
              <a:rPr lang="pt-BR" sz="2400" dirty="0" err="1">
                <a:latin typeface="Poppins" panose="00000500000000000000" pitchFamily="2" charset="0"/>
                <a:cs typeface="Poppins" panose="00000500000000000000" pitchFamily="2" charset="0"/>
              </a:rPr>
              <a:t>Getty</a:t>
            </a:r>
            <a:r>
              <a:rPr lang="pt-BR" sz="2400" dirty="0">
                <a:latin typeface="Poppins" panose="00000500000000000000" pitchFamily="2" charset="0"/>
                <a:cs typeface="Poppins" panose="00000500000000000000" pitchFamily="2" charset="0"/>
              </a:rPr>
              <a:t> </a:t>
            </a:r>
            <a:r>
              <a:rPr lang="pt-BR" sz="2400" dirty="0" err="1">
                <a:latin typeface="Poppins" panose="00000500000000000000" pitchFamily="2" charset="0"/>
                <a:cs typeface="Poppins" panose="00000500000000000000" pitchFamily="2" charset="0"/>
              </a:rPr>
              <a:t>Images</a:t>
            </a:r>
            <a:r>
              <a:rPr lang="pt-BR" sz="2400" dirty="0">
                <a:latin typeface="Poppins" panose="00000500000000000000" pitchFamily="2" charset="0"/>
                <a:cs typeface="Poppins" panose="00000500000000000000" pitchFamily="2" charset="0"/>
              </a:rPr>
              <a:t>.</a:t>
            </a:r>
          </a:p>
        </p:txBody>
      </p:sp>
    </p:spTree>
    <p:extLst>
      <p:ext uri="{BB962C8B-B14F-4D97-AF65-F5344CB8AC3E}">
        <p14:creationId xmlns:p14="http://schemas.microsoft.com/office/powerpoint/2010/main" val="42497828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8F7D820-59D9-B36F-70F9-9069AA799D71}"/>
            </a:ext>
          </a:extLst>
        </p:cNvPr>
        <p:cNvGrpSpPr/>
        <p:nvPr/>
      </p:nvGrpSpPr>
      <p:grpSpPr>
        <a:xfrm>
          <a:off x="0" y="0"/>
          <a:ext cx="0" cy="0"/>
          <a:chOff x="0" y="0"/>
          <a:chExt cx="0" cy="0"/>
        </a:xfrm>
      </p:grpSpPr>
      <p:sp>
        <p:nvSpPr>
          <p:cNvPr id="2" name="Google Shape;643;p43">
            <a:extLst>
              <a:ext uri="{FF2B5EF4-FFF2-40B4-BE49-F238E27FC236}">
                <a16:creationId xmlns:a16="http://schemas.microsoft.com/office/drawing/2014/main" id="{E707B44A-1813-17B4-62E8-86DF5025AF2A}"/>
              </a:ext>
            </a:extLst>
          </p:cNvPr>
          <p:cNvSpPr txBox="1">
            <a:spLocks/>
          </p:cNvSpPr>
          <p:nvPr/>
        </p:nvSpPr>
        <p:spPr>
          <a:xfrm>
            <a:off x="937698" y="3829934"/>
            <a:ext cx="10222120" cy="80314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228600" algn="ctr" rtl="0">
              <a:lnSpc>
                <a:spcPct val="100000"/>
              </a:lnSpc>
              <a:spcBef>
                <a:spcPts val="900"/>
              </a:spcBef>
              <a:spcAft>
                <a:spcPts val="0"/>
              </a:spcAft>
              <a:buClr>
                <a:schemeClr val="dk1"/>
              </a:buClr>
              <a:buSzPts val="4500"/>
              <a:buFont typeface="Arial"/>
              <a:buNone/>
              <a:defRPr sz="4500" b="1" i="0" u="none" strike="noStrike" cap="none">
                <a:solidFill>
                  <a:schemeClr val="dk1"/>
                </a:solidFill>
                <a:latin typeface="Poppins"/>
                <a:ea typeface="Poppins"/>
                <a:cs typeface="Poppins"/>
                <a:sym typeface="Poppins"/>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pPr marL="0" indent="0">
              <a:spcBef>
                <a:spcPts val="0"/>
              </a:spcBef>
            </a:pPr>
            <a:r>
              <a:rPr lang="pt-BR" dirty="0">
                <a:solidFill>
                  <a:srgbClr val="FF161F"/>
                </a:solidFill>
              </a:rPr>
              <a:t>Orientações ao professor</a:t>
            </a:r>
          </a:p>
        </p:txBody>
      </p:sp>
    </p:spTree>
    <p:extLst>
      <p:ext uri="{BB962C8B-B14F-4D97-AF65-F5344CB8AC3E}">
        <p14:creationId xmlns:p14="http://schemas.microsoft.com/office/powerpoint/2010/main" val="3841906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5295846-591D-71E8-D0C7-AB1BFEE48404}"/>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561869F6-88CA-FC10-0613-DBD32571F78B}"/>
              </a:ext>
            </a:extLst>
          </p:cNvPr>
          <p:cNvCxnSpPr>
            <a:cxnSpLocks/>
          </p:cNvCxnSpPr>
          <p:nvPr/>
        </p:nvCxnSpPr>
        <p:spPr>
          <a:xfrm flipV="1">
            <a:off x="868312" y="154885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10A8149C-4314-89FA-F6D6-3AD6F891BB01}"/>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6C399889-1BD2-3839-8266-9D655366CD3D}"/>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C035FB58-E7F8-992B-EADA-DCD3A53F4516}"/>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67EFEEE5-1608-1E22-72C4-60D4845B9362}"/>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relembrando o tema da semana 18, aulas 1 e 2, CI/CD significa “integração contínua” e “entrega contínua”. É uma prática que visa entregar software de forma frequente e confiável, automatizando todas as etapas do processo de desenvolvimento, desde a escrita do código até a sua disponibilização para os usuários. Ele acelera a entrega de software, reduz custos e riscos e ainda torna seus processos mais escaláveis.</a:t>
            </a:r>
            <a:endParaRPr lang="pt-BR" dirty="0"/>
          </a:p>
        </p:txBody>
      </p:sp>
      <p:sp>
        <p:nvSpPr>
          <p:cNvPr id="3" name="CaixaDeTexto 2">
            <a:extLst>
              <a:ext uri="{FF2B5EF4-FFF2-40B4-BE49-F238E27FC236}">
                <a16:creationId xmlns:a16="http://schemas.microsoft.com/office/drawing/2014/main" id="{D1B2A9E3-0C37-A3D8-8FB1-1FF131B158E0}"/>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a:t>
            </a:r>
            <a:r>
              <a:rPr lang="pt-BR" dirty="0">
                <a:latin typeface="Poppins" panose="00000500000000000000" pitchFamily="2" charset="0"/>
                <a:cs typeface="Poppins" panose="00000500000000000000" pitchFamily="2" charset="0"/>
              </a:rPr>
              <a:t>3</a:t>
            </a:r>
            <a:r>
              <a:rPr lang="pt-BR" b="0" dirty="0">
                <a:latin typeface="Poppins" panose="00000500000000000000" pitchFamily="2" charset="0"/>
                <a:cs typeface="Poppins" panose="00000500000000000000" pitchFamily="2" charset="0"/>
              </a:rPr>
              <a:t> minutos.</a:t>
            </a:r>
            <a:endParaRPr lang="pt-BR" dirty="0"/>
          </a:p>
        </p:txBody>
      </p:sp>
      <p:sp>
        <p:nvSpPr>
          <p:cNvPr id="2" name="Oval 11">
            <a:extLst>
              <a:ext uri="{FF2B5EF4-FFF2-40B4-BE49-F238E27FC236}">
                <a16:creationId xmlns:a16="http://schemas.microsoft.com/office/drawing/2014/main" id="{5B28E32C-FCE3-62B9-C7F7-66579E5613B1}"/>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43D37C6A-6215-08E0-0ADC-5531591968CC}"/>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86F3D5BC-0324-C7FB-FB44-E56FC1905C98}"/>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6</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518372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F7AB0CF9-F67E-CDD4-E4E2-4CAE0E85E69E}"/>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47333D14-D4A2-1BFA-79CA-2C7467E4097D}"/>
              </a:ext>
            </a:extLst>
          </p:cNvPr>
          <p:cNvCxnSpPr>
            <a:cxnSpLocks/>
          </p:cNvCxnSpPr>
          <p:nvPr/>
        </p:nvCxnSpPr>
        <p:spPr>
          <a:xfrm flipV="1">
            <a:off x="868312" y="1642641"/>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5A435CBA-DC51-EB13-3141-36179BCA2FF3}"/>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 name="Oval 12">
            <a:extLst>
              <a:ext uri="{FF2B5EF4-FFF2-40B4-BE49-F238E27FC236}">
                <a16:creationId xmlns:a16="http://schemas.microsoft.com/office/drawing/2014/main" id="{23548F20-5A16-C561-81C9-219B1F8579F3}"/>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14" name="Google Shape;2216;p100">
            <a:extLst>
              <a:ext uri="{FF2B5EF4-FFF2-40B4-BE49-F238E27FC236}">
                <a16:creationId xmlns:a16="http://schemas.microsoft.com/office/drawing/2014/main" id="{A46B3CC3-5E0B-E7D5-3D22-2C62343C8C7A}"/>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0" name="CaixaDeTexto 3">
            <a:extLst>
              <a:ext uri="{FF2B5EF4-FFF2-40B4-BE49-F238E27FC236}">
                <a16:creationId xmlns:a16="http://schemas.microsoft.com/office/drawing/2014/main" id="{7B5065F9-3445-805D-272E-C07E25FF8377}"/>
              </a:ext>
            </a:extLst>
          </p:cNvPr>
          <p:cNvSpPr txBox="1"/>
          <p:nvPr/>
        </p:nvSpPr>
        <p:spPr>
          <a:xfrm>
            <a:off x="1478280" y="2146575"/>
            <a:ext cx="15377160" cy="73866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Orientações: </a:t>
            </a:r>
            <a:r>
              <a:rPr lang="pt-BR" dirty="0">
                <a:latin typeface="Poppins" panose="00000500000000000000" pitchFamily="2" charset="0"/>
                <a:cs typeface="Poppins" panose="00000500000000000000" pitchFamily="2" charset="0"/>
              </a:rPr>
              <a:t>professor, a seção </a:t>
            </a:r>
            <a:r>
              <a:rPr lang="pt-BR" b="1" dirty="0">
                <a:latin typeface="Poppins" panose="00000500000000000000" pitchFamily="2" charset="0"/>
                <a:cs typeface="Poppins" panose="00000500000000000000" pitchFamily="2" charset="0"/>
              </a:rPr>
              <a:t>Colocando em prática</a:t>
            </a:r>
            <a:r>
              <a:rPr lang="pt-BR" dirty="0">
                <a:latin typeface="Poppins" panose="00000500000000000000" pitchFamily="2" charset="0"/>
                <a:cs typeface="Poppins" panose="00000500000000000000" pitchFamily="2" charset="0"/>
              </a:rPr>
              <a:t> tem como objetivo aplicar os conhecimentos construídos durante a aula, incentivando os estudantes a pensar criticamente e de forma prática. </a:t>
            </a:r>
          </a:p>
          <a:p>
            <a:endParaRPr lang="pt-BR" dirty="0">
              <a:latin typeface="Poppins" panose="00000500000000000000" pitchFamily="2" charset="0"/>
              <a:cs typeface="Poppins" panose="00000500000000000000" pitchFamily="2" charset="0"/>
            </a:endParaRPr>
          </a:p>
        </p:txBody>
      </p:sp>
      <p:sp>
        <p:nvSpPr>
          <p:cNvPr id="3" name="CaixaDeTexto 2">
            <a:extLst>
              <a:ext uri="{FF2B5EF4-FFF2-40B4-BE49-F238E27FC236}">
                <a16:creationId xmlns:a16="http://schemas.microsoft.com/office/drawing/2014/main" id="{DF5D2A86-529F-CB7F-8113-00C496821632}"/>
              </a:ext>
            </a:extLst>
          </p:cNvPr>
          <p:cNvSpPr txBox="1"/>
          <p:nvPr/>
        </p:nvSpPr>
        <p:spPr>
          <a:xfrm>
            <a:off x="1478287" y="3235120"/>
            <a:ext cx="15377153" cy="307777"/>
          </a:xfrm>
          <a:prstGeom prst="rect">
            <a:avLst/>
          </a:prstGeom>
          <a:noFill/>
          <a:ln>
            <a:noFill/>
          </a:ln>
        </p:spPr>
        <p:txBody>
          <a:bodyPr wrap="square">
            <a:spAutoFit/>
          </a:bodyPr>
          <a:lstStyle/>
          <a:p>
            <a:r>
              <a:rPr lang="pt-BR" b="1" dirty="0">
                <a:latin typeface="Poppins" panose="00000500000000000000" pitchFamily="2" charset="0"/>
                <a:cs typeface="Poppins" panose="00000500000000000000" pitchFamily="2" charset="0"/>
              </a:rPr>
              <a:t>Tempo:</a:t>
            </a:r>
            <a:r>
              <a:rPr lang="pt-BR" b="0" dirty="0">
                <a:latin typeface="Poppins" panose="00000500000000000000" pitchFamily="2" charset="0"/>
                <a:cs typeface="Poppins" panose="00000500000000000000" pitchFamily="2" charset="0"/>
              </a:rPr>
              <a:t> 45 minutos.</a:t>
            </a:r>
            <a:endParaRPr lang="pt-BR" dirty="0">
              <a:latin typeface="Poppins" panose="00000500000000000000" pitchFamily="2" charset="0"/>
              <a:cs typeface="Poppins" panose="00000500000000000000" pitchFamily="2" charset="0"/>
            </a:endParaRPr>
          </a:p>
        </p:txBody>
      </p:sp>
      <p:sp>
        <p:nvSpPr>
          <p:cNvPr id="2" name="Oval 11">
            <a:extLst>
              <a:ext uri="{FF2B5EF4-FFF2-40B4-BE49-F238E27FC236}">
                <a16:creationId xmlns:a16="http://schemas.microsoft.com/office/drawing/2014/main" id="{98085FED-7559-CCFE-5D16-255D59CAD83B}"/>
              </a:ext>
            </a:extLst>
          </p:cNvPr>
          <p:cNvSpPr/>
          <p:nvPr/>
        </p:nvSpPr>
        <p:spPr>
          <a:xfrm>
            <a:off x="594328" y="3120116"/>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4" name="Imagem 3">
            <a:extLst>
              <a:ext uri="{FF2B5EF4-FFF2-40B4-BE49-F238E27FC236}">
                <a16:creationId xmlns:a16="http://schemas.microsoft.com/office/drawing/2014/main" id="{8ED094B0-E81F-D400-AD29-6373C88688B1}"/>
              </a:ext>
            </a:extLst>
          </p:cNvPr>
          <p:cNvPicPr>
            <a:picLocks noChangeAspect="1"/>
          </p:cNvPicPr>
          <p:nvPr/>
        </p:nvPicPr>
        <p:blipFill>
          <a:blip r:embed="rId3"/>
          <a:srcRect/>
          <a:stretch/>
        </p:blipFill>
        <p:spPr>
          <a:xfrm>
            <a:off x="769865" y="3264295"/>
            <a:ext cx="235287" cy="282344"/>
          </a:xfrm>
          <a:prstGeom prst="rect">
            <a:avLst/>
          </a:prstGeom>
        </p:spPr>
      </p:pic>
      <p:sp>
        <p:nvSpPr>
          <p:cNvPr id="8" name="CaixaDeTexto 7">
            <a:extLst>
              <a:ext uri="{FF2B5EF4-FFF2-40B4-BE49-F238E27FC236}">
                <a16:creationId xmlns:a16="http://schemas.microsoft.com/office/drawing/2014/main" id="{D65774AE-9431-9882-8803-BA5799F735AA}"/>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21" name="Oval 10">
            <a:extLst>
              <a:ext uri="{FF2B5EF4-FFF2-40B4-BE49-F238E27FC236}">
                <a16:creationId xmlns:a16="http://schemas.microsoft.com/office/drawing/2014/main" id="{253B06D3-62C9-25A7-9F1F-7E8615AACAC7}"/>
              </a:ext>
            </a:extLst>
          </p:cNvPr>
          <p:cNvSpPr/>
          <p:nvPr/>
        </p:nvSpPr>
        <p:spPr>
          <a:xfrm>
            <a:off x="581660" y="3772153"/>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22" name="Google Shape;2223;p100">
            <a:extLst>
              <a:ext uri="{FF2B5EF4-FFF2-40B4-BE49-F238E27FC236}">
                <a16:creationId xmlns:a16="http://schemas.microsoft.com/office/drawing/2014/main" id="{7D7C0CCD-2D4B-608D-64C0-9354F7B16DBE}"/>
              </a:ext>
            </a:extLst>
          </p:cNvPr>
          <p:cNvSpPr>
            <a:spLocks/>
          </p:cNvSpPr>
          <p:nvPr/>
        </p:nvSpPr>
        <p:spPr>
          <a:xfrm>
            <a:off x="685177" y="3889798"/>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4" name="CaixaDeTexto 23">
            <a:extLst>
              <a:ext uri="{FF2B5EF4-FFF2-40B4-BE49-F238E27FC236}">
                <a16:creationId xmlns:a16="http://schemas.microsoft.com/office/drawing/2014/main" id="{CE69F2F0-AE50-6CB5-A4A8-EADEC8095903}"/>
              </a:ext>
            </a:extLst>
          </p:cNvPr>
          <p:cNvSpPr txBox="1"/>
          <p:nvPr/>
        </p:nvSpPr>
        <p:spPr>
          <a:xfrm>
            <a:off x="1478280" y="3881666"/>
            <a:ext cx="16228060" cy="981744"/>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D</a:t>
            </a:r>
            <a:r>
              <a:rPr lang="pt-BR" sz="1400" kern="100" dirty="0">
                <a:effectLst/>
                <a:latin typeface="Poppins" panose="00000500000000000000" pitchFamily="2" charset="0"/>
                <a:ea typeface="Aptos" panose="020B0004020202020204" pitchFamily="34" charset="0"/>
                <a:cs typeface="Poppins" panose="00000500000000000000" pitchFamily="2" charset="0"/>
              </a:rPr>
              <a:t>ivida a turma em grupo de 4 alunos. </a:t>
            </a:r>
          </a:p>
          <a:p>
            <a:pPr>
              <a:lnSpc>
                <a:spcPct val="107000"/>
              </a:lnSpc>
              <a:spcAft>
                <a:spcPts val="800"/>
              </a:spcAft>
            </a:pPr>
            <a:endParaRPr lang="pt-BR" sz="1400"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p:txBody>
      </p:sp>
      <p:sp>
        <p:nvSpPr>
          <p:cNvPr id="10" name="Oval 8">
            <a:extLst>
              <a:ext uri="{FF2B5EF4-FFF2-40B4-BE49-F238E27FC236}">
                <a16:creationId xmlns:a16="http://schemas.microsoft.com/office/drawing/2014/main" id="{16D642A2-8FC2-F53B-C3DB-52C9B2DCE188}"/>
              </a:ext>
            </a:extLst>
          </p:cNvPr>
          <p:cNvSpPr/>
          <p:nvPr/>
        </p:nvSpPr>
        <p:spPr>
          <a:xfrm>
            <a:off x="601805" y="4590310"/>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1" name="Gráfico 10">
            <a:extLst>
              <a:ext uri="{FF2B5EF4-FFF2-40B4-BE49-F238E27FC236}">
                <a16:creationId xmlns:a16="http://schemas.microsoft.com/office/drawing/2014/main" id="{1A8E2D95-E872-A45A-0C3B-3E33CEFDE4E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4671491"/>
            <a:ext cx="312039" cy="400050"/>
          </a:xfrm>
          <a:prstGeom prst="rect">
            <a:avLst/>
          </a:prstGeom>
        </p:spPr>
      </p:pic>
      <p:sp>
        <p:nvSpPr>
          <p:cNvPr id="15" name="CaixaDeTexto 14">
            <a:extLst>
              <a:ext uri="{FF2B5EF4-FFF2-40B4-BE49-F238E27FC236}">
                <a16:creationId xmlns:a16="http://schemas.microsoft.com/office/drawing/2014/main" id="{B73B7E70-2025-328D-3B21-0EA1F4ED116C}"/>
              </a:ext>
            </a:extLst>
          </p:cNvPr>
          <p:cNvSpPr txBox="1"/>
          <p:nvPr/>
        </p:nvSpPr>
        <p:spPr>
          <a:xfrm>
            <a:off x="1454908" y="4658303"/>
            <a:ext cx="16581120" cy="3646576"/>
          </a:xfrm>
          <a:prstGeom prst="rect">
            <a:avLst/>
          </a:prstGeom>
          <a:noFill/>
          <a:ln>
            <a:noFill/>
          </a:ln>
        </p:spPr>
        <p:txBody>
          <a:bodyPr wrap="square">
            <a:spAutoFit/>
          </a:body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1. Qual foi o maior desafio técnico ao configurar o pipeline?</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Configuração inicial: </a:t>
            </a:r>
            <a:r>
              <a:rPr lang="pt-BR" kern="100" dirty="0">
                <a:effectLst/>
                <a:latin typeface="Poppins" panose="00000500000000000000" pitchFamily="2" charset="0"/>
                <a:ea typeface="Aptos" panose="020B0004020202020204" pitchFamily="34" charset="0"/>
                <a:cs typeface="Poppins" panose="00000500000000000000" pitchFamily="2" charset="0"/>
              </a:rPr>
              <a:t>entender a estrutura do arquivo YAML para GitHub </a:t>
            </a:r>
            <a:r>
              <a:rPr lang="pt-BR" kern="100" dirty="0" err="1">
                <a:effectLst/>
                <a:latin typeface="Poppins" panose="00000500000000000000" pitchFamily="2" charset="0"/>
                <a:ea typeface="Aptos" panose="020B0004020202020204" pitchFamily="34" charset="0"/>
                <a:cs typeface="Poppins" panose="00000500000000000000" pitchFamily="2" charset="0"/>
              </a:rPr>
              <a:t>Actions</a:t>
            </a:r>
            <a:r>
              <a:rPr lang="pt-BR" kern="100" dirty="0">
                <a:effectLst/>
                <a:latin typeface="Poppins" panose="00000500000000000000" pitchFamily="2" charset="0"/>
                <a:ea typeface="Aptos" panose="020B0004020202020204" pitchFamily="34" charset="0"/>
                <a:cs typeface="Poppins" panose="00000500000000000000" pitchFamily="2" charset="0"/>
              </a:rPr>
              <a:t> e definir corretamente os </a:t>
            </a:r>
            <a:r>
              <a:rPr lang="pt-BR" kern="100" dirty="0" err="1">
                <a:effectLst/>
                <a:latin typeface="Poppins" panose="00000500000000000000" pitchFamily="2" charset="0"/>
                <a:ea typeface="Aptos" panose="020B0004020202020204" pitchFamily="34" charset="0"/>
                <a:cs typeface="Poppins" panose="00000500000000000000" pitchFamily="2" charset="0"/>
              </a:rPr>
              <a:t>jobs</a:t>
            </a:r>
            <a:r>
              <a:rPr lang="pt-BR" kern="100" dirty="0">
                <a:effectLst/>
                <a:latin typeface="Poppins" panose="00000500000000000000" pitchFamily="2" charset="0"/>
                <a:ea typeface="Aptos" panose="020B0004020202020204" pitchFamily="34" charset="0"/>
                <a:cs typeface="Poppins" panose="00000500000000000000" pitchFamily="2" charset="0"/>
              </a:rPr>
              <a:t> e triggers.</a:t>
            </a: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Ambiente de </a:t>
            </a:r>
            <a:r>
              <a:rPr lang="pt-BR" b="1" kern="100" dirty="0" err="1">
                <a:effectLst/>
                <a:latin typeface="Poppins" panose="00000500000000000000" pitchFamily="2" charset="0"/>
                <a:ea typeface="Aptos" panose="020B0004020202020204" pitchFamily="34" charset="0"/>
                <a:cs typeface="Poppins" panose="00000500000000000000" pitchFamily="2" charset="0"/>
              </a:rPr>
              <a:t>deploy</a:t>
            </a:r>
            <a:r>
              <a:rPr lang="pt-BR" b="1"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effectLst/>
                <a:latin typeface="Poppins" panose="00000500000000000000" pitchFamily="2" charset="0"/>
                <a:ea typeface="Aptos" panose="020B0004020202020204" pitchFamily="34" charset="0"/>
                <a:cs typeface="Poppins" panose="00000500000000000000" pitchFamily="2" charset="0"/>
              </a:rPr>
              <a:t>configurar acesso SSH seguro entre o repositório e o servidor de </a:t>
            </a:r>
            <a:r>
              <a:rPr lang="pt-BR" kern="100" dirty="0" err="1">
                <a:effectLst/>
                <a:latin typeface="Poppins" panose="00000500000000000000" pitchFamily="2" charset="0"/>
                <a:ea typeface="Aptos" panose="020B0004020202020204" pitchFamily="34" charset="0"/>
                <a:cs typeface="Poppins" panose="00000500000000000000" pitchFamily="2" charset="0"/>
              </a:rPr>
              <a:t>deploy</a:t>
            </a:r>
            <a:r>
              <a:rPr lang="pt-BR" kern="100" dirty="0">
                <a:effectLst/>
                <a:latin typeface="Poppins" panose="00000500000000000000" pitchFamily="2" charset="0"/>
                <a:ea typeface="Aptos" panose="020B0004020202020204" pitchFamily="34" charset="0"/>
                <a:cs typeface="Poppins" panose="00000500000000000000" pitchFamily="2" charset="0"/>
              </a:rPr>
              <a:t>, especialmente ao lidar com chaves privadas.</a:t>
            </a: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Gerenciamento de dependências: </a:t>
            </a:r>
            <a:r>
              <a:rPr lang="pt-BR" kern="100" dirty="0">
                <a:effectLst/>
                <a:latin typeface="Poppins" panose="00000500000000000000" pitchFamily="2" charset="0"/>
                <a:ea typeface="Aptos" panose="020B0004020202020204" pitchFamily="34" charset="0"/>
                <a:cs typeface="Poppins" panose="00000500000000000000" pitchFamily="2" charset="0"/>
              </a:rPr>
              <a:t>garantir que todas as dependências sejam instaladas e compatíveis com o ambiente de execução.</a:t>
            </a: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Resolução de erros no pipeline: </a:t>
            </a:r>
            <a:r>
              <a:rPr lang="pt-BR" kern="100" dirty="0">
                <a:effectLst/>
                <a:latin typeface="Poppins" panose="00000500000000000000" pitchFamily="2" charset="0"/>
                <a:ea typeface="Aptos" panose="020B0004020202020204" pitchFamily="34" charset="0"/>
                <a:cs typeface="Poppins" panose="00000500000000000000" pitchFamily="2" charset="0"/>
              </a:rPr>
              <a:t>depurar problemas nas etapas de build, como falhas em testes automatizados ou comandos de </a:t>
            </a:r>
            <a:r>
              <a:rPr lang="pt-BR" kern="100" dirty="0" err="1">
                <a:effectLst/>
                <a:latin typeface="Poppins" panose="00000500000000000000" pitchFamily="2" charset="0"/>
                <a:ea typeface="Aptos" panose="020B0004020202020204" pitchFamily="34" charset="0"/>
                <a:cs typeface="Poppins" panose="00000500000000000000" pitchFamily="2" charset="0"/>
              </a:rPr>
              <a:t>deploy</a:t>
            </a:r>
            <a:r>
              <a:rPr lang="pt-BR" kern="100" dirty="0">
                <a:effectLst/>
                <a:latin typeface="Poppins" panose="00000500000000000000" pitchFamily="2" charset="0"/>
                <a:ea typeface="Aptos" panose="020B0004020202020204" pitchFamily="34" charset="0"/>
                <a:cs typeface="Poppins" panose="00000500000000000000" pitchFamily="2" charset="0"/>
              </a:rPr>
              <a:t>.</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p:txBody>
      </p:sp>
    </p:spTree>
    <p:extLst>
      <p:ext uri="{BB962C8B-B14F-4D97-AF65-F5344CB8AC3E}">
        <p14:creationId xmlns:p14="http://schemas.microsoft.com/office/powerpoint/2010/main" val="114704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25805D-2234-7321-0949-68EB4D07AE34}"/>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2897DE3E-BDE2-1A64-38AA-13DE83039F54}"/>
              </a:ext>
            </a:extLst>
          </p:cNvPr>
          <p:cNvCxnSpPr>
            <a:cxnSpLocks/>
          </p:cNvCxnSpPr>
          <p:nvPr/>
        </p:nvCxnSpPr>
        <p:spPr>
          <a:xfrm flipV="1">
            <a:off x="868312" y="178331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5" name="Retângulo 4">
            <a:extLst>
              <a:ext uri="{FF2B5EF4-FFF2-40B4-BE49-F238E27FC236}">
                <a16:creationId xmlns:a16="http://schemas.microsoft.com/office/drawing/2014/main" id="{64E8CE89-41AB-3DE9-A33B-72614C028886}"/>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0" name="CaixaDeTexto 3">
            <a:extLst>
              <a:ext uri="{FF2B5EF4-FFF2-40B4-BE49-F238E27FC236}">
                <a16:creationId xmlns:a16="http://schemas.microsoft.com/office/drawing/2014/main" id="{9C456CA7-9D72-2AE5-1469-A070D89AEE38}"/>
              </a:ext>
            </a:extLst>
          </p:cNvPr>
          <p:cNvSpPr txBox="1"/>
          <p:nvPr/>
        </p:nvSpPr>
        <p:spPr>
          <a:xfrm>
            <a:off x="1478280" y="2146575"/>
            <a:ext cx="15377160" cy="4939814"/>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ClrTx/>
              <a:defRPr/>
            </a:pPr>
            <a:r>
              <a:rPr lang="pt-BR" b="1" dirty="0">
                <a:latin typeface="Poppins" panose="00000500000000000000" pitchFamily="2" charset="0"/>
                <a:cs typeface="Poppins" panose="00000500000000000000" pitchFamily="2" charset="0"/>
              </a:rPr>
              <a:t>2. Como a automação de </a:t>
            </a:r>
            <a:r>
              <a:rPr lang="pt-BR" b="1" dirty="0" err="1">
                <a:latin typeface="Poppins" panose="00000500000000000000" pitchFamily="2" charset="0"/>
                <a:cs typeface="Poppins" panose="00000500000000000000" pitchFamily="2" charset="0"/>
              </a:rPr>
              <a:t>deploys</a:t>
            </a:r>
            <a:r>
              <a:rPr lang="pt-BR" b="1" dirty="0">
                <a:latin typeface="Poppins" panose="00000500000000000000" pitchFamily="2" charset="0"/>
                <a:cs typeface="Poppins" panose="00000500000000000000" pitchFamily="2" charset="0"/>
              </a:rPr>
              <a:t> pode melhorar o fluxo de trabalho da equipe?</a:t>
            </a:r>
          </a:p>
          <a:p>
            <a:pPr>
              <a:buClrTx/>
              <a:defRPr/>
            </a:pPr>
            <a:endParaRPr lang="pt-BR" b="1" dirty="0">
              <a:latin typeface="Poppins" panose="00000500000000000000" pitchFamily="2" charset="0"/>
              <a:cs typeface="Poppins" panose="00000500000000000000" pitchFamily="2" charset="0"/>
            </a:endParaRPr>
          </a:p>
          <a:p>
            <a:pPr>
              <a:lnSpc>
                <a:spcPct val="150000"/>
              </a:lnSpc>
              <a:buClrTx/>
              <a:defRPr/>
            </a:pPr>
            <a:r>
              <a:rPr lang="pt-BR" b="1" dirty="0">
                <a:latin typeface="Poppins" panose="00000500000000000000" pitchFamily="2" charset="0"/>
                <a:cs typeface="Poppins" panose="00000500000000000000" pitchFamily="2" charset="0"/>
              </a:rPr>
              <a:t>Redução de erros manuais: </a:t>
            </a:r>
            <a:r>
              <a:rPr lang="pt-BR" dirty="0">
                <a:latin typeface="Poppins" panose="00000500000000000000" pitchFamily="2" charset="0"/>
                <a:cs typeface="Poppins" panose="00000500000000000000" pitchFamily="2" charset="0"/>
              </a:rPr>
              <a:t>a automação elimina tarefas repetitivas e propensas a falhas, como configurar servidores ou rodar scripts manualmente.</a:t>
            </a:r>
          </a:p>
          <a:p>
            <a:pPr>
              <a:lnSpc>
                <a:spcPct val="150000"/>
              </a:lnSpc>
              <a:buClrTx/>
              <a:defRPr/>
            </a:pPr>
            <a:r>
              <a:rPr lang="pt-BR" b="1" dirty="0">
                <a:latin typeface="Poppins" panose="00000500000000000000" pitchFamily="2" charset="0"/>
                <a:cs typeface="Poppins" panose="00000500000000000000" pitchFamily="2" charset="0"/>
              </a:rPr>
              <a:t>Feedback rápido: </a:t>
            </a:r>
            <a:r>
              <a:rPr lang="pt-BR" dirty="0">
                <a:latin typeface="Poppins" panose="00000500000000000000" pitchFamily="2" charset="0"/>
                <a:cs typeface="Poppins" panose="00000500000000000000" pitchFamily="2" charset="0"/>
              </a:rPr>
              <a:t>builds e testes automatizados fornecem informações imediatas sobre o estado do código.</a:t>
            </a:r>
          </a:p>
          <a:p>
            <a:pPr>
              <a:lnSpc>
                <a:spcPct val="150000"/>
              </a:lnSpc>
              <a:buClrTx/>
              <a:defRPr/>
            </a:pPr>
            <a:r>
              <a:rPr lang="pt-BR" b="1" dirty="0">
                <a:latin typeface="Poppins" panose="00000500000000000000" pitchFamily="2" charset="0"/>
                <a:cs typeface="Poppins" panose="00000500000000000000" pitchFamily="2" charset="0"/>
              </a:rPr>
              <a:t>Desenvolvimento mais ágil: </a:t>
            </a:r>
            <a:r>
              <a:rPr lang="pt-BR" dirty="0">
                <a:latin typeface="Poppins" panose="00000500000000000000" pitchFamily="2" charset="0"/>
                <a:cs typeface="Poppins" panose="00000500000000000000" pitchFamily="2" charset="0"/>
              </a:rPr>
              <a:t>os desenvolvedores podem focar no código em vez de gerenciar </a:t>
            </a:r>
            <a:r>
              <a:rPr lang="pt-BR" dirty="0" err="1">
                <a:latin typeface="Poppins" panose="00000500000000000000" pitchFamily="2" charset="0"/>
                <a:cs typeface="Poppins" panose="00000500000000000000" pitchFamily="2" charset="0"/>
              </a:rPr>
              <a:t>deploys</a:t>
            </a:r>
            <a:r>
              <a:rPr lang="pt-BR" dirty="0">
                <a:latin typeface="Poppins" panose="00000500000000000000" pitchFamily="2" charset="0"/>
                <a:cs typeface="Poppins" panose="00000500000000000000" pitchFamily="2" charset="0"/>
              </a:rPr>
              <a:t>, acelerando entregas.</a:t>
            </a:r>
          </a:p>
          <a:p>
            <a:pPr>
              <a:lnSpc>
                <a:spcPct val="150000"/>
              </a:lnSpc>
              <a:buClrTx/>
              <a:defRPr/>
            </a:pPr>
            <a:r>
              <a:rPr lang="pt-BR" b="1" dirty="0">
                <a:latin typeface="Poppins" panose="00000500000000000000" pitchFamily="2" charset="0"/>
                <a:cs typeface="Poppins" panose="00000500000000000000" pitchFamily="2" charset="0"/>
              </a:rPr>
              <a:t>Consistência entre ambientes: </a:t>
            </a:r>
            <a:r>
              <a:rPr lang="pt-BR" dirty="0">
                <a:latin typeface="Poppins" panose="00000500000000000000" pitchFamily="2" charset="0"/>
                <a:cs typeface="Poppins" panose="00000500000000000000" pitchFamily="2" charset="0"/>
              </a:rPr>
              <a:t>o pipeline garante que todas as etapas (build, teste e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 sigam o mesmo processo, reduzindo divergências entre desenvolvimento, homologação e produção.</a:t>
            </a:r>
          </a:p>
          <a:p>
            <a:pPr>
              <a:lnSpc>
                <a:spcPct val="150000"/>
              </a:lnSpc>
              <a:buClrTx/>
              <a:defRPr/>
            </a:pPr>
            <a:endParaRPr lang="pt-BR" dirty="0">
              <a:latin typeface="Poppins" panose="00000500000000000000" pitchFamily="2" charset="0"/>
              <a:cs typeface="Poppins" panose="00000500000000000000" pitchFamily="2" charset="0"/>
            </a:endParaRPr>
          </a:p>
          <a:p>
            <a:pPr>
              <a:lnSpc>
                <a:spcPct val="150000"/>
              </a:lnSpc>
              <a:buClrTx/>
              <a:defRPr/>
            </a:pPr>
            <a:r>
              <a:rPr lang="pt-BR" b="1" dirty="0">
                <a:latin typeface="Poppins" panose="00000500000000000000" pitchFamily="2" charset="0"/>
                <a:cs typeface="Poppins" panose="00000500000000000000" pitchFamily="2" charset="0"/>
              </a:rPr>
              <a:t>3. Quais práticas de CI/CD vocês implementariam para produção?</a:t>
            </a:r>
          </a:p>
          <a:p>
            <a:pPr>
              <a:lnSpc>
                <a:spcPct val="150000"/>
              </a:lnSpc>
              <a:buClrTx/>
              <a:defRPr/>
            </a:pPr>
            <a:endParaRPr lang="pt-BR" dirty="0">
              <a:latin typeface="Poppins" panose="00000500000000000000" pitchFamily="2" charset="0"/>
              <a:cs typeface="Poppins" panose="00000500000000000000" pitchFamily="2" charset="0"/>
            </a:endParaRPr>
          </a:p>
          <a:p>
            <a:pPr>
              <a:lnSpc>
                <a:spcPct val="150000"/>
              </a:lnSpc>
              <a:buClrTx/>
              <a:defRPr/>
            </a:pPr>
            <a:r>
              <a:rPr lang="pt-BR" b="1" dirty="0">
                <a:latin typeface="Poppins" panose="00000500000000000000" pitchFamily="2" charset="0"/>
                <a:cs typeface="Poppins" panose="00000500000000000000" pitchFamily="2" charset="0"/>
              </a:rPr>
              <a:t>Testes robustos antes do </a:t>
            </a:r>
            <a:r>
              <a:rPr lang="pt-BR" b="1" dirty="0" err="1">
                <a:latin typeface="Poppins" panose="00000500000000000000" pitchFamily="2" charset="0"/>
                <a:cs typeface="Poppins" panose="00000500000000000000" pitchFamily="2" charset="0"/>
              </a:rPr>
              <a:t>deploy</a:t>
            </a:r>
            <a:r>
              <a:rPr lang="pt-BR" b="1" dirty="0">
                <a:latin typeface="Poppins" panose="00000500000000000000" pitchFamily="2" charset="0"/>
                <a:cs typeface="Poppins" panose="00000500000000000000" pitchFamily="2" charset="0"/>
              </a:rPr>
              <a:t>: </a:t>
            </a:r>
            <a:r>
              <a:rPr lang="pt-BR" dirty="0">
                <a:latin typeface="Poppins" panose="00000500000000000000" pitchFamily="2" charset="0"/>
                <a:cs typeface="Poppins" panose="00000500000000000000" pitchFamily="2" charset="0"/>
              </a:rPr>
              <a:t>automatizar testes unitários, de integração e de aceitação para garantir a qualidade do código antes do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a:t>
            </a:r>
          </a:p>
          <a:p>
            <a:pPr>
              <a:lnSpc>
                <a:spcPct val="150000"/>
              </a:lnSpc>
              <a:buClrTx/>
              <a:defRPr/>
            </a:pPr>
            <a:r>
              <a:rPr lang="pt-BR" b="1" dirty="0" err="1">
                <a:latin typeface="Poppins" panose="00000500000000000000" pitchFamily="2" charset="0"/>
                <a:cs typeface="Poppins" panose="00000500000000000000" pitchFamily="2" charset="0"/>
              </a:rPr>
              <a:t>Deploy</a:t>
            </a:r>
            <a:r>
              <a:rPr lang="pt-BR" b="1" dirty="0">
                <a:latin typeface="Poppins" panose="00000500000000000000" pitchFamily="2" charset="0"/>
                <a:cs typeface="Poppins" panose="00000500000000000000" pitchFamily="2" charset="0"/>
              </a:rPr>
              <a:t> em múltiplos ambientes: </a:t>
            </a:r>
            <a:r>
              <a:rPr lang="pt-BR" dirty="0">
                <a:latin typeface="Poppins" panose="00000500000000000000" pitchFamily="2" charset="0"/>
                <a:cs typeface="Poppins" panose="00000500000000000000" pitchFamily="2" charset="0"/>
              </a:rPr>
              <a:t>configurar pipelines para diferentes ambientes, como </a:t>
            </a:r>
            <a:r>
              <a:rPr lang="pt-BR" dirty="0" err="1">
                <a:latin typeface="Poppins" panose="00000500000000000000" pitchFamily="2" charset="0"/>
                <a:cs typeface="Poppins" panose="00000500000000000000" pitchFamily="2" charset="0"/>
              </a:rPr>
              <a:t>staging</a:t>
            </a:r>
            <a:r>
              <a:rPr lang="pt-BR" dirty="0">
                <a:latin typeface="Poppins" panose="00000500000000000000" pitchFamily="2" charset="0"/>
                <a:cs typeface="Poppins" panose="00000500000000000000" pitchFamily="2" charset="0"/>
              </a:rPr>
              <a:t> (homologação) e produção, com aprovações manuais para produção.</a:t>
            </a:r>
          </a:p>
          <a:p>
            <a:pPr>
              <a:lnSpc>
                <a:spcPct val="150000"/>
              </a:lnSpc>
              <a:buClrTx/>
              <a:defRPr/>
            </a:pPr>
            <a:r>
              <a:rPr lang="pt-BR" b="1" dirty="0" err="1">
                <a:latin typeface="Poppins" panose="00000500000000000000" pitchFamily="2" charset="0"/>
                <a:cs typeface="Poppins" panose="00000500000000000000" pitchFamily="2" charset="0"/>
              </a:rPr>
              <a:t>Rollback</a:t>
            </a:r>
            <a:r>
              <a:rPr lang="pt-BR" b="1" dirty="0">
                <a:latin typeface="Poppins" panose="00000500000000000000" pitchFamily="2" charset="0"/>
                <a:cs typeface="Poppins" panose="00000500000000000000" pitchFamily="2" charset="0"/>
              </a:rPr>
              <a:t> automático: </a:t>
            </a:r>
            <a:r>
              <a:rPr lang="pt-BR" dirty="0">
                <a:latin typeface="Poppins" panose="00000500000000000000" pitchFamily="2" charset="0"/>
                <a:cs typeface="Poppins" panose="00000500000000000000" pitchFamily="2" charset="0"/>
              </a:rPr>
              <a:t>implementar scripts para reverter mudanças automaticamente em caso de falha no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a:t>
            </a:r>
          </a:p>
          <a:p>
            <a:pPr>
              <a:lnSpc>
                <a:spcPct val="150000"/>
              </a:lnSpc>
              <a:buClrTx/>
              <a:defRPr/>
            </a:pPr>
            <a:r>
              <a:rPr lang="pt-BR" b="1" dirty="0">
                <a:latin typeface="Poppins" panose="00000500000000000000" pitchFamily="2" charset="0"/>
                <a:cs typeface="Poppins" panose="00000500000000000000" pitchFamily="2" charset="0"/>
              </a:rPr>
              <a:t>Monitoramento contínuo: </a:t>
            </a:r>
            <a:r>
              <a:rPr lang="pt-BR" dirty="0">
                <a:latin typeface="Poppins" panose="00000500000000000000" pitchFamily="2" charset="0"/>
                <a:cs typeface="Poppins" panose="00000500000000000000" pitchFamily="2" charset="0"/>
              </a:rPr>
              <a:t>integrar ferramentas de monitoramento (como </a:t>
            </a:r>
            <a:r>
              <a:rPr lang="pt-BR" dirty="0" err="1">
                <a:latin typeface="Poppins" panose="00000500000000000000" pitchFamily="2" charset="0"/>
                <a:cs typeface="Poppins" panose="00000500000000000000" pitchFamily="2" charset="0"/>
              </a:rPr>
              <a:t>Prometheus</a:t>
            </a:r>
            <a:r>
              <a:rPr lang="pt-BR" dirty="0">
                <a:latin typeface="Poppins" panose="00000500000000000000" pitchFamily="2" charset="0"/>
                <a:cs typeface="Poppins" panose="00000500000000000000" pitchFamily="2" charset="0"/>
              </a:rPr>
              <a:t> ou New </a:t>
            </a:r>
            <a:r>
              <a:rPr lang="pt-BR" dirty="0" err="1">
                <a:latin typeface="Poppins" panose="00000500000000000000" pitchFamily="2" charset="0"/>
                <a:cs typeface="Poppins" panose="00000500000000000000" pitchFamily="2" charset="0"/>
              </a:rPr>
              <a:t>Relic</a:t>
            </a:r>
            <a:r>
              <a:rPr lang="pt-BR" dirty="0">
                <a:latin typeface="Poppins" panose="00000500000000000000" pitchFamily="2" charset="0"/>
                <a:cs typeface="Poppins" panose="00000500000000000000" pitchFamily="2" charset="0"/>
              </a:rPr>
              <a:t>) para identificar problemas rapidamente após o </a:t>
            </a:r>
            <a:r>
              <a:rPr lang="pt-BR" dirty="0" err="1">
                <a:latin typeface="Poppins" panose="00000500000000000000" pitchFamily="2" charset="0"/>
                <a:cs typeface="Poppins" panose="00000500000000000000" pitchFamily="2" charset="0"/>
              </a:rPr>
              <a:t>deploy</a:t>
            </a:r>
            <a:r>
              <a:rPr lang="pt-BR" dirty="0">
                <a:latin typeface="Poppins" panose="00000500000000000000" pitchFamily="2" charset="0"/>
                <a:cs typeface="Poppins" panose="00000500000000000000" pitchFamily="2" charset="0"/>
              </a:rPr>
              <a:t>. Configurar notificações (Slack, Microsoft Teams ou e-mail) para informar a equipe sobre o status do pipeline, como builds bem-sucedidos ou falhas.</a:t>
            </a:r>
          </a:p>
          <a:p>
            <a:endParaRPr lang="pt-BR" dirty="0"/>
          </a:p>
        </p:txBody>
      </p:sp>
      <p:sp>
        <p:nvSpPr>
          <p:cNvPr id="8" name="CaixaDeTexto 7">
            <a:extLst>
              <a:ext uri="{FF2B5EF4-FFF2-40B4-BE49-F238E27FC236}">
                <a16:creationId xmlns:a16="http://schemas.microsoft.com/office/drawing/2014/main" id="{30E0ABD6-A2D6-739B-A029-AB9BFC6B86C7}"/>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7</a:t>
            </a:r>
            <a:endParaRPr lang="pt-BR" sz="4800" b="1" dirty="0">
              <a:solidFill>
                <a:schemeClr val="bg1"/>
              </a:solidFill>
              <a:latin typeface="Poppins" pitchFamily="2" charset="77"/>
              <a:cs typeface="Poppins" pitchFamily="2" charset="77"/>
            </a:endParaRPr>
          </a:p>
        </p:txBody>
      </p:sp>
      <p:sp>
        <p:nvSpPr>
          <p:cNvPr id="6" name="Oval 8">
            <a:extLst>
              <a:ext uri="{FF2B5EF4-FFF2-40B4-BE49-F238E27FC236}">
                <a16:creationId xmlns:a16="http://schemas.microsoft.com/office/drawing/2014/main" id="{BBD4F7DC-EC7A-EE33-186D-46DBAFDB63F6}"/>
              </a:ext>
            </a:extLst>
          </p:cNvPr>
          <p:cNvSpPr/>
          <p:nvPr/>
        </p:nvSpPr>
        <p:spPr>
          <a:xfrm>
            <a:off x="614957" y="207394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9" name="Gráfico 8">
            <a:extLst>
              <a:ext uri="{FF2B5EF4-FFF2-40B4-BE49-F238E27FC236}">
                <a16:creationId xmlns:a16="http://schemas.microsoft.com/office/drawing/2014/main" id="{4963584C-55AC-5A41-9393-C76847960D3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40869" y="2155130"/>
            <a:ext cx="312039" cy="400050"/>
          </a:xfrm>
          <a:prstGeom prst="rect">
            <a:avLst/>
          </a:prstGeom>
        </p:spPr>
      </p:pic>
    </p:spTree>
    <p:extLst>
      <p:ext uri="{BB962C8B-B14F-4D97-AF65-F5344CB8AC3E}">
        <p14:creationId xmlns:p14="http://schemas.microsoft.com/office/powerpoint/2010/main" val="41631127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2897BC6C-5CB7-D4EC-0CF9-5DEFA1AF28DE}"/>
            </a:ext>
          </a:extLst>
        </p:cNvPr>
        <p:cNvGrpSpPr/>
        <p:nvPr/>
      </p:nvGrpSpPr>
      <p:grpSpPr>
        <a:xfrm>
          <a:off x="0" y="0"/>
          <a:ext cx="0" cy="0"/>
          <a:chOff x="0" y="0"/>
          <a:chExt cx="0" cy="0"/>
        </a:xfrm>
      </p:grpSpPr>
      <p:cxnSp>
        <p:nvCxnSpPr>
          <p:cNvPr id="7" name="Conector Reto 6">
            <a:extLst>
              <a:ext uri="{FF2B5EF4-FFF2-40B4-BE49-F238E27FC236}">
                <a16:creationId xmlns:a16="http://schemas.microsoft.com/office/drawing/2014/main" id="{59022AD0-3653-5A2A-B728-7FEE65DAD6BA}"/>
              </a:ext>
            </a:extLst>
          </p:cNvPr>
          <p:cNvCxnSpPr>
            <a:cxnSpLocks/>
          </p:cNvCxnSpPr>
          <p:nvPr/>
        </p:nvCxnSpPr>
        <p:spPr>
          <a:xfrm flipV="1">
            <a:off x="868312" y="1783317"/>
            <a:ext cx="0" cy="6808035"/>
          </a:xfrm>
          <a:prstGeom prst="line">
            <a:avLst/>
          </a:prstGeom>
          <a:ln w="19050">
            <a:headEnd type="oval" w="med" len="med"/>
            <a:tailEnd type="oval" w="med" len="med"/>
          </a:ln>
        </p:spPr>
        <p:style>
          <a:lnRef idx="1">
            <a:schemeClr val="dk1"/>
          </a:lnRef>
          <a:fillRef idx="0">
            <a:schemeClr val="dk1"/>
          </a:fillRef>
          <a:effectRef idx="0">
            <a:schemeClr val="dk1"/>
          </a:effectRef>
          <a:fontRef idx="minor">
            <a:schemeClr val="tx1"/>
          </a:fontRef>
        </p:style>
      </p:cxnSp>
      <p:sp>
        <p:nvSpPr>
          <p:cNvPr id="9" name="Oval 8">
            <a:extLst>
              <a:ext uri="{FF2B5EF4-FFF2-40B4-BE49-F238E27FC236}">
                <a16:creationId xmlns:a16="http://schemas.microsoft.com/office/drawing/2014/main" id="{F1D7FF43-432B-B7E6-029F-885207B32B6C}"/>
              </a:ext>
            </a:extLst>
          </p:cNvPr>
          <p:cNvSpPr/>
          <p:nvPr/>
        </p:nvSpPr>
        <p:spPr>
          <a:xfrm>
            <a:off x="601805" y="698034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0" name="Oval 9">
            <a:extLst>
              <a:ext uri="{FF2B5EF4-FFF2-40B4-BE49-F238E27FC236}">
                <a16:creationId xmlns:a16="http://schemas.microsoft.com/office/drawing/2014/main" id="{5FE1F9C2-FA85-22E8-08BB-1E0BDFE88331}"/>
              </a:ext>
            </a:extLst>
          </p:cNvPr>
          <p:cNvSpPr/>
          <p:nvPr/>
        </p:nvSpPr>
        <p:spPr>
          <a:xfrm>
            <a:off x="600496" y="4939088"/>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pic>
        <p:nvPicPr>
          <p:cNvPr id="17" name="Gráfico 16">
            <a:extLst>
              <a:ext uri="{FF2B5EF4-FFF2-40B4-BE49-F238E27FC236}">
                <a16:creationId xmlns:a16="http://schemas.microsoft.com/office/drawing/2014/main" id="{2823A9F3-60FD-E2C4-BEFD-A415D5B721D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77195" y="5044769"/>
            <a:ext cx="352944" cy="360965"/>
          </a:xfrm>
          <a:prstGeom prst="rect">
            <a:avLst/>
          </a:prstGeom>
        </p:spPr>
      </p:pic>
      <p:pic>
        <p:nvPicPr>
          <p:cNvPr id="18" name="Gráfico 17">
            <a:extLst>
              <a:ext uri="{FF2B5EF4-FFF2-40B4-BE49-F238E27FC236}">
                <a16:creationId xmlns:a16="http://schemas.microsoft.com/office/drawing/2014/main" id="{3FC3766A-9AA5-C129-588B-9E225E83D41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27717" y="7061529"/>
            <a:ext cx="312039" cy="400050"/>
          </a:xfrm>
          <a:prstGeom prst="rect">
            <a:avLst/>
          </a:prstGeom>
        </p:spPr>
      </p:pic>
      <p:sp>
        <p:nvSpPr>
          <p:cNvPr id="20" name="CaixaDeTexto 3">
            <a:extLst>
              <a:ext uri="{FF2B5EF4-FFF2-40B4-BE49-F238E27FC236}">
                <a16:creationId xmlns:a16="http://schemas.microsoft.com/office/drawing/2014/main" id="{3E854632-0B0C-E76A-4F8B-49848630B800}"/>
              </a:ext>
            </a:extLst>
          </p:cNvPr>
          <p:cNvSpPr txBox="1"/>
          <p:nvPr/>
        </p:nvSpPr>
        <p:spPr>
          <a:xfrm>
            <a:off x="1478280" y="2146575"/>
            <a:ext cx="15377160" cy="5519588"/>
          </a:xfrm>
          <a:prstGeom prst="rect">
            <a:avLst/>
          </a:prstGeom>
          <a:noFill/>
          <a:ln>
            <a:noFill/>
          </a:ln>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Orientaç</a:t>
            </a:r>
            <a:r>
              <a:rPr lang="pt-BR" b="1" kern="100" dirty="0">
                <a:latin typeface="Poppins" panose="00000500000000000000" pitchFamily="2" charset="0"/>
                <a:ea typeface="Aptos" panose="020B0004020202020204" pitchFamily="34" charset="0"/>
                <a:cs typeface="Poppins" panose="00000500000000000000" pitchFamily="2" charset="0"/>
              </a:rPr>
              <a:t>ões: </a:t>
            </a:r>
            <a:r>
              <a:rPr lang="pt-BR" kern="100" dirty="0">
                <a:latin typeface="Poppins" panose="00000500000000000000" pitchFamily="2" charset="0"/>
                <a:ea typeface="Aptos" panose="020B0004020202020204" pitchFamily="34" charset="0"/>
                <a:cs typeface="Poppins" panose="00000500000000000000" pitchFamily="2" charset="0"/>
              </a:rPr>
              <a:t>p</a:t>
            </a:r>
            <a:r>
              <a:rPr lang="pt-BR" kern="100" dirty="0">
                <a:effectLst/>
                <a:latin typeface="Poppins" panose="00000500000000000000" pitchFamily="2" charset="0"/>
                <a:ea typeface="Aptos" panose="020B0004020202020204" pitchFamily="34" charset="0"/>
                <a:cs typeface="Poppins" panose="00000500000000000000" pitchFamily="2" charset="0"/>
              </a:rPr>
              <a:t>rofessor, a seção </a:t>
            </a:r>
            <a:r>
              <a:rPr lang="pt-BR" b="1" kern="100" dirty="0">
                <a:effectLst/>
                <a:latin typeface="Poppins" panose="00000500000000000000" pitchFamily="2" charset="0"/>
                <a:ea typeface="Aptos" panose="020B0004020202020204" pitchFamily="34" charset="0"/>
                <a:cs typeface="Poppins" panose="00000500000000000000" pitchFamily="2" charset="0"/>
              </a:rPr>
              <a:t>O que nós aprendemos hoje?</a:t>
            </a:r>
            <a:r>
              <a:rPr lang="pt-BR" kern="100" dirty="0">
                <a:effectLst/>
                <a:latin typeface="Poppins" panose="00000500000000000000" pitchFamily="2" charset="0"/>
                <a:ea typeface="Aptos" panose="020B0004020202020204" pitchFamily="34" charset="0"/>
                <a:cs typeface="Poppins" panose="00000500000000000000" pitchFamily="2" charset="0"/>
              </a:rPr>
              <a:t> tem o objetivo de reforçar e esclarecer os conceitos principais discutidos na aula. Essa dinâmica pode ser uma ferramenta de avaliação informal do aprendizado dos estudantes, identificando áreas que podem precisar de mais atenção em aulas futuras. </a:t>
            </a:r>
          </a:p>
          <a:p>
            <a:pPr>
              <a:lnSpc>
                <a:spcPct val="107000"/>
              </a:lnSpc>
              <a:spcAft>
                <a:spcPts val="800"/>
              </a:spcAft>
            </a:pPr>
            <a:endParaRPr lang="pt-BR" kern="100" dirty="0">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Tempo:</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1</a:t>
            </a:r>
            <a:r>
              <a:rPr lang="pt-BR" kern="100" dirty="0">
                <a:effectLst/>
                <a:latin typeface="Poppins" panose="00000500000000000000" pitchFamily="2" charset="0"/>
                <a:ea typeface="Aptos" panose="020B0004020202020204" pitchFamily="34" charset="0"/>
                <a:cs typeface="Poppins" panose="00000500000000000000" pitchFamily="2" charset="0"/>
              </a:rPr>
              <a:t> minuto.</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Gestão de sala de aula: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Mantenha um tom positivo e construtivo, reforçando o aprendizado em vez de focar correções.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Seja direto e objetivo nas explicações para manter a atividade dentro do tempo estipulado. </a:t>
            </a:r>
          </a:p>
          <a:p>
            <a:pPr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Engaje os estudantes rapidamente, pedindo confirmações ou reações breves às definições apresentadas. </a:t>
            </a:r>
          </a:p>
          <a:p>
            <a:pPr>
              <a:lnSpc>
                <a:spcPct val="107000"/>
              </a:lnSpc>
              <a:spcAft>
                <a:spcPts val="800"/>
              </a:spcAft>
            </a:pPr>
            <a:endParaRPr lang="pt-BR"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pPr>
            <a:r>
              <a:rPr lang="pt-BR" b="1" kern="100" dirty="0">
                <a:effectLst/>
                <a:latin typeface="Poppins" panose="00000500000000000000" pitchFamily="2" charset="0"/>
                <a:ea typeface="Aptos" panose="020B0004020202020204" pitchFamily="34" charset="0"/>
                <a:cs typeface="Poppins" panose="00000500000000000000" pitchFamily="2" charset="0"/>
              </a:rPr>
              <a:t>Condução da dinâmica: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Explique que esta parte da seção, “Então ficamos assim...”, é um momento de reflexão e esclarecimento sobre os conceitos abordados na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Informe que será uma rápida revisão para assegurar que os entendimentos dos estudantes estão alinhados com as definições corretas dos conceitos.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Destaque se as contribuições dos estudantes estavam alinhadas com o conceito e ofereça esclarecimentos rápidos caso haja discrepâncias ou mal-entendidos.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Finalize resumindo os pontos principais e reiterando a importância de cada conceito e como ele se encaixa no contexto maior da aula. </a:t>
            </a:r>
          </a:p>
          <a:p>
            <a:pPr marL="285750" indent="-285750">
              <a:lnSpc>
                <a:spcPct val="107000"/>
              </a:lnSpc>
              <a:buFont typeface="Arial" panose="020B0604020202020204" pitchFamily="34" charset="0"/>
              <a:buChar char="•"/>
            </a:pPr>
            <a:r>
              <a:rPr lang="pt-BR" kern="100" dirty="0">
                <a:effectLst/>
                <a:latin typeface="Poppins" panose="00000500000000000000" pitchFamily="2" charset="0"/>
                <a:ea typeface="Aptos" panose="020B0004020202020204" pitchFamily="34" charset="0"/>
                <a:cs typeface="Poppins" panose="00000500000000000000" pitchFamily="2" charset="0"/>
              </a:rPr>
              <a:t>Reforce a ideia de que essa revisão ajuda a solidificar o entendimento dos estudantes e prepará-los para aplicar esses conceitos em situações práticas.</a:t>
            </a: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endParaRPr lang="pt-BR" b="1" kern="100" dirty="0">
              <a:effectLst/>
              <a:latin typeface="Poppins" panose="00000500000000000000" pitchFamily="2" charset="0"/>
              <a:ea typeface="Aptos" panose="020B0004020202020204" pitchFamily="34" charset="0"/>
              <a:cs typeface="Poppins" panose="00000500000000000000" pitchFamily="2" charset="0"/>
            </a:endParaRPr>
          </a:p>
          <a:p>
            <a:pPr>
              <a:lnSpc>
                <a:spcPct val="107000"/>
              </a:lnSpc>
              <a:spcAft>
                <a:spcPts val="800"/>
              </a:spcAft>
            </a:pPr>
            <a:r>
              <a:rPr lang="pt-BR" b="1" kern="100" dirty="0">
                <a:effectLst/>
                <a:latin typeface="Poppins" panose="00000500000000000000" pitchFamily="2" charset="0"/>
                <a:ea typeface="Aptos" panose="020B0004020202020204" pitchFamily="34" charset="0"/>
                <a:cs typeface="Poppins" panose="00000500000000000000" pitchFamily="2" charset="0"/>
              </a:rPr>
              <a:t>Expectativas de respostas:</a:t>
            </a:r>
            <a:r>
              <a:rPr lang="pt-BR" kern="100" dirty="0">
                <a:effectLst/>
                <a:latin typeface="Poppins" panose="00000500000000000000" pitchFamily="2" charset="0"/>
                <a:ea typeface="Aptos" panose="020B0004020202020204" pitchFamily="34" charset="0"/>
                <a:cs typeface="Poppins" panose="00000500000000000000" pitchFamily="2" charset="0"/>
              </a:rPr>
              <a:t> </a:t>
            </a:r>
            <a:r>
              <a:rPr lang="pt-BR" kern="100" dirty="0">
                <a:latin typeface="Poppins" panose="00000500000000000000" pitchFamily="2" charset="0"/>
                <a:ea typeface="Aptos" panose="020B0004020202020204" pitchFamily="34" charset="0"/>
                <a:cs typeface="Poppins" panose="00000500000000000000" pitchFamily="2" charset="0"/>
              </a:rPr>
              <a:t>o</a:t>
            </a:r>
            <a:r>
              <a:rPr lang="pt-BR" kern="100" dirty="0">
                <a:effectLst/>
                <a:latin typeface="Poppins" panose="00000500000000000000" pitchFamily="2" charset="0"/>
                <a:ea typeface="Aptos" panose="020B0004020202020204" pitchFamily="34" charset="0"/>
                <a:cs typeface="Poppins" panose="00000500000000000000" pitchFamily="2" charset="0"/>
              </a:rPr>
              <a:t>s estudantes devem sair da aula com um entendimento claro e preciso dos conceitos principais. A atividade serve como uma verificação rápida do entendimento dos estudantes e uma oportunidade para corrigir quaisquer mal-entendidos.  </a:t>
            </a:r>
            <a:endParaRPr lang="pt-BR" b="1" i="0" dirty="0">
              <a:solidFill>
                <a:srgbClr val="000000"/>
              </a:solidFill>
              <a:effectLst/>
              <a:latin typeface="Poppins" panose="00000500000000000000" pitchFamily="2" charset="0"/>
              <a:cs typeface="Poppins" panose="00000500000000000000" pitchFamily="2" charset="0"/>
            </a:endParaRPr>
          </a:p>
        </p:txBody>
      </p:sp>
      <p:sp>
        <p:nvSpPr>
          <p:cNvPr id="14" name="Oval 10">
            <a:extLst>
              <a:ext uri="{FF2B5EF4-FFF2-40B4-BE49-F238E27FC236}">
                <a16:creationId xmlns:a16="http://schemas.microsoft.com/office/drawing/2014/main" id="{BFBA2717-364E-92D5-C521-CBC22652974A}"/>
              </a:ext>
            </a:extLst>
          </p:cNvPr>
          <p:cNvSpPr/>
          <p:nvPr/>
        </p:nvSpPr>
        <p:spPr>
          <a:xfrm>
            <a:off x="581660" y="3638801"/>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dirty="0"/>
          </a:p>
        </p:txBody>
      </p:sp>
      <p:sp>
        <p:nvSpPr>
          <p:cNvPr id="15" name="Google Shape;2223;p100">
            <a:extLst>
              <a:ext uri="{FF2B5EF4-FFF2-40B4-BE49-F238E27FC236}">
                <a16:creationId xmlns:a16="http://schemas.microsoft.com/office/drawing/2014/main" id="{6063F58A-B456-5A32-FAF9-2997401C3243}"/>
              </a:ext>
            </a:extLst>
          </p:cNvPr>
          <p:cNvSpPr>
            <a:spLocks/>
          </p:cNvSpPr>
          <p:nvPr/>
        </p:nvSpPr>
        <p:spPr>
          <a:xfrm>
            <a:off x="685177" y="3756446"/>
            <a:ext cx="368618" cy="340263"/>
          </a:xfrm>
          <a:custGeom>
            <a:avLst/>
            <a:gdLst/>
            <a:ahLst/>
            <a:cxnLst/>
            <a:rect l="l" t="t" r="r" b="b"/>
            <a:pathLst>
              <a:path w="495300" h="457200" extrusionOk="0">
                <a:moveTo>
                  <a:pt x="116396" y="388525"/>
                </a:moveTo>
                <a:cubicBezTo>
                  <a:pt x="126682" y="379762"/>
                  <a:pt x="133350" y="366903"/>
                  <a:pt x="133350" y="352425"/>
                </a:cubicBezTo>
                <a:cubicBezTo>
                  <a:pt x="133350" y="326136"/>
                  <a:pt x="112014" y="304800"/>
                  <a:pt x="85725" y="304800"/>
                </a:cubicBezTo>
                <a:cubicBezTo>
                  <a:pt x="59436" y="304800"/>
                  <a:pt x="38100" y="326136"/>
                  <a:pt x="38100" y="352425"/>
                </a:cubicBezTo>
                <a:cubicBezTo>
                  <a:pt x="38100" y="366903"/>
                  <a:pt x="44767" y="379762"/>
                  <a:pt x="55054" y="388525"/>
                </a:cubicBezTo>
                <a:cubicBezTo>
                  <a:pt x="33718" y="399669"/>
                  <a:pt x="19050" y="421958"/>
                  <a:pt x="19050" y="447675"/>
                </a:cubicBezTo>
                <a:cubicBezTo>
                  <a:pt x="19050" y="452914"/>
                  <a:pt x="23336" y="457200"/>
                  <a:pt x="28575" y="457200"/>
                </a:cubicBezTo>
                <a:cubicBezTo>
                  <a:pt x="33814" y="457200"/>
                  <a:pt x="38100" y="452914"/>
                  <a:pt x="38100" y="447675"/>
                </a:cubicBezTo>
                <a:cubicBezTo>
                  <a:pt x="38100" y="421386"/>
                  <a:pt x="59436" y="400050"/>
                  <a:pt x="85725" y="400050"/>
                </a:cubicBezTo>
                <a:cubicBezTo>
                  <a:pt x="112014" y="400050"/>
                  <a:pt x="133350" y="421386"/>
                  <a:pt x="133350" y="447675"/>
                </a:cubicBezTo>
                <a:cubicBezTo>
                  <a:pt x="133350" y="452914"/>
                  <a:pt x="137636" y="457200"/>
                  <a:pt x="142875" y="457200"/>
                </a:cubicBezTo>
                <a:cubicBezTo>
                  <a:pt x="148114" y="457200"/>
                  <a:pt x="152400" y="452914"/>
                  <a:pt x="152400" y="447675"/>
                </a:cubicBezTo>
                <a:cubicBezTo>
                  <a:pt x="152400" y="421958"/>
                  <a:pt x="137731" y="399669"/>
                  <a:pt x="116396" y="388525"/>
                </a:cubicBezTo>
                <a:close/>
                <a:moveTo>
                  <a:pt x="85725" y="381000"/>
                </a:moveTo>
                <a:cubicBezTo>
                  <a:pt x="70009" y="381000"/>
                  <a:pt x="57150" y="368141"/>
                  <a:pt x="57150" y="352425"/>
                </a:cubicBezTo>
                <a:cubicBezTo>
                  <a:pt x="57150" y="336709"/>
                  <a:pt x="70009" y="323850"/>
                  <a:pt x="85725" y="323850"/>
                </a:cubicBezTo>
                <a:cubicBezTo>
                  <a:pt x="101441" y="323850"/>
                  <a:pt x="114300" y="336709"/>
                  <a:pt x="114300" y="352425"/>
                </a:cubicBezTo>
                <a:cubicBezTo>
                  <a:pt x="114300" y="368141"/>
                  <a:pt x="101441" y="381000"/>
                  <a:pt x="85725" y="381000"/>
                </a:cubicBezTo>
                <a:close/>
                <a:moveTo>
                  <a:pt x="278321" y="388525"/>
                </a:moveTo>
                <a:cubicBezTo>
                  <a:pt x="288607" y="379762"/>
                  <a:pt x="295275" y="366903"/>
                  <a:pt x="295275" y="352425"/>
                </a:cubicBezTo>
                <a:cubicBezTo>
                  <a:pt x="295275" y="326136"/>
                  <a:pt x="273939" y="304800"/>
                  <a:pt x="247650" y="304800"/>
                </a:cubicBezTo>
                <a:cubicBezTo>
                  <a:pt x="221361" y="304800"/>
                  <a:pt x="200025" y="326136"/>
                  <a:pt x="200025" y="352425"/>
                </a:cubicBezTo>
                <a:cubicBezTo>
                  <a:pt x="200025" y="366903"/>
                  <a:pt x="206693" y="379762"/>
                  <a:pt x="216979" y="388525"/>
                </a:cubicBezTo>
                <a:cubicBezTo>
                  <a:pt x="195644" y="399669"/>
                  <a:pt x="180975" y="421958"/>
                  <a:pt x="180975" y="447675"/>
                </a:cubicBezTo>
                <a:cubicBezTo>
                  <a:pt x="180975" y="452914"/>
                  <a:pt x="185261" y="457200"/>
                  <a:pt x="190500" y="457200"/>
                </a:cubicBezTo>
                <a:cubicBezTo>
                  <a:pt x="195739" y="457200"/>
                  <a:pt x="200025" y="452914"/>
                  <a:pt x="200025" y="447675"/>
                </a:cubicBezTo>
                <a:cubicBezTo>
                  <a:pt x="200025" y="421386"/>
                  <a:pt x="221361" y="400050"/>
                  <a:pt x="247650" y="400050"/>
                </a:cubicBezTo>
                <a:cubicBezTo>
                  <a:pt x="273939" y="400050"/>
                  <a:pt x="295275" y="421386"/>
                  <a:pt x="295275" y="447675"/>
                </a:cubicBezTo>
                <a:cubicBezTo>
                  <a:pt x="295275" y="452914"/>
                  <a:pt x="299561" y="457200"/>
                  <a:pt x="304800" y="457200"/>
                </a:cubicBezTo>
                <a:cubicBezTo>
                  <a:pt x="310039" y="457200"/>
                  <a:pt x="314325" y="452914"/>
                  <a:pt x="314325" y="447675"/>
                </a:cubicBezTo>
                <a:cubicBezTo>
                  <a:pt x="314325" y="421958"/>
                  <a:pt x="299656" y="399669"/>
                  <a:pt x="278321" y="388525"/>
                </a:cubicBezTo>
                <a:close/>
                <a:moveTo>
                  <a:pt x="247650" y="381000"/>
                </a:moveTo>
                <a:cubicBezTo>
                  <a:pt x="231934" y="381000"/>
                  <a:pt x="219075" y="368141"/>
                  <a:pt x="219075" y="352425"/>
                </a:cubicBezTo>
                <a:cubicBezTo>
                  <a:pt x="219075" y="336709"/>
                  <a:pt x="231934" y="323850"/>
                  <a:pt x="247650" y="323850"/>
                </a:cubicBezTo>
                <a:cubicBezTo>
                  <a:pt x="263366" y="323850"/>
                  <a:pt x="276225" y="336709"/>
                  <a:pt x="276225" y="352425"/>
                </a:cubicBezTo>
                <a:cubicBezTo>
                  <a:pt x="276225" y="368141"/>
                  <a:pt x="263366" y="381000"/>
                  <a:pt x="247650" y="381000"/>
                </a:cubicBezTo>
                <a:close/>
                <a:moveTo>
                  <a:pt x="440246" y="388525"/>
                </a:moveTo>
                <a:cubicBezTo>
                  <a:pt x="450532" y="379762"/>
                  <a:pt x="457200" y="366903"/>
                  <a:pt x="457200" y="352425"/>
                </a:cubicBezTo>
                <a:cubicBezTo>
                  <a:pt x="457200" y="326136"/>
                  <a:pt x="435864" y="304800"/>
                  <a:pt x="409575" y="304800"/>
                </a:cubicBezTo>
                <a:cubicBezTo>
                  <a:pt x="383286" y="304800"/>
                  <a:pt x="361950" y="326136"/>
                  <a:pt x="361950" y="352425"/>
                </a:cubicBezTo>
                <a:cubicBezTo>
                  <a:pt x="361950" y="366903"/>
                  <a:pt x="368618" y="379762"/>
                  <a:pt x="378905" y="388525"/>
                </a:cubicBezTo>
                <a:cubicBezTo>
                  <a:pt x="357569" y="399669"/>
                  <a:pt x="342900" y="421958"/>
                  <a:pt x="342900" y="447675"/>
                </a:cubicBezTo>
                <a:cubicBezTo>
                  <a:pt x="342900" y="452914"/>
                  <a:pt x="347186" y="457200"/>
                  <a:pt x="352425" y="457200"/>
                </a:cubicBezTo>
                <a:cubicBezTo>
                  <a:pt x="357664" y="457200"/>
                  <a:pt x="361950" y="452914"/>
                  <a:pt x="361950" y="447675"/>
                </a:cubicBezTo>
                <a:cubicBezTo>
                  <a:pt x="361950" y="421386"/>
                  <a:pt x="383286" y="400050"/>
                  <a:pt x="409575" y="400050"/>
                </a:cubicBezTo>
                <a:cubicBezTo>
                  <a:pt x="435864" y="400050"/>
                  <a:pt x="457200" y="421386"/>
                  <a:pt x="457200" y="447675"/>
                </a:cubicBezTo>
                <a:cubicBezTo>
                  <a:pt x="457200" y="452914"/>
                  <a:pt x="461486" y="457200"/>
                  <a:pt x="466725" y="457200"/>
                </a:cubicBezTo>
                <a:cubicBezTo>
                  <a:pt x="471964" y="457200"/>
                  <a:pt x="476250" y="452914"/>
                  <a:pt x="476250" y="447675"/>
                </a:cubicBezTo>
                <a:cubicBezTo>
                  <a:pt x="476250" y="421958"/>
                  <a:pt x="461581" y="399669"/>
                  <a:pt x="440246" y="388525"/>
                </a:cubicBezTo>
                <a:close/>
                <a:moveTo>
                  <a:pt x="409575" y="381000"/>
                </a:moveTo>
                <a:cubicBezTo>
                  <a:pt x="393859" y="381000"/>
                  <a:pt x="381000" y="368141"/>
                  <a:pt x="381000" y="352425"/>
                </a:cubicBezTo>
                <a:cubicBezTo>
                  <a:pt x="381000" y="336709"/>
                  <a:pt x="393859" y="323850"/>
                  <a:pt x="409575" y="323850"/>
                </a:cubicBezTo>
                <a:cubicBezTo>
                  <a:pt x="425291" y="323850"/>
                  <a:pt x="438150" y="336709"/>
                  <a:pt x="438150" y="352425"/>
                </a:cubicBezTo>
                <a:cubicBezTo>
                  <a:pt x="438150" y="368141"/>
                  <a:pt x="425291" y="381000"/>
                  <a:pt x="409575" y="381000"/>
                </a:cubicBezTo>
                <a:close/>
                <a:moveTo>
                  <a:pt x="285750" y="123825"/>
                </a:moveTo>
                <a:cubicBezTo>
                  <a:pt x="285750" y="108109"/>
                  <a:pt x="272891" y="95250"/>
                  <a:pt x="257175" y="95250"/>
                </a:cubicBezTo>
                <a:lnTo>
                  <a:pt x="125254" y="95250"/>
                </a:lnTo>
                <a:cubicBezTo>
                  <a:pt x="138779" y="85725"/>
                  <a:pt x="147638" y="70104"/>
                  <a:pt x="147638" y="52388"/>
                </a:cubicBezTo>
                <a:cubicBezTo>
                  <a:pt x="147638" y="23527"/>
                  <a:pt x="124111" y="0"/>
                  <a:pt x="95250" y="0"/>
                </a:cubicBezTo>
                <a:cubicBezTo>
                  <a:pt x="66389" y="0"/>
                  <a:pt x="42863" y="23527"/>
                  <a:pt x="42863" y="52388"/>
                </a:cubicBezTo>
                <a:cubicBezTo>
                  <a:pt x="42863" y="71628"/>
                  <a:pt x="53340" y="88392"/>
                  <a:pt x="68771" y="97536"/>
                </a:cubicBezTo>
                <a:cubicBezTo>
                  <a:pt x="27242" y="104775"/>
                  <a:pt x="0" y="129254"/>
                  <a:pt x="0" y="161925"/>
                </a:cubicBezTo>
                <a:lnTo>
                  <a:pt x="0" y="238125"/>
                </a:lnTo>
                <a:cubicBezTo>
                  <a:pt x="0" y="264414"/>
                  <a:pt x="21336" y="285750"/>
                  <a:pt x="47625" y="285750"/>
                </a:cubicBezTo>
                <a:cubicBezTo>
                  <a:pt x="52864" y="285750"/>
                  <a:pt x="57150" y="281464"/>
                  <a:pt x="57150" y="276225"/>
                </a:cubicBezTo>
                <a:lnTo>
                  <a:pt x="57150" y="171450"/>
                </a:lnTo>
                <a:cubicBezTo>
                  <a:pt x="57150" y="166211"/>
                  <a:pt x="52864" y="161925"/>
                  <a:pt x="47625" y="161925"/>
                </a:cubicBezTo>
                <a:cubicBezTo>
                  <a:pt x="42386" y="161925"/>
                  <a:pt x="38100" y="166211"/>
                  <a:pt x="38100" y="171450"/>
                </a:cubicBezTo>
                <a:lnTo>
                  <a:pt x="38100" y="265081"/>
                </a:lnTo>
                <a:cubicBezTo>
                  <a:pt x="27051" y="261176"/>
                  <a:pt x="19050" y="250603"/>
                  <a:pt x="19050" y="238125"/>
                </a:cubicBezTo>
                <a:lnTo>
                  <a:pt x="19050" y="161925"/>
                </a:lnTo>
                <a:cubicBezTo>
                  <a:pt x="19050" y="129159"/>
                  <a:pt x="58579" y="114300"/>
                  <a:pt x="95250" y="114300"/>
                </a:cubicBezTo>
                <a:lnTo>
                  <a:pt x="257175" y="114300"/>
                </a:lnTo>
                <a:cubicBezTo>
                  <a:pt x="262414" y="114300"/>
                  <a:pt x="266700" y="118586"/>
                  <a:pt x="266700" y="123825"/>
                </a:cubicBezTo>
                <a:cubicBezTo>
                  <a:pt x="266700" y="129064"/>
                  <a:pt x="262414" y="133350"/>
                  <a:pt x="257175" y="133350"/>
                </a:cubicBezTo>
                <a:lnTo>
                  <a:pt x="161925" y="133350"/>
                </a:lnTo>
                <a:cubicBezTo>
                  <a:pt x="146209" y="133350"/>
                  <a:pt x="133350" y="146209"/>
                  <a:pt x="133350" y="161925"/>
                </a:cubicBezTo>
                <a:lnTo>
                  <a:pt x="133350" y="295275"/>
                </a:lnTo>
                <a:cubicBezTo>
                  <a:pt x="133350" y="300514"/>
                  <a:pt x="137636" y="304800"/>
                  <a:pt x="142875" y="304800"/>
                </a:cubicBezTo>
                <a:cubicBezTo>
                  <a:pt x="148114" y="304800"/>
                  <a:pt x="152400" y="300514"/>
                  <a:pt x="152400" y="295275"/>
                </a:cubicBezTo>
                <a:lnTo>
                  <a:pt x="152400" y="161925"/>
                </a:lnTo>
                <a:cubicBezTo>
                  <a:pt x="152400" y="156686"/>
                  <a:pt x="156686" y="152400"/>
                  <a:pt x="161925" y="152400"/>
                </a:cubicBezTo>
                <a:lnTo>
                  <a:pt x="257175" y="152400"/>
                </a:lnTo>
                <a:cubicBezTo>
                  <a:pt x="272891" y="152400"/>
                  <a:pt x="285750" y="139541"/>
                  <a:pt x="285750" y="123825"/>
                </a:cubicBezTo>
                <a:close/>
                <a:moveTo>
                  <a:pt x="95250" y="85725"/>
                </a:moveTo>
                <a:cubicBezTo>
                  <a:pt x="76867" y="85725"/>
                  <a:pt x="61913" y="70771"/>
                  <a:pt x="61913" y="52388"/>
                </a:cubicBezTo>
                <a:cubicBezTo>
                  <a:pt x="61913" y="34004"/>
                  <a:pt x="76867" y="19050"/>
                  <a:pt x="95250" y="19050"/>
                </a:cubicBezTo>
                <a:cubicBezTo>
                  <a:pt x="113633" y="19050"/>
                  <a:pt x="128588" y="34004"/>
                  <a:pt x="128588" y="52388"/>
                </a:cubicBezTo>
                <a:cubicBezTo>
                  <a:pt x="128588" y="70771"/>
                  <a:pt x="113633" y="85725"/>
                  <a:pt x="95250" y="85725"/>
                </a:cubicBezTo>
                <a:close/>
                <a:moveTo>
                  <a:pt x="457200" y="0"/>
                </a:moveTo>
                <a:lnTo>
                  <a:pt x="171450" y="0"/>
                </a:lnTo>
                <a:cubicBezTo>
                  <a:pt x="166211" y="0"/>
                  <a:pt x="161925" y="4286"/>
                  <a:pt x="161925" y="9525"/>
                </a:cubicBezTo>
                <a:cubicBezTo>
                  <a:pt x="161925" y="14764"/>
                  <a:pt x="166211" y="19050"/>
                  <a:pt x="171450" y="19050"/>
                </a:cubicBezTo>
                <a:lnTo>
                  <a:pt x="457200" y="19050"/>
                </a:lnTo>
                <a:cubicBezTo>
                  <a:pt x="467678" y="19050"/>
                  <a:pt x="476250" y="27623"/>
                  <a:pt x="476250" y="38100"/>
                </a:cubicBezTo>
                <a:lnTo>
                  <a:pt x="476250" y="247650"/>
                </a:lnTo>
                <a:cubicBezTo>
                  <a:pt x="476250" y="258128"/>
                  <a:pt x="467678" y="266700"/>
                  <a:pt x="457200" y="266700"/>
                </a:cubicBezTo>
                <a:lnTo>
                  <a:pt x="180975" y="266700"/>
                </a:lnTo>
                <a:cubicBezTo>
                  <a:pt x="175736" y="266700"/>
                  <a:pt x="171450" y="270986"/>
                  <a:pt x="171450" y="276225"/>
                </a:cubicBezTo>
                <a:cubicBezTo>
                  <a:pt x="171450" y="281464"/>
                  <a:pt x="175736" y="285750"/>
                  <a:pt x="180975" y="285750"/>
                </a:cubicBezTo>
                <a:lnTo>
                  <a:pt x="457200" y="285750"/>
                </a:lnTo>
                <a:cubicBezTo>
                  <a:pt x="478250" y="285750"/>
                  <a:pt x="495300" y="268700"/>
                  <a:pt x="495300" y="247650"/>
                </a:cubicBezTo>
                <a:lnTo>
                  <a:pt x="495300" y="38100"/>
                </a:lnTo>
                <a:cubicBezTo>
                  <a:pt x="495300" y="17050"/>
                  <a:pt x="478250" y="0"/>
                  <a:pt x="457200" y="0"/>
                </a:cubicBezTo>
                <a:close/>
                <a:moveTo>
                  <a:pt x="352425" y="38100"/>
                </a:moveTo>
                <a:lnTo>
                  <a:pt x="257175" y="38100"/>
                </a:lnTo>
                <a:cubicBezTo>
                  <a:pt x="251936" y="38100"/>
                  <a:pt x="247650" y="42386"/>
                  <a:pt x="247650" y="47625"/>
                </a:cubicBezTo>
                <a:cubicBezTo>
                  <a:pt x="247650" y="52864"/>
                  <a:pt x="251936" y="57150"/>
                  <a:pt x="257175" y="57150"/>
                </a:cubicBezTo>
                <a:lnTo>
                  <a:pt x="352425" y="57150"/>
                </a:lnTo>
                <a:cubicBezTo>
                  <a:pt x="357664" y="57150"/>
                  <a:pt x="361950" y="52864"/>
                  <a:pt x="361950" y="47625"/>
                </a:cubicBezTo>
                <a:cubicBezTo>
                  <a:pt x="361950" y="42386"/>
                  <a:pt x="357664" y="38100"/>
                  <a:pt x="352425" y="38100"/>
                </a:cubicBezTo>
                <a:close/>
                <a:moveTo>
                  <a:pt x="428625" y="95250"/>
                </a:moveTo>
                <a:lnTo>
                  <a:pt x="314325" y="95250"/>
                </a:lnTo>
                <a:cubicBezTo>
                  <a:pt x="309086" y="95250"/>
                  <a:pt x="304800" y="99536"/>
                  <a:pt x="304800" y="104775"/>
                </a:cubicBezTo>
                <a:cubicBezTo>
                  <a:pt x="304800" y="110014"/>
                  <a:pt x="309086" y="114300"/>
                  <a:pt x="314325" y="114300"/>
                </a:cubicBezTo>
                <a:lnTo>
                  <a:pt x="428625" y="114300"/>
                </a:lnTo>
                <a:cubicBezTo>
                  <a:pt x="433864" y="114300"/>
                  <a:pt x="438150" y="110014"/>
                  <a:pt x="438150" y="104775"/>
                </a:cubicBezTo>
                <a:cubicBezTo>
                  <a:pt x="438150" y="99536"/>
                  <a:pt x="433864" y="95250"/>
                  <a:pt x="428625" y="95250"/>
                </a:cubicBezTo>
                <a:close/>
                <a:moveTo>
                  <a:pt x="428625" y="133350"/>
                </a:moveTo>
                <a:lnTo>
                  <a:pt x="314325" y="133350"/>
                </a:lnTo>
                <a:cubicBezTo>
                  <a:pt x="309086" y="133350"/>
                  <a:pt x="304800" y="137636"/>
                  <a:pt x="304800" y="142875"/>
                </a:cubicBezTo>
                <a:cubicBezTo>
                  <a:pt x="304800" y="148114"/>
                  <a:pt x="309086" y="152400"/>
                  <a:pt x="314325" y="152400"/>
                </a:cubicBezTo>
                <a:lnTo>
                  <a:pt x="428625" y="152400"/>
                </a:lnTo>
                <a:cubicBezTo>
                  <a:pt x="433864" y="152400"/>
                  <a:pt x="438150" y="148114"/>
                  <a:pt x="438150" y="142875"/>
                </a:cubicBezTo>
                <a:cubicBezTo>
                  <a:pt x="438150" y="137636"/>
                  <a:pt x="433864" y="133350"/>
                  <a:pt x="428625" y="133350"/>
                </a:cubicBezTo>
                <a:close/>
                <a:moveTo>
                  <a:pt x="428625" y="171450"/>
                </a:moveTo>
                <a:lnTo>
                  <a:pt x="180975" y="171450"/>
                </a:lnTo>
                <a:cubicBezTo>
                  <a:pt x="175736" y="171450"/>
                  <a:pt x="171450" y="175736"/>
                  <a:pt x="171450" y="180975"/>
                </a:cubicBezTo>
                <a:cubicBezTo>
                  <a:pt x="171450" y="186214"/>
                  <a:pt x="175736" y="190500"/>
                  <a:pt x="180975" y="190500"/>
                </a:cubicBezTo>
                <a:lnTo>
                  <a:pt x="428625" y="190500"/>
                </a:lnTo>
                <a:cubicBezTo>
                  <a:pt x="433864" y="190500"/>
                  <a:pt x="438150" y="186214"/>
                  <a:pt x="438150" y="180975"/>
                </a:cubicBezTo>
                <a:cubicBezTo>
                  <a:pt x="438150" y="175736"/>
                  <a:pt x="433864" y="171450"/>
                  <a:pt x="428625" y="171450"/>
                </a:cubicBezTo>
                <a:close/>
                <a:moveTo>
                  <a:pt x="428625" y="209550"/>
                </a:moveTo>
                <a:lnTo>
                  <a:pt x="180975" y="209550"/>
                </a:lnTo>
                <a:cubicBezTo>
                  <a:pt x="175736" y="209550"/>
                  <a:pt x="171450" y="213836"/>
                  <a:pt x="171450" y="219075"/>
                </a:cubicBezTo>
                <a:cubicBezTo>
                  <a:pt x="171450" y="224314"/>
                  <a:pt x="175736" y="228600"/>
                  <a:pt x="180975" y="228600"/>
                </a:cubicBezTo>
                <a:lnTo>
                  <a:pt x="428625" y="228600"/>
                </a:lnTo>
                <a:cubicBezTo>
                  <a:pt x="433864" y="228600"/>
                  <a:pt x="438150" y="224314"/>
                  <a:pt x="438150" y="219075"/>
                </a:cubicBezTo>
                <a:cubicBezTo>
                  <a:pt x="438150" y="213836"/>
                  <a:pt x="433864" y="209550"/>
                  <a:pt x="428625" y="209550"/>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2" name="Oval 12">
            <a:extLst>
              <a:ext uri="{FF2B5EF4-FFF2-40B4-BE49-F238E27FC236}">
                <a16:creationId xmlns:a16="http://schemas.microsoft.com/office/drawing/2014/main" id="{9BB4645E-5342-64C8-5B25-578A27DA47B3}"/>
              </a:ext>
            </a:extLst>
          </p:cNvPr>
          <p:cNvSpPr/>
          <p:nvPr/>
        </p:nvSpPr>
        <p:spPr>
          <a:xfrm>
            <a:off x="607827" y="2074927"/>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sp>
        <p:nvSpPr>
          <p:cNvPr id="3" name="Google Shape;2216;p100">
            <a:extLst>
              <a:ext uri="{FF2B5EF4-FFF2-40B4-BE49-F238E27FC236}">
                <a16:creationId xmlns:a16="http://schemas.microsoft.com/office/drawing/2014/main" id="{5EEAE4C5-43E7-A51B-62D0-AF6E31137653}"/>
              </a:ext>
            </a:extLst>
          </p:cNvPr>
          <p:cNvSpPr/>
          <p:nvPr/>
        </p:nvSpPr>
        <p:spPr>
          <a:xfrm>
            <a:off x="715912" y="2222760"/>
            <a:ext cx="355853" cy="301106"/>
          </a:xfrm>
          <a:custGeom>
            <a:avLst/>
            <a:gdLst/>
            <a:ahLst/>
            <a:cxnLst/>
            <a:rect l="l" t="t" r="r" b="b"/>
            <a:pathLst>
              <a:path w="495300" h="419100" extrusionOk="0">
                <a:moveTo>
                  <a:pt x="457200" y="0"/>
                </a:moveTo>
                <a:lnTo>
                  <a:pt x="38100" y="0"/>
                </a:lnTo>
                <a:cubicBezTo>
                  <a:pt x="17050" y="0"/>
                  <a:pt x="0" y="17050"/>
                  <a:pt x="0" y="38100"/>
                </a:cubicBezTo>
                <a:lnTo>
                  <a:pt x="0" y="323850"/>
                </a:lnTo>
                <a:cubicBezTo>
                  <a:pt x="0" y="344900"/>
                  <a:pt x="17050" y="361950"/>
                  <a:pt x="38100" y="361950"/>
                </a:cubicBezTo>
                <a:lnTo>
                  <a:pt x="188786" y="361950"/>
                </a:lnTo>
                <a:lnTo>
                  <a:pt x="182404" y="400050"/>
                </a:lnTo>
                <a:lnTo>
                  <a:pt x="161925" y="400050"/>
                </a:lnTo>
                <a:cubicBezTo>
                  <a:pt x="156686" y="400050"/>
                  <a:pt x="152400" y="404336"/>
                  <a:pt x="152400" y="409575"/>
                </a:cubicBezTo>
                <a:cubicBezTo>
                  <a:pt x="152400" y="414814"/>
                  <a:pt x="156686" y="419100"/>
                  <a:pt x="161925" y="419100"/>
                </a:cubicBezTo>
                <a:lnTo>
                  <a:pt x="333375" y="419100"/>
                </a:lnTo>
                <a:cubicBezTo>
                  <a:pt x="338614" y="419100"/>
                  <a:pt x="342900" y="414814"/>
                  <a:pt x="342900" y="409575"/>
                </a:cubicBezTo>
                <a:cubicBezTo>
                  <a:pt x="342900" y="404336"/>
                  <a:pt x="338614" y="400050"/>
                  <a:pt x="333375" y="400050"/>
                </a:cubicBezTo>
                <a:lnTo>
                  <a:pt x="312896" y="400050"/>
                </a:lnTo>
                <a:lnTo>
                  <a:pt x="306514" y="361950"/>
                </a:lnTo>
                <a:lnTo>
                  <a:pt x="457200" y="361950"/>
                </a:lnTo>
                <a:cubicBezTo>
                  <a:pt x="478250" y="361950"/>
                  <a:pt x="495300" y="344900"/>
                  <a:pt x="495300" y="323850"/>
                </a:cubicBezTo>
                <a:lnTo>
                  <a:pt x="495300" y="38100"/>
                </a:lnTo>
                <a:cubicBezTo>
                  <a:pt x="495300" y="17050"/>
                  <a:pt x="478250" y="0"/>
                  <a:pt x="457200" y="0"/>
                </a:cubicBezTo>
                <a:close/>
                <a:moveTo>
                  <a:pt x="201739" y="400050"/>
                </a:moveTo>
                <a:lnTo>
                  <a:pt x="208121" y="361950"/>
                </a:lnTo>
                <a:lnTo>
                  <a:pt x="287274" y="361950"/>
                </a:lnTo>
                <a:lnTo>
                  <a:pt x="293656" y="400050"/>
                </a:lnTo>
                <a:lnTo>
                  <a:pt x="201835" y="400050"/>
                </a:lnTo>
                <a:close/>
                <a:moveTo>
                  <a:pt x="476250" y="323850"/>
                </a:moveTo>
                <a:cubicBezTo>
                  <a:pt x="476250" y="334328"/>
                  <a:pt x="467678" y="342900"/>
                  <a:pt x="457200" y="342900"/>
                </a:cubicBezTo>
                <a:lnTo>
                  <a:pt x="38100" y="342900"/>
                </a:lnTo>
                <a:cubicBezTo>
                  <a:pt x="27622" y="342900"/>
                  <a:pt x="19050" y="334328"/>
                  <a:pt x="19050" y="323850"/>
                </a:cubicBezTo>
                <a:lnTo>
                  <a:pt x="19050" y="304800"/>
                </a:lnTo>
                <a:lnTo>
                  <a:pt x="476250" y="304800"/>
                </a:lnTo>
                <a:lnTo>
                  <a:pt x="476250" y="323850"/>
                </a:lnTo>
                <a:close/>
                <a:moveTo>
                  <a:pt x="476250" y="285750"/>
                </a:moveTo>
                <a:lnTo>
                  <a:pt x="19050" y="285750"/>
                </a:lnTo>
                <a:lnTo>
                  <a:pt x="19050" y="38100"/>
                </a:lnTo>
                <a:cubicBezTo>
                  <a:pt x="19050" y="27623"/>
                  <a:pt x="27622" y="19050"/>
                  <a:pt x="38100" y="19050"/>
                </a:cubicBezTo>
                <a:lnTo>
                  <a:pt x="457200" y="19050"/>
                </a:lnTo>
                <a:cubicBezTo>
                  <a:pt x="467678" y="19050"/>
                  <a:pt x="476250" y="27623"/>
                  <a:pt x="476250" y="38100"/>
                </a:cubicBezTo>
                <a:lnTo>
                  <a:pt x="476250" y="285750"/>
                </a:lnTo>
                <a:close/>
                <a:moveTo>
                  <a:pt x="290131" y="82772"/>
                </a:moveTo>
                <a:lnTo>
                  <a:pt x="190310" y="41624"/>
                </a:lnTo>
                <a:cubicBezTo>
                  <a:pt x="184499" y="39243"/>
                  <a:pt x="178403" y="38005"/>
                  <a:pt x="172212" y="38005"/>
                </a:cubicBezTo>
                <a:lnTo>
                  <a:pt x="170783" y="38005"/>
                </a:lnTo>
                <a:cubicBezTo>
                  <a:pt x="164497" y="38005"/>
                  <a:pt x="158401" y="39243"/>
                  <a:pt x="152686" y="41624"/>
                </a:cubicBezTo>
                <a:lnTo>
                  <a:pt x="52864" y="82772"/>
                </a:lnTo>
                <a:cubicBezTo>
                  <a:pt x="43910" y="86487"/>
                  <a:pt x="38195" y="95060"/>
                  <a:pt x="38195" y="104775"/>
                </a:cubicBezTo>
                <a:lnTo>
                  <a:pt x="38195" y="161925"/>
                </a:lnTo>
                <a:cubicBezTo>
                  <a:pt x="38195" y="167164"/>
                  <a:pt x="42481" y="171450"/>
                  <a:pt x="47720" y="171450"/>
                </a:cubicBezTo>
                <a:cubicBezTo>
                  <a:pt x="52959" y="171450"/>
                  <a:pt x="57245" y="167164"/>
                  <a:pt x="57245" y="161925"/>
                </a:cubicBezTo>
                <a:lnTo>
                  <a:pt x="57245" y="128492"/>
                </a:lnTo>
                <a:lnTo>
                  <a:pt x="76295" y="136303"/>
                </a:lnTo>
                <a:lnTo>
                  <a:pt x="76295" y="199073"/>
                </a:lnTo>
                <a:cubicBezTo>
                  <a:pt x="76295" y="209169"/>
                  <a:pt x="81629" y="218504"/>
                  <a:pt x="90202" y="223552"/>
                </a:cubicBezTo>
                <a:cubicBezTo>
                  <a:pt x="105251" y="232505"/>
                  <a:pt x="135922" y="247555"/>
                  <a:pt x="171545" y="247555"/>
                </a:cubicBezTo>
                <a:cubicBezTo>
                  <a:pt x="207169" y="247555"/>
                  <a:pt x="237839" y="232505"/>
                  <a:pt x="252889" y="223552"/>
                </a:cubicBezTo>
                <a:cubicBezTo>
                  <a:pt x="261461" y="218504"/>
                  <a:pt x="266795" y="209074"/>
                  <a:pt x="266795" y="199073"/>
                </a:cubicBezTo>
                <a:lnTo>
                  <a:pt x="266795" y="136303"/>
                </a:lnTo>
                <a:lnTo>
                  <a:pt x="290227" y="126683"/>
                </a:lnTo>
                <a:cubicBezTo>
                  <a:pt x="299180" y="122968"/>
                  <a:pt x="304895" y="114395"/>
                  <a:pt x="304895" y="104680"/>
                </a:cubicBezTo>
                <a:cubicBezTo>
                  <a:pt x="304895" y="94964"/>
                  <a:pt x="299085" y="86392"/>
                  <a:pt x="290227" y="82677"/>
                </a:cubicBezTo>
                <a:close/>
                <a:moveTo>
                  <a:pt x="247650" y="199168"/>
                </a:moveTo>
                <a:cubicBezTo>
                  <a:pt x="247650" y="202502"/>
                  <a:pt x="245936" y="205645"/>
                  <a:pt x="243173" y="207264"/>
                </a:cubicBezTo>
                <a:cubicBezTo>
                  <a:pt x="229743" y="215170"/>
                  <a:pt x="202597" y="228600"/>
                  <a:pt x="171450" y="228600"/>
                </a:cubicBezTo>
                <a:cubicBezTo>
                  <a:pt x="140303" y="228600"/>
                  <a:pt x="113157" y="215265"/>
                  <a:pt x="99727" y="207264"/>
                </a:cubicBezTo>
                <a:cubicBezTo>
                  <a:pt x="96964" y="205645"/>
                  <a:pt x="95250" y="202502"/>
                  <a:pt x="95250" y="199168"/>
                </a:cubicBezTo>
                <a:lnTo>
                  <a:pt x="95250" y="144209"/>
                </a:lnTo>
                <a:lnTo>
                  <a:pt x="152590" y="167831"/>
                </a:lnTo>
                <a:cubicBezTo>
                  <a:pt x="158401" y="170212"/>
                  <a:pt x="164497" y="171450"/>
                  <a:pt x="170688" y="171450"/>
                </a:cubicBezTo>
                <a:lnTo>
                  <a:pt x="172117" y="171450"/>
                </a:lnTo>
                <a:cubicBezTo>
                  <a:pt x="178403" y="171450"/>
                  <a:pt x="184499" y="170212"/>
                  <a:pt x="190214" y="167831"/>
                </a:cubicBezTo>
                <a:lnTo>
                  <a:pt x="247555" y="144209"/>
                </a:lnTo>
                <a:lnTo>
                  <a:pt x="247555" y="199168"/>
                </a:lnTo>
                <a:close/>
                <a:moveTo>
                  <a:pt x="282797" y="109061"/>
                </a:moveTo>
                <a:lnTo>
                  <a:pt x="182975" y="150209"/>
                </a:lnTo>
                <a:cubicBezTo>
                  <a:pt x="179546" y="151638"/>
                  <a:pt x="175831" y="152400"/>
                  <a:pt x="172117" y="152400"/>
                </a:cubicBezTo>
                <a:lnTo>
                  <a:pt x="170688" y="152400"/>
                </a:lnTo>
                <a:cubicBezTo>
                  <a:pt x="166973" y="152400"/>
                  <a:pt x="163259" y="151638"/>
                  <a:pt x="159829" y="150209"/>
                </a:cubicBezTo>
                <a:lnTo>
                  <a:pt x="60007" y="109061"/>
                </a:lnTo>
                <a:cubicBezTo>
                  <a:pt x="58198" y="108299"/>
                  <a:pt x="57055" y="106585"/>
                  <a:pt x="57055" y="104680"/>
                </a:cubicBezTo>
                <a:cubicBezTo>
                  <a:pt x="57055" y="102775"/>
                  <a:pt x="58198" y="101060"/>
                  <a:pt x="60007" y="100298"/>
                </a:cubicBezTo>
                <a:lnTo>
                  <a:pt x="159829" y="59150"/>
                </a:lnTo>
                <a:cubicBezTo>
                  <a:pt x="163259" y="57721"/>
                  <a:pt x="166973" y="56960"/>
                  <a:pt x="170688" y="56960"/>
                </a:cubicBezTo>
                <a:lnTo>
                  <a:pt x="172117" y="56960"/>
                </a:lnTo>
                <a:cubicBezTo>
                  <a:pt x="175831" y="56960"/>
                  <a:pt x="179546" y="57721"/>
                  <a:pt x="182975" y="59150"/>
                </a:cubicBezTo>
                <a:lnTo>
                  <a:pt x="282797" y="100298"/>
                </a:lnTo>
                <a:cubicBezTo>
                  <a:pt x="284607" y="101060"/>
                  <a:pt x="285750" y="102775"/>
                  <a:pt x="285750" y="104680"/>
                </a:cubicBezTo>
                <a:cubicBezTo>
                  <a:pt x="285750" y="106585"/>
                  <a:pt x="284607" y="108299"/>
                  <a:pt x="282797" y="109061"/>
                </a:cubicBezTo>
                <a:close/>
                <a:moveTo>
                  <a:pt x="400050" y="209360"/>
                </a:moveTo>
                <a:cubicBezTo>
                  <a:pt x="400050" y="205454"/>
                  <a:pt x="397573" y="201930"/>
                  <a:pt x="393859" y="200596"/>
                </a:cubicBezTo>
                <a:lnTo>
                  <a:pt x="317659" y="172021"/>
                </a:lnTo>
                <a:cubicBezTo>
                  <a:pt x="314135" y="170688"/>
                  <a:pt x="310229" y="171545"/>
                  <a:pt x="307562" y="174212"/>
                </a:cubicBezTo>
                <a:cubicBezTo>
                  <a:pt x="304895" y="176879"/>
                  <a:pt x="304038" y="180785"/>
                  <a:pt x="305371" y="184309"/>
                </a:cubicBezTo>
                <a:lnTo>
                  <a:pt x="333946" y="260509"/>
                </a:lnTo>
                <a:cubicBezTo>
                  <a:pt x="335280" y="264223"/>
                  <a:pt x="338804" y="266605"/>
                  <a:pt x="342710" y="266700"/>
                </a:cubicBezTo>
                <a:lnTo>
                  <a:pt x="342805" y="266700"/>
                </a:lnTo>
                <a:cubicBezTo>
                  <a:pt x="346710" y="266700"/>
                  <a:pt x="350139" y="264319"/>
                  <a:pt x="351663" y="260794"/>
                </a:cubicBezTo>
                <a:lnTo>
                  <a:pt x="360045" y="240221"/>
                </a:lnTo>
                <a:lnTo>
                  <a:pt x="383762" y="263938"/>
                </a:lnTo>
                <a:cubicBezTo>
                  <a:pt x="387477" y="267653"/>
                  <a:pt x="393478" y="267653"/>
                  <a:pt x="397193" y="263938"/>
                </a:cubicBezTo>
                <a:cubicBezTo>
                  <a:pt x="400907" y="260223"/>
                  <a:pt x="400907" y="254222"/>
                  <a:pt x="397193" y="250508"/>
                </a:cubicBezTo>
                <a:lnTo>
                  <a:pt x="373475" y="226790"/>
                </a:lnTo>
                <a:lnTo>
                  <a:pt x="394049" y="218408"/>
                </a:lnTo>
                <a:cubicBezTo>
                  <a:pt x="397669" y="216979"/>
                  <a:pt x="400050" y="213360"/>
                  <a:pt x="399955" y="209455"/>
                </a:cubicBezTo>
                <a:close/>
                <a:moveTo>
                  <a:pt x="353092" y="214408"/>
                </a:moveTo>
                <a:lnTo>
                  <a:pt x="353092" y="214408"/>
                </a:lnTo>
                <a:cubicBezTo>
                  <a:pt x="353092" y="214408"/>
                  <a:pt x="353092" y="214408"/>
                  <a:pt x="353092" y="214408"/>
                </a:cubicBezTo>
                <a:cubicBezTo>
                  <a:pt x="353092" y="214408"/>
                  <a:pt x="353092" y="214408"/>
                  <a:pt x="353092" y="214408"/>
                </a:cubicBezTo>
                <a:lnTo>
                  <a:pt x="353092" y="214408"/>
                </a:lnTo>
                <a:cubicBezTo>
                  <a:pt x="353092" y="214408"/>
                  <a:pt x="353092" y="214408"/>
                  <a:pt x="353092" y="214408"/>
                </a:cubicBezTo>
                <a:lnTo>
                  <a:pt x="353092" y="214408"/>
                </a:lnTo>
                <a:cubicBezTo>
                  <a:pt x="353092" y="214408"/>
                  <a:pt x="352901" y="214503"/>
                  <a:pt x="352806" y="214598"/>
                </a:cubicBezTo>
                <a:cubicBezTo>
                  <a:pt x="352806" y="214598"/>
                  <a:pt x="352806" y="214598"/>
                  <a:pt x="352806" y="214598"/>
                </a:cubicBezTo>
                <a:cubicBezTo>
                  <a:pt x="352806" y="214598"/>
                  <a:pt x="352806" y="214598"/>
                  <a:pt x="352806" y="214598"/>
                </a:cubicBezTo>
                <a:lnTo>
                  <a:pt x="352806" y="214598"/>
                </a:lnTo>
                <a:cubicBezTo>
                  <a:pt x="350806" y="215551"/>
                  <a:pt x="349187" y="217075"/>
                  <a:pt x="348234" y="219265"/>
                </a:cubicBezTo>
                <a:cubicBezTo>
                  <a:pt x="348234" y="219456"/>
                  <a:pt x="348139" y="219551"/>
                  <a:pt x="348044" y="219742"/>
                </a:cubicBezTo>
                <a:lnTo>
                  <a:pt x="343471" y="230981"/>
                </a:lnTo>
                <a:lnTo>
                  <a:pt x="330803" y="197263"/>
                </a:lnTo>
                <a:lnTo>
                  <a:pt x="364522" y="209931"/>
                </a:lnTo>
                <a:lnTo>
                  <a:pt x="353282" y="214503"/>
                </a:lnTo>
                <a:close/>
                <a:moveTo>
                  <a:pt x="428625" y="57055"/>
                </a:moveTo>
                <a:lnTo>
                  <a:pt x="333375" y="57055"/>
                </a:lnTo>
                <a:cubicBezTo>
                  <a:pt x="328136" y="57055"/>
                  <a:pt x="323850" y="61341"/>
                  <a:pt x="323850" y="66580"/>
                </a:cubicBezTo>
                <a:cubicBezTo>
                  <a:pt x="323850" y="71819"/>
                  <a:pt x="328136" y="76105"/>
                  <a:pt x="333375" y="76105"/>
                </a:cubicBezTo>
                <a:lnTo>
                  <a:pt x="428625" y="76105"/>
                </a:lnTo>
                <a:cubicBezTo>
                  <a:pt x="433864" y="76105"/>
                  <a:pt x="438150" y="71819"/>
                  <a:pt x="438150" y="66580"/>
                </a:cubicBezTo>
                <a:cubicBezTo>
                  <a:pt x="438150" y="61341"/>
                  <a:pt x="433864" y="57055"/>
                  <a:pt x="428625" y="57055"/>
                </a:cubicBezTo>
                <a:close/>
                <a:moveTo>
                  <a:pt x="428625" y="95155"/>
                </a:moveTo>
                <a:lnTo>
                  <a:pt x="333375" y="95155"/>
                </a:lnTo>
                <a:cubicBezTo>
                  <a:pt x="328136" y="95155"/>
                  <a:pt x="323850" y="99441"/>
                  <a:pt x="323850" y="104680"/>
                </a:cubicBezTo>
                <a:cubicBezTo>
                  <a:pt x="323850" y="109919"/>
                  <a:pt x="328136" y="114205"/>
                  <a:pt x="333375" y="114205"/>
                </a:cubicBezTo>
                <a:lnTo>
                  <a:pt x="428625" y="114205"/>
                </a:lnTo>
                <a:cubicBezTo>
                  <a:pt x="433864" y="114205"/>
                  <a:pt x="438150" y="109919"/>
                  <a:pt x="438150" y="104680"/>
                </a:cubicBezTo>
                <a:cubicBezTo>
                  <a:pt x="438150" y="99441"/>
                  <a:pt x="433864" y="95155"/>
                  <a:pt x="428625" y="95155"/>
                </a:cubicBezTo>
                <a:close/>
                <a:moveTo>
                  <a:pt x="428625" y="133255"/>
                </a:moveTo>
                <a:lnTo>
                  <a:pt x="333375" y="133255"/>
                </a:lnTo>
                <a:cubicBezTo>
                  <a:pt x="328136" y="133255"/>
                  <a:pt x="323850" y="137541"/>
                  <a:pt x="323850" y="142780"/>
                </a:cubicBezTo>
                <a:cubicBezTo>
                  <a:pt x="323850" y="148019"/>
                  <a:pt x="328136" y="152305"/>
                  <a:pt x="333375" y="152305"/>
                </a:cubicBezTo>
                <a:lnTo>
                  <a:pt x="428625" y="152305"/>
                </a:lnTo>
                <a:cubicBezTo>
                  <a:pt x="433864" y="152305"/>
                  <a:pt x="438150" y="148019"/>
                  <a:pt x="438150" y="142780"/>
                </a:cubicBezTo>
                <a:cubicBezTo>
                  <a:pt x="438150" y="137541"/>
                  <a:pt x="433864" y="133255"/>
                  <a:pt x="428625" y="133255"/>
                </a:cubicBezTo>
                <a:close/>
              </a:path>
            </a:pathLst>
          </a:custGeom>
          <a:solidFill>
            <a:schemeClr val="tx1"/>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1" name="Oval 11">
            <a:extLst>
              <a:ext uri="{FF2B5EF4-FFF2-40B4-BE49-F238E27FC236}">
                <a16:creationId xmlns:a16="http://schemas.microsoft.com/office/drawing/2014/main" id="{C467327E-A7ED-8634-7342-FDEA393D9499}"/>
              </a:ext>
            </a:extLst>
          </p:cNvPr>
          <p:cNvSpPr/>
          <p:nvPr/>
        </p:nvSpPr>
        <p:spPr>
          <a:xfrm>
            <a:off x="594328" y="2884259"/>
            <a:ext cx="579119" cy="573696"/>
          </a:xfrm>
          <a:prstGeom prst="ellipse">
            <a:avLst/>
          </a:prstGeom>
          <a:solidFill>
            <a:srgbClr val="529AC2"/>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pt-BR"/>
          </a:p>
        </p:txBody>
      </p:sp>
      <p:pic>
        <p:nvPicPr>
          <p:cNvPr id="16" name="Imagem 15">
            <a:extLst>
              <a:ext uri="{FF2B5EF4-FFF2-40B4-BE49-F238E27FC236}">
                <a16:creationId xmlns:a16="http://schemas.microsoft.com/office/drawing/2014/main" id="{5FC94B30-5525-44D0-6BEC-2D30A011FAE7}"/>
              </a:ext>
            </a:extLst>
          </p:cNvPr>
          <p:cNvPicPr>
            <a:picLocks noChangeAspect="1"/>
          </p:cNvPicPr>
          <p:nvPr/>
        </p:nvPicPr>
        <p:blipFill>
          <a:blip r:embed="rId5"/>
          <a:srcRect/>
          <a:stretch/>
        </p:blipFill>
        <p:spPr>
          <a:xfrm>
            <a:off x="769865" y="3028438"/>
            <a:ext cx="235287" cy="282344"/>
          </a:xfrm>
          <a:prstGeom prst="rect">
            <a:avLst/>
          </a:prstGeom>
        </p:spPr>
      </p:pic>
      <p:sp>
        <p:nvSpPr>
          <p:cNvPr id="21" name="Retângulo 20">
            <a:extLst>
              <a:ext uri="{FF2B5EF4-FFF2-40B4-BE49-F238E27FC236}">
                <a16:creationId xmlns:a16="http://schemas.microsoft.com/office/drawing/2014/main" id="{E78577DC-A3E3-90D2-1E4B-74156BF57965}"/>
              </a:ext>
            </a:extLst>
          </p:cNvPr>
          <p:cNvSpPr/>
          <p:nvPr/>
        </p:nvSpPr>
        <p:spPr>
          <a:xfrm>
            <a:off x="0" y="1178388"/>
            <a:ext cx="18288000" cy="739587"/>
          </a:xfrm>
          <a:prstGeom prst="rect">
            <a:avLst/>
          </a:prstGeom>
          <a:solidFill>
            <a:srgbClr val="28566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CaixaDeTexto 21">
            <a:extLst>
              <a:ext uri="{FF2B5EF4-FFF2-40B4-BE49-F238E27FC236}">
                <a16:creationId xmlns:a16="http://schemas.microsoft.com/office/drawing/2014/main" id="{391E79B6-F295-AEAD-1E81-02CA5143F682}"/>
              </a:ext>
            </a:extLst>
          </p:cNvPr>
          <p:cNvSpPr txBox="1"/>
          <p:nvPr/>
        </p:nvSpPr>
        <p:spPr>
          <a:xfrm>
            <a:off x="1478280" y="1193628"/>
            <a:ext cx="8884920" cy="920061"/>
          </a:xfrm>
          <a:prstGeom prst="rect">
            <a:avLst/>
          </a:prstGeom>
          <a:noFill/>
          <a:ln>
            <a:noFill/>
          </a:ln>
        </p:spPr>
        <p:txBody>
          <a:bodyPr spcFirstLastPara="1" wrap="none" lIns="91425" tIns="45700" rIns="91425" bIns="45700" rtlCol="0" anchor="t" anchorCtr="0">
            <a:noAutofit/>
          </a:bodyPr>
          <a:lstStyle/>
          <a:p>
            <a:pPr algn="l"/>
            <a:r>
              <a:rPr lang="pt-BR" sz="4500" b="1" dirty="0">
                <a:solidFill>
                  <a:schemeClr val="bg1"/>
                </a:solidFill>
                <a:latin typeface="Poppins" pitchFamily="2" charset="77"/>
                <a:cs typeface="Poppins" pitchFamily="2" charset="77"/>
              </a:rPr>
              <a:t>Slide 8</a:t>
            </a:r>
            <a:endParaRPr lang="pt-BR" sz="4800" b="1" dirty="0">
              <a:solidFill>
                <a:schemeClr val="bg1"/>
              </a:solidFill>
              <a:latin typeface="Poppins" pitchFamily="2" charset="77"/>
              <a:cs typeface="Poppins" pitchFamily="2" charset="77"/>
            </a:endParaRPr>
          </a:p>
        </p:txBody>
      </p:sp>
    </p:spTree>
    <p:extLst>
      <p:ext uri="{BB962C8B-B14F-4D97-AF65-F5344CB8AC3E}">
        <p14:creationId xmlns:p14="http://schemas.microsoft.com/office/powerpoint/2010/main" val="19395126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047235961"/>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ln>
          <a:noFill/>
        </a:ln>
      </a:spPr>
      <a:bodyPr spcFirstLastPara="1" wrap="square" lIns="91425" tIns="45700" rIns="91425" bIns="45700" anchor="t" anchorCtr="0">
        <a:normAutofit/>
      </a:bodyPr>
      <a:lstStyle>
        <a:defPPr algn="l">
          <a:defRPr sz="2400" dirty="0"/>
        </a:defPPr>
      </a:lstStyle>
    </a:txDef>
  </a:objectDefaults>
  <a:extraClrSchemeLst/>
</a:theme>
</file>

<file path=ppt/theme/theme2.xml><?xml version="1.0" encoding="utf-8"?>
<a:theme xmlns:a="http://schemas.openxmlformats.org/drawingml/2006/main" name="Trilha_S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rilhas_Iniciais">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bodyPr anchor="ctr"/>
      <a:lstStyle>
        <a:defPPr>
          <a:defRPr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o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aacb3b2f-5927-4b98-82b1-fea2b4072a87">
      <Terms xmlns="http://schemas.microsoft.com/office/infopath/2007/PartnerControls"/>
    </lcf76f155ced4ddcb4097134ff3c332f>
    <Curso xmlns="aacb3b2f-5927-4b98-82b1-fea2b4072a87" xsi:nil="true"/>
    <Semana xmlns="aacb3b2f-5927-4b98-82b1-fea2b4072a87" xsi:nil="true"/>
    <Ano xmlns="aacb3b2f-5927-4b98-82b1-fea2b4072a8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o" ma:contentTypeID="0x0101004B81252851F28942875D89D2C39F1241" ma:contentTypeVersion="18" ma:contentTypeDescription="Crie um novo documento." ma:contentTypeScope="" ma:versionID="4a43562f0951836659c836b04acf3ff5">
  <xsd:schema xmlns:xsd="http://www.w3.org/2001/XMLSchema" xmlns:xs="http://www.w3.org/2001/XMLSchema" xmlns:p="http://schemas.microsoft.com/office/2006/metadata/properties" xmlns:ns2="aacb3b2f-5927-4b98-82b1-fea2b4072a87" xmlns:ns3="a45d3e5f-3e31-4187-b998-c44ee850df36" targetNamespace="http://schemas.microsoft.com/office/2006/metadata/properties" ma:root="true" ma:fieldsID="603b1973da2e891d21f14d8bb65aba69" ns2:_="" ns3:_="">
    <xsd:import namespace="aacb3b2f-5927-4b98-82b1-fea2b4072a87"/>
    <xsd:import namespace="a45d3e5f-3e31-4187-b998-c44ee850df3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Location" minOccurs="0"/>
                <xsd:element ref="ns2:Curso" minOccurs="0"/>
                <xsd:element ref="ns2:Semana" minOccurs="0"/>
                <xsd:element ref="ns2:An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acb3b2f-5927-4b98-82b1-fea2b4072a8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Marcações de imagem" ma:readOnly="false" ma:fieldId="{5cf76f15-5ced-4ddc-b409-7134ff3c332f}" ma:taxonomyMulti="true" ma:sspId="a85b3961-dbc6-48b8-bc39-d38047892866"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Location" ma:index="21" nillable="true" ma:displayName="Location" ma:description="" ma:indexed="true" ma:internalName="MediaServiceLocation" ma:readOnly="true">
      <xsd:simpleType>
        <xsd:restriction base="dms:Text"/>
      </xsd:simpleType>
    </xsd:element>
    <xsd:element name="Curso" ma:index="22" nillable="true" ma:displayName="Curso" ma:format="Dropdown" ma:internalName="Curso">
      <xsd:simpleType>
        <xsd:restriction base="dms:Text">
          <xsd:maxLength value="255"/>
        </xsd:restriction>
      </xsd:simpleType>
    </xsd:element>
    <xsd:element name="Semana" ma:index="23" nillable="true" ma:displayName="Semana" ma:format="Dropdown" ma:internalName="Semana">
      <xsd:simpleType>
        <xsd:restriction base="dms:Text">
          <xsd:maxLength value="255"/>
        </xsd:restriction>
      </xsd:simpleType>
    </xsd:element>
    <xsd:element name="Ano" ma:index="24" nillable="true" ma:displayName="Ano" ma:format="Dropdown" ma:internalName="Ano">
      <xsd:simpleType>
        <xsd:restriction base="dms:Text">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45d3e5f-3e31-4187-b998-c44ee850df36" elementFormDefault="qualified">
    <xsd:import namespace="http://schemas.microsoft.com/office/2006/documentManagement/types"/>
    <xsd:import namespace="http://schemas.microsoft.com/office/infopath/2007/PartnerControls"/>
    <xsd:element name="SharedWithUsers" ma:index="11"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C661F7A-1649-4A39-91A5-A3893F5678E5}">
  <ds:schemaRefs>
    <ds:schemaRef ds:uri="http://www.w3.org/XML/1998/namespace"/>
    <ds:schemaRef ds:uri="http://schemas.microsoft.com/office/infopath/2007/PartnerControls"/>
    <ds:schemaRef ds:uri="http://schemas.microsoft.com/office/2006/documentManagement/types"/>
    <ds:schemaRef ds:uri="http://purl.org/dc/dcmitype/"/>
    <ds:schemaRef ds:uri="a45d3e5f-3e31-4187-b998-c44ee850df36"/>
    <ds:schemaRef ds:uri="http://schemas.openxmlformats.org/package/2006/metadata/core-properties"/>
    <ds:schemaRef ds:uri="http://purl.org/dc/elements/1.1/"/>
    <ds:schemaRef ds:uri="aacb3b2f-5927-4b98-82b1-fea2b4072a87"/>
    <ds:schemaRef ds:uri="http://schemas.microsoft.com/office/2006/metadata/properties"/>
    <ds:schemaRef ds:uri="http://purl.org/dc/terms/"/>
  </ds:schemaRefs>
</ds:datastoreItem>
</file>

<file path=customXml/itemProps2.xml><?xml version="1.0" encoding="utf-8"?>
<ds:datastoreItem xmlns:ds="http://schemas.openxmlformats.org/officeDocument/2006/customXml" ds:itemID="{EF1BD0DC-92D0-4BEF-9BE7-5D204EB1C653}">
  <ds:schemaRefs>
    <ds:schemaRef ds:uri="a45d3e5f-3e31-4187-b998-c44ee850df36"/>
    <ds:schemaRef ds:uri="aacb3b2f-5927-4b98-82b1-fea2b4072a87"/>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27590F2-902A-4FFC-B993-9715B30E05A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{FEC88D2B-52F4-444E-836C-622E8DFD9A7D}tf10001120</Template>
  <TotalTime>406</TotalTime>
  <Words>1400</Words>
  <Application>Microsoft Office PowerPoint</Application>
  <PresentationFormat>Personalizar</PresentationFormat>
  <Paragraphs>127</Paragraphs>
  <Slides>16</Slides>
  <Notes>16</Notes>
  <HiddenSlides>5</HiddenSlides>
  <MMClips>0</MMClips>
  <ScaleCrop>false</ScaleCrop>
  <HeadingPairs>
    <vt:vector size="6" baseType="variant">
      <vt:variant>
        <vt:lpstr>Fontes usadas</vt:lpstr>
      </vt:variant>
      <vt:variant>
        <vt:i4>6</vt:i4>
      </vt:variant>
      <vt:variant>
        <vt:lpstr>Tema</vt:lpstr>
      </vt:variant>
      <vt:variant>
        <vt:i4>3</vt:i4>
      </vt:variant>
      <vt:variant>
        <vt:lpstr>Títulos de slides</vt:lpstr>
      </vt:variant>
      <vt:variant>
        <vt:i4>16</vt:i4>
      </vt:variant>
    </vt:vector>
  </HeadingPairs>
  <TitlesOfParts>
    <vt:vector size="25" baseType="lpstr">
      <vt:lpstr>Poppins Bold</vt:lpstr>
      <vt:lpstr>Calibri</vt:lpstr>
      <vt:lpstr>Arial</vt:lpstr>
      <vt:lpstr>Poppins Light</vt:lpstr>
      <vt:lpstr>Poppins</vt:lpstr>
      <vt:lpstr>Poppins Medium</vt:lpstr>
      <vt:lpstr>Office Theme</vt:lpstr>
      <vt:lpstr>Trilha_SIS</vt:lpstr>
      <vt:lpstr>Trilhas_Iniciais</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Caco Bressane Ilustração e Design</dc:creator>
  <cp:lastModifiedBy>Luca Rocha</cp:lastModifiedBy>
  <cp:revision>38</cp:revision>
  <dcterms:modified xsi:type="dcterms:W3CDTF">2026-09-17T14:51:15Z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0x0101004B81252851F28942875D89D2C39F1241</vt:lpwstr>
  </property>
  <property fmtid="{D5CDD505-2E9C-101B-9397-08002B2CF9AE}" pid="3" name="MediaServiceImageTags">
    <vt:lpwstr/>
  </property>
</Properties>
</file>