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9" r:id="rId4"/>
    <p:sldMasterId id="2147483669" r:id="rId5"/>
    <p:sldMasterId id="2147483725" r:id="rId6"/>
  </p:sldMasterIdLst>
  <p:notesMasterIdLst>
    <p:notesMasterId r:id="rId26"/>
  </p:notesMasterIdLst>
  <p:handoutMasterIdLst>
    <p:handoutMasterId r:id="rId27"/>
  </p:handoutMasterIdLst>
  <p:sldIdLst>
    <p:sldId id="1268" r:id="rId7"/>
    <p:sldId id="950" r:id="rId8"/>
    <p:sldId id="988" r:id="rId9"/>
    <p:sldId id="989" r:id="rId10"/>
    <p:sldId id="953" r:id="rId11"/>
    <p:sldId id="978" r:id="rId12"/>
    <p:sldId id="999" r:id="rId13"/>
    <p:sldId id="1000" r:id="rId14"/>
    <p:sldId id="1001" r:id="rId15"/>
    <p:sldId id="513" r:id="rId16"/>
    <p:sldId id="530" r:id="rId17"/>
    <p:sldId id="527" r:id="rId18"/>
    <p:sldId id="266" r:id="rId19"/>
    <p:sldId id="979" r:id="rId20"/>
    <p:sldId id="1247" r:id="rId21"/>
    <p:sldId id="1265" r:id="rId22"/>
    <p:sldId id="1017" r:id="rId23"/>
    <p:sldId id="1266" r:id="rId24"/>
    <p:sldId id="806" r:id="rId25"/>
  </p:sldIdLst>
  <p:sldSz cx="18288000" cy="10287000"/>
  <p:notesSz cx="6858000" cy="9144000"/>
  <p:embeddedFontLst>
    <p:embeddedFont>
      <p:font typeface="Poppins" panose="00000500000000000000" pitchFamily="2" charset="0"/>
      <p:regular r:id="rId28"/>
      <p:bold r:id="rId29"/>
      <p:italic r:id="rId30"/>
      <p:boldItalic r:id="rId31"/>
    </p:embeddedFont>
    <p:embeddedFont>
      <p:font typeface="Poppins Bold" panose="00000800000000000000" pitchFamily="2" charset="0"/>
      <p:bold r:id="rId32"/>
      <p:italic r:id="rId33"/>
      <p:boldItalic r:id="rId34"/>
    </p:embeddedFont>
    <p:embeddedFont>
      <p:font typeface="Poppins Light" panose="00000400000000000000" pitchFamily="2" charset="0"/>
      <p:regular r:id="rId35"/>
      <p:bold r:id="rId36"/>
      <p:italic r:id="rId37"/>
      <p:boldItalic r:id="rId38"/>
    </p:embeddedFont>
    <p:embeddedFont>
      <p:font typeface="Poppins Medium" panose="00000600000000000000"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A0C091F-4F9F-B823-3F86-61B29C165090}" name="Etna Nobre" initials="EN" userId="536488f0b3312cec" providerId="Windows Live"/>
  <p188:author id="{CA82B621-AF1E-5701-9628-970A2BAC155B}" name="Marcus Vasconcelos de Castro" initials="MV" userId="S::marcus_castro@vanzolini-ead.org.br::f3e0bdc8-d4d6-4b41-86a7-248e0cb99c76" providerId="AD"/>
  <p188:author id="{5D93F123-A5E2-A62B-D9E3-D9303D1BB86B}" name="Gustavo Cruz dos Reis" initials="GC" userId="S::greis@vanzolini-ead.org.br::837664e1-438f-44d7-9e01-7f6012fe004f" providerId="AD"/>
  <p188:author id="{C6975768-E079-2129-EF66-8C7D8D20589C}" name="Usuário Convidado" initials="UC" userId="S::urn:spo:anon#9c1a6640c4cf430e37b8e52984f4ed92aa1896e2c9d3b1637fd5ce4c8fd5c9d5::" providerId="AD"/>
  <p188:author id="{6CA8C269-474B-54A0-5332-E1CD01049E8D}" name="Simara de Bastos Estima" initials="Sd" userId="S::simara.estima@levefuturo.com.br::851f0e59-69da-4352-8f6c-95a0578731bb" providerId="AD"/>
  <p188:author id="{F4028395-8D69-C238-59E5-790C37A83559}" name="Usuário Convidado" initials="UC" userId="S::urn:spo:anon#319181b0b628194b9506eab08b91498210bc05ca33f45caadcd2ec1b94616ef9::" providerId="AD"/>
  <p188:author id="{BAEE28E6-BCA2-A58F-B4C5-4E73CE74ED33}" name="MARCUS VASCONCELOS DE CASTRO" initials="MC" userId="S::marcus.castro@fatec.sp.gov.br::dcc98bfb-8b88-4fff-9dd1-69ee0ad30106" providerId="AD"/>
  <p188:author id="{E0388DF7-5B9F-86E5-E6C5-3F344187204B}" name="Eloisa Dalbem" initials="ED" userId="S::eldalbem@vanzolini-ead.org.br::9ae0c03a-8642-493e-97df-c9fd93e6c398" providerId="AD"/>
  <p188:author id="{E06AE5F7-C4FB-8FC1-0379-16158CB16B4E}" name="Michelle Mirabile Barbosa" initials="MM" userId="S::michelle_barbosa@vanzolini-ead.org.br::514663f0-91cb-4e5c-876a-7189c1f1989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ariana Rimoli" initials="MR" lastIdx="4" clrIdx="0">
    <p:extLst>
      <p:ext uri="{19B8F6BF-5375-455C-9EA6-DF929625EA0E}">
        <p15:presenceInfo xmlns:p15="http://schemas.microsoft.com/office/powerpoint/2012/main" userId="6cf9166fde090e1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9AC2"/>
    <a:srgbClr val="92D050"/>
    <a:srgbClr val="28566E"/>
    <a:srgbClr val="263B4B"/>
    <a:srgbClr val="D9D9D9"/>
    <a:srgbClr val="D8D2D5"/>
    <a:srgbClr val="EDB1C8"/>
    <a:srgbClr val="000000"/>
    <a:srgbClr val="CAC0C4"/>
    <a:srgbClr val="D0D1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8B62AC2-CBFF-4FEF-A790-FB120B6FE34D}">
  <a:tblStyle styleId="{58B62AC2-CBFF-4FEF-A790-FB120B6FE34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5755" autoAdjust="0"/>
  </p:normalViewPr>
  <p:slideViewPr>
    <p:cSldViewPr snapToGrid="0">
      <p:cViewPr varScale="1">
        <p:scale>
          <a:sx n="69" d="100"/>
          <a:sy n="69" d="100"/>
        </p:scale>
        <p:origin x="756" y="78"/>
      </p:cViewPr>
      <p:guideLst/>
    </p:cSldViewPr>
  </p:slideViewPr>
  <p:notesTextViewPr>
    <p:cViewPr>
      <p:scale>
        <a:sx n="75" d="100"/>
        <a:sy n="75" d="100"/>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notesMaster" Target="notesMasters/notesMaster1.xml"/><Relationship Id="rId39" Type="http://schemas.openxmlformats.org/officeDocument/2006/relationships/font" Target="fonts/font12.fntdata"/><Relationship Id="rId21" Type="http://schemas.openxmlformats.org/officeDocument/2006/relationships/slide" Target="slides/slide15.xml"/><Relationship Id="rId34" Type="http://schemas.openxmlformats.org/officeDocument/2006/relationships/font" Target="fonts/font7.fntdata"/><Relationship Id="rId42" Type="http://schemas.openxmlformats.org/officeDocument/2006/relationships/font" Target="fonts/font15.fntdata"/><Relationship Id="rId47"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font" Target="fonts/font2.fntdata"/><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font" Target="fonts/font4.fntdata"/><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handoutMaster" Target="handoutMasters/handout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commentAuthors" Target="commentAuthors.xml"/><Relationship Id="rId48" Type="http://schemas.microsoft.com/office/2018/10/relationships/authors" Target="author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theme" Target="theme/theme1.xml"/><Relationship Id="rId20" Type="http://schemas.openxmlformats.org/officeDocument/2006/relationships/slide" Target="slides/slide14.xml"/><Relationship Id="rId41" Type="http://schemas.openxmlformats.org/officeDocument/2006/relationships/font" Target="fonts/font14.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0820016A-23B3-8332-53D6-57FE04C281E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378ABBCA-ED84-8C3A-7D17-F6393BAD02D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BE6816-8789-481E-B2F2-61889E0E8584}" type="datetimeFigureOut">
              <a:rPr lang="pt-BR" smtClean="0"/>
              <a:t>17/09/2026</a:t>
            </a:fld>
            <a:endParaRPr lang="pt-BR"/>
          </a:p>
        </p:txBody>
      </p:sp>
      <p:sp>
        <p:nvSpPr>
          <p:cNvPr id="4" name="Espaço Reservado para Rodapé 3">
            <a:extLst>
              <a:ext uri="{FF2B5EF4-FFF2-40B4-BE49-F238E27FC236}">
                <a16:creationId xmlns:a16="http://schemas.microsoft.com/office/drawing/2014/main" id="{E140203C-C3C0-C509-C3D9-F91275DBAE3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A7A17361-C8A0-CABB-2146-B5B19E39C26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44F6E5-A54A-42CC-B250-9D06C7C52CD8}" type="slidenum">
              <a:rPr lang="pt-BR" smtClean="0"/>
              <a:t>‹nº›</a:t>
            </a:fld>
            <a:endParaRPr lang="pt-BR"/>
          </a:p>
        </p:txBody>
      </p:sp>
    </p:spTree>
    <p:extLst>
      <p:ext uri="{BB962C8B-B14F-4D97-AF65-F5344CB8AC3E}">
        <p14:creationId xmlns:p14="http://schemas.microsoft.com/office/powerpoint/2010/main" val="28184384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		</a:t>
            </a:r>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673317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1" name="Google Shape;64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043989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04713-26B3-BAA3-2167-87207BD71E1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B64C02F-7A8D-A5B4-9D9D-A8E54498458D}"/>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E840D1DC-1DEF-4A84-2451-D1213FDA1637}"/>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816CB990-86F5-064B-5B31-4AAA63053BB2}"/>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772218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75547-67DF-1A03-1007-4FFFAB07873B}"/>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FC4F1EF-CEA0-1B17-7ABF-4EF2E6F0A236}"/>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B3BA1F08-486D-CF53-EB31-257650BD0B8E}"/>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3A908340-C4D7-F776-D5F8-3EEB401B5267}"/>
              </a:ext>
            </a:extLst>
          </p:cNvPr>
          <p:cNvSpPr>
            <a:spLocks noGrp="1"/>
          </p:cNvSpPr>
          <p:nvPr>
            <p:ph type="sldNum" sz="quarter" idx="10"/>
          </p:nvPr>
        </p:nvSpPr>
        <p:spPr/>
        <p:txBody>
          <a:bodyPr/>
          <a:lstStyle/>
          <a:p>
            <a:fld id="{8BE604BA-17DA-4B63-8B72-ADA1FAE27E0B}" type="slidenum">
              <a:rPr lang="pt-BR" smtClean="0"/>
              <a:t>4</a:t>
            </a:fld>
            <a:endParaRPr lang="pt-BR"/>
          </a:p>
        </p:txBody>
      </p:sp>
    </p:spTree>
    <p:extLst>
      <p:ext uri="{BB962C8B-B14F-4D97-AF65-F5344CB8AC3E}">
        <p14:creationId xmlns:p14="http://schemas.microsoft.com/office/powerpoint/2010/main" val="3448276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2" name="Google Shape;65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609074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a:lnSpc>
                <a:spcPct val="107000"/>
              </a:lnSpc>
              <a:spcAft>
                <a:spcPts val="800"/>
              </a:spcAft>
            </a:pPr>
            <a:endParaRPr lang="pt-BR" sz="1800" kern="100" dirty="0">
              <a:effectLst/>
              <a:latin typeface="Poppins" panose="00000500000000000000" pitchFamily="2" charset="0"/>
              <a:ea typeface="Aptos" panose="020B0004020202020204" pitchFamily="34" charset="0"/>
              <a:cs typeface="Poppins" panose="00000500000000000000" pitchFamily="2" charset="0"/>
            </a:endParaRPr>
          </a:p>
        </p:txBody>
      </p:sp>
      <p:sp>
        <p:nvSpPr>
          <p:cNvPr id="689" name="Google Shape;68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218530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a:extLst>
            <a:ext uri="{FF2B5EF4-FFF2-40B4-BE49-F238E27FC236}">
              <a16:creationId xmlns:a16="http://schemas.microsoft.com/office/drawing/2014/main" id="{F4B4FA1A-3CCF-C51F-0353-C46DFF60904C}"/>
            </a:ext>
          </a:extLst>
        </p:cNvPr>
        <p:cNvGrpSpPr/>
        <p:nvPr/>
      </p:nvGrpSpPr>
      <p:grpSpPr>
        <a:xfrm>
          <a:off x="0" y="0"/>
          <a:ext cx="0" cy="0"/>
          <a:chOff x="0" y="0"/>
          <a:chExt cx="0" cy="0"/>
        </a:xfrm>
      </p:grpSpPr>
      <p:sp>
        <p:nvSpPr>
          <p:cNvPr id="753" name="Google Shape;753;p13:notes">
            <a:extLst>
              <a:ext uri="{FF2B5EF4-FFF2-40B4-BE49-F238E27FC236}">
                <a16:creationId xmlns:a16="http://schemas.microsoft.com/office/drawing/2014/main" id="{5ABE5921-9E11-63AC-90C1-1811179DAD0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54" name="Google Shape;754;p13:notes">
            <a:extLst>
              <a:ext uri="{FF2B5EF4-FFF2-40B4-BE49-F238E27FC236}">
                <a16:creationId xmlns:a16="http://schemas.microsoft.com/office/drawing/2014/main" id="{BCD59D41-1F63-EEDD-B67E-E21B0708AC6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95682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a:extLst>
            <a:ext uri="{FF2B5EF4-FFF2-40B4-BE49-F238E27FC236}">
              <a16:creationId xmlns:a16="http://schemas.microsoft.com/office/drawing/2014/main" id="{72BD89B2-E4E9-2F8C-52F6-BA97003E6F34}"/>
            </a:ext>
          </a:extLst>
        </p:cNvPr>
        <p:cNvGrpSpPr/>
        <p:nvPr/>
      </p:nvGrpSpPr>
      <p:grpSpPr>
        <a:xfrm>
          <a:off x="0" y="0"/>
          <a:ext cx="0" cy="0"/>
          <a:chOff x="0" y="0"/>
          <a:chExt cx="0" cy="0"/>
        </a:xfrm>
      </p:grpSpPr>
      <p:sp>
        <p:nvSpPr>
          <p:cNvPr id="753" name="Google Shape;753;p13:notes">
            <a:extLst>
              <a:ext uri="{FF2B5EF4-FFF2-40B4-BE49-F238E27FC236}">
                <a16:creationId xmlns:a16="http://schemas.microsoft.com/office/drawing/2014/main" id="{9BC9F6A8-DD0F-06D6-A86E-832268CF380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4" name="Google Shape;754;p13:notes">
            <a:extLst>
              <a:ext uri="{FF2B5EF4-FFF2-40B4-BE49-F238E27FC236}">
                <a16:creationId xmlns:a16="http://schemas.microsoft.com/office/drawing/2014/main" id="{F006A5E2-9F84-D7EE-423F-0867C898B84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83411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a:extLst>
            <a:ext uri="{FF2B5EF4-FFF2-40B4-BE49-F238E27FC236}">
              <a16:creationId xmlns:a16="http://schemas.microsoft.com/office/drawing/2014/main" id="{E4ADB3B4-53D8-8C4A-E4E9-D30214898D5C}"/>
            </a:ext>
          </a:extLst>
        </p:cNvPr>
        <p:cNvGrpSpPr/>
        <p:nvPr/>
      </p:nvGrpSpPr>
      <p:grpSpPr>
        <a:xfrm>
          <a:off x="0" y="0"/>
          <a:ext cx="0" cy="0"/>
          <a:chOff x="0" y="0"/>
          <a:chExt cx="0" cy="0"/>
        </a:xfrm>
      </p:grpSpPr>
      <p:sp>
        <p:nvSpPr>
          <p:cNvPr id="753" name="Google Shape;753;p13:notes">
            <a:extLst>
              <a:ext uri="{FF2B5EF4-FFF2-40B4-BE49-F238E27FC236}">
                <a16:creationId xmlns:a16="http://schemas.microsoft.com/office/drawing/2014/main" id="{B27F5BCD-111B-3B98-78B5-A6F696641F8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4" name="Google Shape;754;p13:notes">
            <a:extLst>
              <a:ext uri="{FF2B5EF4-FFF2-40B4-BE49-F238E27FC236}">
                <a16:creationId xmlns:a16="http://schemas.microsoft.com/office/drawing/2014/main" id="{A202D1DD-BC30-E328-8CD9-DEB1AFDF3A2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86838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endParaRPr lang="pt-BR"/>
          </a:p>
        </p:txBody>
      </p:sp>
      <p:sp>
        <p:nvSpPr>
          <p:cNvPr id="698" name="Google Shape;69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483830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119884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a:extLst>
            <a:ext uri="{FF2B5EF4-FFF2-40B4-BE49-F238E27FC236}">
              <a16:creationId xmlns:a16="http://schemas.microsoft.com/office/drawing/2014/main" id="{65F4DAEE-9901-3731-8F08-D283C21594AC}"/>
            </a:ext>
          </a:extLst>
        </p:cNvPr>
        <p:cNvGrpSpPr/>
        <p:nvPr/>
      </p:nvGrpSpPr>
      <p:grpSpPr>
        <a:xfrm>
          <a:off x="0" y="0"/>
          <a:ext cx="0" cy="0"/>
          <a:chOff x="0" y="0"/>
          <a:chExt cx="0" cy="0"/>
        </a:xfrm>
      </p:grpSpPr>
      <p:sp>
        <p:nvSpPr>
          <p:cNvPr id="723" name="Google Shape;723;g1e5198b4dfb_0_1:notes">
            <a:extLst>
              <a:ext uri="{FF2B5EF4-FFF2-40B4-BE49-F238E27FC236}">
                <a16:creationId xmlns:a16="http://schemas.microsoft.com/office/drawing/2014/main" id="{74B7CBA6-3C74-A542-6503-85E3ED027EE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230400">
              <a:lnSpc>
                <a:spcPct val="107000"/>
              </a:lnSpc>
              <a:spcAft>
                <a:spcPts val="800"/>
              </a:spcAft>
            </a:pPr>
            <a:r>
              <a:rPr lang="pt-BR" sz="1200" kern="100" dirty="0">
                <a:effectLst/>
                <a:latin typeface="Poppins" pitchFamily="2" charset="77"/>
                <a:ea typeface="Aptos" panose="020B0004020202020204" pitchFamily="34" charset="0"/>
                <a:cs typeface="Times New Roman" panose="02020603050405020304" pitchFamily="18" charset="0"/>
              </a:rPr>
              <a:t>	</a:t>
            </a:r>
            <a:endParaRPr lang="pt-BR" dirty="0"/>
          </a:p>
        </p:txBody>
      </p:sp>
      <p:sp>
        <p:nvSpPr>
          <p:cNvPr id="724" name="Google Shape;724;g1e5198b4dfb_0_1:notes">
            <a:extLst>
              <a:ext uri="{FF2B5EF4-FFF2-40B4-BE49-F238E27FC236}">
                <a16:creationId xmlns:a16="http://schemas.microsoft.com/office/drawing/2014/main" id="{D3DB5D40-7473-12E9-B92C-1A646EAD81C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457162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algn="l"/>
            <a:endParaRPr b="0" dirty="0"/>
          </a:p>
        </p:txBody>
      </p:sp>
      <p:sp>
        <p:nvSpPr>
          <p:cNvPr id="719" name="Google Shape;71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927733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667741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E7A64-A70A-C3FA-BC7F-62738BC80AB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F836E8C-BAF5-6CEF-AB5B-4973780B239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EC2BF7F7-8EF1-ED67-95D9-CF3E77C4FAD6}"/>
              </a:ext>
            </a:extLst>
          </p:cNvPr>
          <p:cNvSpPr>
            <a:spLocks noGrp="1"/>
          </p:cNvSpPr>
          <p:nvPr>
            <p:ph type="body" idx="1"/>
          </p:nvPr>
        </p:nvSpPr>
        <p:spPr/>
        <p:txBody>
          <a:bodyPr/>
          <a:lstStyle/>
          <a:p>
            <a:r>
              <a:rPr lang="pt-BR"/>
              <a:t>      </a:t>
            </a:r>
          </a:p>
        </p:txBody>
      </p:sp>
      <p:sp>
        <p:nvSpPr>
          <p:cNvPr id="4" name="Espaço Reservado para Número de Slide 3">
            <a:extLst>
              <a:ext uri="{FF2B5EF4-FFF2-40B4-BE49-F238E27FC236}">
                <a16:creationId xmlns:a16="http://schemas.microsoft.com/office/drawing/2014/main" id="{EF99F2DC-80E3-A38B-8279-F2593E0182BD}"/>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157177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44988-7B94-CA13-47ED-EBE9CA9D6F4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934B2432-1AC3-332C-8D15-B2310D42E30B}"/>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62942594-6BB5-DFE6-EB04-E40425660A01}"/>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FC8F1BC2-5885-0802-731C-5A631997A6C3}"/>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945422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      </a:t>
            </a:r>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641646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9CBB0-9A55-ED11-9A91-8B739E84716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CCB217F-1972-35C6-5491-698E59EB2056}"/>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D6153B99-F4CC-B18D-F7F0-E9C5E1C4CE18}"/>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A5CAE88C-64BE-BEAE-9A85-2B78F3A47F35}"/>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315045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		</a:t>
            </a:r>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7526872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2.xml"/><Relationship Id="rId4" Type="http://schemas.openxmlformats.org/officeDocument/2006/relationships/image" Target="../media/image24.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ítulo e Conteúdo" userDrawn="1">
  <p:cSld name="1_Título e Conteúdo">
    <p:spTree>
      <p:nvGrpSpPr>
        <p:cNvPr id="1" name="Shape 14"/>
        <p:cNvGrpSpPr/>
        <p:nvPr/>
      </p:nvGrpSpPr>
      <p:grpSpPr>
        <a:xfrm>
          <a:off x="0" y="0"/>
          <a:ext cx="0" cy="0"/>
          <a:chOff x="0" y="0"/>
          <a:chExt cx="0" cy="0"/>
        </a:xfrm>
      </p:grpSpPr>
      <p:pic>
        <p:nvPicPr>
          <p:cNvPr id="3" name="Google Shape;142;p13">
            <a:extLst>
              <a:ext uri="{FF2B5EF4-FFF2-40B4-BE49-F238E27FC236}">
                <a16:creationId xmlns:a16="http://schemas.microsoft.com/office/drawing/2014/main" id="{DD2F7BF2-D03E-FEFD-CB73-1F077ED2D66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9" name="Google Shape;143;p13">
            <a:extLst>
              <a:ext uri="{FF2B5EF4-FFF2-40B4-BE49-F238E27FC236}">
                <a16:creationId xmlns:a16="http://schemas.microsoft.com/office/drawing/2014/main" id="{E14695AE-3E90-6AC0-F1C4-C2AD7E692595}"/>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4762"/>
            <a:ext cx="18288000" cy="852451"/>
          </a:xfrm>
          <a:prstGeom prst="rect">
            <a:avLst/>
          </a:prstGeom>
          <a:noFill/>
          <a:ln>
            <a:noFill/>
          </a:ln>
        </p:spPr>
      </p:pic>
      <p:sp>
        <p:nvSpPr>
          <p:cNvPr id="14" name="Espaço Reservado para Texto 13">
            <a:extLst>
              <a:ext uri="{FF2B5EF4-FFF2-40B4-BE49-F238E27FC236}">
                <a16:creationId xmlns:a16="http://schemas.microsoft.com/office/drawing/2014/main" id="{E7E6A8B7-E0DB-1297-5803-801B69FAC7D8}"/>
              </a:ext>
            </a:extLst>
          </p:cNvPr>
          <p:cNvSpPr>
            <a:spLocks noGrp="1"/>
          </p:cNvSpPr>
          <p:nvPr>
            <p:ph type="body" sz="quarter" idx="10"/>
          </p:nvPr>
        </p:nvSpPr>
        <p:spPr>
          <a:xfrm>
            <a:off x="4745038" y="1535113"/>
            <a:ext cx="7332662" cy="1622425"/>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15" name="Espaço Reservado para Texto 13">
            <a:extLst>
              <a:ext uri="{FF2B5EF4-FFF2-40B4-BE49-F238E27FC236}">
                <a16:creationId xmlns:a16="http://schemas.microsoft.com/office/drawing/2014/main" id="{A4610CAA-693D-15C7-F9EF-48A1DA79B840}"/>
              </a:ext>
            </a:extLst>
          </p:cNvPr>
          <p:cNvSpPr>
            <a:spLocks noGrp="1"/>
          </p:cNvSpPr>
          <p:nvPr>
            <p:ph type="body" sz="quarter" idx="11"/>
          </p:nvPr>
        </p:nvSpPr>
        <p:spPr>
          <a:xfrm>
            <a:off x="4745038" y="3501936"/>
            <a:ext cx="7332662" cy="1622425"/>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17" name="Espaço Reservado para Imagem 16">
            <a:extLst>
              <a:ext uri="{FF2B5EF4-FFF2-40B4-BE49-F238E27FC236}">
                <a16:creationId xmlns:a16="http://schemas.microsoft.com/office/drawing/2014/main" id="{E630EA91-1A48-3E2F-9CC8-32FDA4ECAA27}"/>
              </a:ext>
            </a:extLst>
          </p:cNvPr>
          <p:cNvSpPr>
            <a:spLocks noGrp="1"/>
          </p:cNvSpPr>
          <p:nvPr>
            <p:ph type="pic" sz="quarter" idx="12"/>
          </p:nvPr>
        </p:nvSpPr>
        <p:spPr>
          <a:xfrm>
            <a:off x="4745038" y="5468938"/>
            <a:ext cx="7332662" cy="2501900"/>
          </a:xfrm>
          <a:prstGeom prst="rect">
            <a:avLst/>
          </a:prstGeom>
        </p:spPr>
        <p:txBody>
          <a:bodyPr/>
          <a:lstStyle>
            <a:lvl1pPr>
              <a:defRPr sz="1800">
                <a:latin typeface="Poppins" pitchFamily="2" charset="77"/>
                <a:cs typeface="Poppins" pitchFamily="2" charset="77"/>
              </a:defRPr>
            </a:lvl1pPr>
          </a:lstStyle>
          <a:p>
            <a:endParaRPr lang="pt-BR"/>
          </a:p>
        </p:txBody>
      </p:sp>
      <p:pic>
        <p:nvPicPr>
          <p:cNvPr id="10" name="Imagem 9">
            <a:extLst>
              <a:ext uri="{FF2B5EF4-FFF2-40B4-BE49-F238E27FC236}">
                <a16:creationId xmlns:a16="http://schemas.microsoft.com/office/drawing/2014/main" id="{ACC5A86A-9489-6D08-42D2-FAF52B61BD71}"/>
              </a:ext>
            </a:extLst>
          </p:cNvPr>
          <p:cNvPicPr>
            <a:picLocks/>
          </p:cNvPicPr>
          <p:nvPr userDrawn="1"/>
        </p:nvPicPr>
        <p:blipFill>
          <a:blip r:embed="rId4"/>
          <a:stretch>
            <a:fillRect/>
          </a:stretch>
        </p:blipFill>
        <p:spPr>
          <a:xfrm>
            <a:off x="734401" y="691201"/>
            <a:ext cx="3434405" cy="2390404"/>
          </a:xfrm>
          <a:prstGeom prst="rect">
            <a:avLst/>
          </a:prstGeom>
        </p:spPr>
      </p:pic>
      <p:sp>
        <p:nvSpPr>
          <p:cNvPr id="5" name="Google Shape;77;p5">
            <a:extLst>
              <a:ext uri="{FF2B5EF4-FFF2-40B4-BE49-F238E27FC236}">
                <a16:creationId xmlns:a16="http://schemas.microsoft.com/office/drawing/2014/main" id="{5A808091-2AE7-1DFD-ED63-78B141AAC75A}"/>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pitchFamily="2" charset="77"/>
                <a:ea typeface="Poppins"/>
                <a:cs typeface="Poppins Light" pitchFamily="2" charset="77"/>
                <a:sym typeface="Poppins"/>
              </a:rPr>
              <a:t>Construindo o </a:t>
            </a:r>
            <a:r>
              <a:rPr lang="pt-BR" sz="3500" b="1" i="0" u="none" strike="noStrike" cap="none" noProof="0">
                <a:solidFill>
                  <a:schemeClr val="lt1"/>
                </a:solidFill>
                <a:latin typeface="Poppins"/>
                <a:ea typeface="Poppins"/>
                <a:cs typeface="Poppins"/>
                <a:sym typeface="Poppins"/>
              </a:rPr>
              <a:t>conceito</a:t>
            </a:r>
            <a:endParaRPr lang="pt-BR" sz="3500" b="0" i="0" u="none" strike="noStrike" cap="none" noProof="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1755666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Layout Personalizado">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0F2ED3E9-3B0B-E370-C738-4D436A14D453}"/>
              </a:ext>
            </a:extLst>
          </p:cNvPr>
          <p:cNvSpPr/>
          <p:nvPr userDrawn="1"/>
        </p:nvSpPr>
        <p:spPr>
          <a:xfrm>
            <a:off x="0" y="0"/>
            <a:ext cx="18288000" cy="10287000"/>
          </a:xfrm>
          <a:prstGeom prst="rect">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2" name="Imagem 11">
            <a:extLst>
              <a:ext uri="{FF2B5EF4-FFF2-40B4-BE49-F238E27FC236}">
                <a16:creationId xmlns:a16="http://schemas.microsoft.com/office/drawing/2014/main" id="{77D8EEB4-55F9-82D0-EB3E-1CEE94342C78}"/>
              </a:ext>
            </a:extLst>
          </p:cNvPr>
          <p:cNvPicPr>
            <a:picLocks/>
          </p:cNvPicPr>
          <p:nvPr userDrawn="1"/>
        </p:nvPicPr>
        <p:blipFill>
          <a:blip r:embed="rId2"/>
          <a:stretch>
            <a:fillRect/>
          </a:stretch>
        </p:blipFill>
        <p:spPr>
          <a:xfrm>
            <a:off x="8704814" y="2055603"/>
            <a:ext cx="6307210" cy="4564807"/>
          </a:xfrm>
          <a:prstGeom prst="rect">
            <a:avLst/>
          </a:prstGeom>
        </p:spPr>
      </p:pic>
      <p:pic>
        <p:nvPicPr>
          <p:cNvPr id="9" name="Imagem 8">
            <a:extLst>
              <a:ext uri="{FF2B5EF4-FFF2-40B4-BE49-F238E27FC236}">
                <a16:creationId xmlns:a16="http://schemas.microsoft.com/office/drawing/2014/main" id="{1302BACD-5709-4C49-3F6C-736496ACE5A2}"/>
              </a:ext>
            </a:extLst>
          </p:cNvPr>
          <p:cNvPicPr>
            <a:picLocks/>
          </p:cNvPicPr>
          <p:nvPr userDrawn="1"/>
        </p:nvPicPr>
        <p:blipFill>
          <a:blip r:embed="rId2"/>
          <a:stretch>
            <a:fillRect/>
          </a:stretch>
        </p:blipFill>
        <p:spPr>
          <a:xfrm>
            <a:off x="8704814" y="2055603"/>
            <a:ext cx="6307210" cy="4564807"/>
          </a:xfrm>
          <a:prstGeom prst="rect">
            <a:avLst/>
          </a:prstGeom>
        </p:spPr>
      </p:pic>
      <p:sp>
        <p:nvSpPr>
          <p:cNvPr id="7" name="TextBox 4">
            <a:extLst>
              <a:ext uri="{FF2B5EF4-FFF2-40B4-BE49-F238E27FC236}">
                <a16:creationId xmlns:a16="http://schemas.microsoft.com/office/drawing/2014/main" id="{CF524BA5-8A5B-145B-7D69-2189A7ECA0A4}"/>
              </a:ext>
            </a:extLst>
          </p:cNvPr>
          <p:cNvSpPr txBox="1"/>
          <p:nvPr userDrawn="1"/>
        </p:nvSpPr>
        <p:spPr>
          <a:xfrm>
            <a:off x="3224043" y="3598169"/>
            <a:ext cx="5102506" cy="2344928"/>
          </a:xfrm>
          <a:prstGeom prst="rect">
            <a:avLst/>
          </a:prstGeom>
        </p:spPr>
        <p:txBody>
          <a:bodyPr lIns="0" tIns="0" rIns="0" bIns="0" rtlCol="0" anchor="t">
            <a:spAutoFit/>
          </a:bodyPr>
          <a:lstStyle/>
          <a:p>
            <a:pPr algn="r">
              <a:lnSpc>
                <a:spcPts val="6015"/>
              </a:lnSpc>
            </a:pPr>
            <a:r>
              <a:rPr lang="pt-BR" sz="6399" noProof="0">
                <a:solidFill>
                  <a:srgbClr val="000000"/>
                </a:solidFill>
                <a:latin typeface="Poppins Bold"/>
              </a:rPr>
              <a:t>Educação Profissional Paulista</a:t>
            </a:r>
          </a:p>
        </p:txBody>
      </p:sp>
      <p:sp>
        <p:nvSpPr>
          <p:cNvPr id="2" name="TextBox 5">
            <a:extLst>
              <a:ext uri="{FF2B5EF4-FFF2-40B4-BE49-F238E27FC236}">
                <a16:creationId xmlns:a16="http://schemas.microsoft.com/office/drawing/2014/main" id="{6DBC72C7-C710-800A-C379-F6C1DBE65031}"/>
              </a:ext>
            </a:extLst>
          </p:cNvPr>
          <p:cNvSpPr txBox="1"/>
          <p:nvPr userDrawn="1"/>
        </p:nvSpPr>
        <p:spPr>
          <a:xfrm>
            <a:off x="9104402" y="3475910"/>
            <a:ext cx="5367683" cy="846386"/>
          </a:xfrm>
          <a:prstGeom prst="rect">
            <a:avLst/>
          </a:prstGeom>
        </p:spPr>
        <p:txBody>
          <a:bodyPr lIns="0" tIns="0" rIns="0" bIns="0" rtlCol="0" anchor="t">
            <a:spAutoFit/>
          </a:bodyPr>
          <a:lstStyle/>
          <a:p>
            <a:pPr>
              <a:lnSpc>
                <a:spcPts val="6845"/>
              </a:lnSpc>
            </a:pPr>
            <a:r>
              <a:rPr lang="pt-BR" sz="5000" noProof="0">
                <a:solidFill>
                  <a:srgbClr val="FFFFFF"/>
                </a:solidFill>
                <a:latin typeface="Poppins Light"/>
              </a:rPr>
              <a:t>Técnico em </a:t>
            </a:r>
          </a:p>
        </p:txBody>
      </p:sp>
      <p:sp>
        <p:nvSpPr>
          <p:cNvPr id="4" name="TextBox 6">
            <a:extLst>
              <a:ext uri="{FF2B5EF4-FFF2-40B4-BE49-F238E27FC236}">
                <a16:creationId xmlns:a16="http://schemas.microsoft.com/office/drawing/2014/main" id="{6C42670F-F865-673C-461A-99A20C35AD88}"/>
              </a:ext>
            </a:extLst>
          </p:cNvPr>
          <p:cNvSpPr txBox="1"/>
          <p:nvPr userDrawn="1"/>
        </p:nvSpPr>
        <p:spPr>
          <a:xfrm>
            <a:off x="9174600" y="4344718"/>
            <a:ext cx="5510664" cy="1446550"/>
          </a:xfrm>
          <a:prstGeom prst="rect">
            <a:avLst/>
          </a:prstGeom>
        </p:spPr>
        <p:txBody>
          <a:bodyPr wrap="square" lIns="0" tIns="0" rIns="0" bIns="0" rtlCol="0" anchor="t">
            <a:spAutoFit/>
          </a:bodyPr>
          <a:lstStyle/>
          <a:p>
            <a:pPr>
              <a:lnSpc>
                <a:spcPct val="100000"/>
              </a:lnSpc>
            </a:pPr>
            <a:r>
              <a:rPr lang="pt-BR" sz="4700" noProof="0">
                <a:solidFill>
                  <a:srgbClr val="FFFFFF"/>
                </a:solidFill>
                <a:latin typeface="Poppins Bold"/>
              </a:rPr>
              <a:t>Desenvolvimento de Sistemas</a:t>
            </a:r>
          </a:p>
        </p:txBody>
      </p:sp>
      <p:pic>
        <p:nvPicPr>
          <p:cNvPr id="5" name="Imagem 4">
            <a:extLst>
              <a:ext uri="{FF2B5EF4-FFF2-40B4-BE49-F238E27FC236}">
                <a16:creationId xmlns:a16="http://schemas.microsoft.com/office/drawing/2014/main" id="{6C6E023F-6CB0-6638-9398-2A37B98DC440}"/>
              </a:ext>
            </a:extLst>
          </p:cNvPr>
          <p:cNvPicPr>
            <a:picLocks/>
          </p:cNvPicPr>
          <p:nvPr userDrawn="1"/>
        </p:nvPicPr>
        <p:blipFill>
          <a:blip r:embed="rId3"/>
          <a:stretch>
            <a:fillRect/>
          </a:stretch>
        </p:blipFill>
        <p:spPr>
          <a:xfrm>
            <a:off x="7243211" y="8078412"/>
            <a:ext cx="3805206" cy="1720803"/>
          </a:xfrm>
          <a:prstGeom prst="rect">
            <a:avLst/>
          </a:prstGeom>
        </p:spPr>
      </p:pic>
    </p:spTree>
    <p:extLst>
      <p:ext uri="{BB962C8B-B14F-4D97-AF65-F5344CB8AC3E}">
        <p14:creationId xmlns:p14="http://schemas.microsoft.com/office/powerpoint/2010/main" val="1774967734"/>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Personalizado" userDrawn="1">
  <p:cSld name="Layout Personalizado">
    <p:spTree>
      <p:nvGrpSpPr>
        <p:cNvPr id="1" name="Shape 10"/>
        <p:cNvGrpSpPr/>
        <p:nvPr/>
      </p:nvGrpSpPr>
      <p:grpSpPr>
        <a:xfrm>
          <a:off x="0" y="0"/>
          <a:ext cx="0" cy="0"/>
          <a:chOff x="0" y="0"/>
          <a:chExt cx="0" cy="0"/>
        </a:xfrm>
      </p:grpSpPr>
      <p:pic>
        <p:nvPicPr>
          <p:cNvPr id="3" name="Google Shape;11;p2">
            <a:extLst>
              <a:ext uri="{FF2B5EF4-FFF2-40B4-BE49-F238E27FC236}">
                <a16:creationId xmlns:a16="http://schemas.microsoft.com/office/drawing/2014/main" id="{CD1033A7-228B-1DA2-EB35-B102BEEA1D77}"/>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8288000" cy="10288800"/>
          </a:xfrm>
          <a:prstGeom prst="rect">
            <a:avLst/>
          </a:prstGeom>
          <a:noFill/>
          <a:ln>
            <a:noFill/>
          </a:ln>
        </p:spPr>
      </p:pic>
      <p:pic>
        <p:nvPicPr>
          <p:cNvPr id="10" name="Imagem 9">
            <a:extLst>
              <a:ext uri="{FF2B5EF4-FFF2-40B4-BE49-F238E27FC236}">
                <a16:creationId xmlns:a16="http://schemas.microsoft.com/office/drawing/2014/main" id="{91E8A4AE-5F0C-A25C-BD49-8059F45BA292}"/>
              </a:ext>
            </a:extLst>
          </p:cNvPr>
          <p:cNvPicPr>
            <a:picLocks/>
          </p:cNvPicPr>
          <p:nvPr userDrawn="1"/>
        </p:nvPicPr>
        <p:blipFill>
          <a:blip r:embed="rId3"/>
          <a:stretch>
            <a:fillRect/>
          </a:stretch>
        </p:blipFill>
        <p:spPr>
          <a:xfrm>
            <a:off x="0" y="0"/>
            <a:ext cx="12848420" cy="8071212"/>
          </a:xfrm>
          <a:prstGeom prst="rect">
            <a:avLst/>
          </a:prstGeom>
        </p:spPr>
      </p:pic>
      <p:pic>
        <p:nvPicPr>
          <p:cNvPr id="12" name="Imagem 11">
            <a:extLst>
              <a:ext uri="{FF2B5EF4-FFF2-40B4-BE49-F238E27FC236}">
                <a16:creationId xmlns:a16="http://schemas.microsoft.com/office/drawing/2014/main" id="{62D33206-B0C7-3E61-748F-DEEDC84C4233}"/>
              </a:ext>
            </a:extLst>
          </p:cNvPr>
          <p:cNvPicPr>
            <a:picLocks/>
          </p:cNvPicPr>
          <p:nvPr userDrawn="1"/>
        </p:nvPicPr>
        <p:blipFill>
          <a:blip r:embed="rId3"/>
          <a:stretch>
            <a:fillRect/>
          </a:stretch>
        </p:blipFill>
        <p:spPr>
          <a:xfrm>
            <a:off x="0" y="0"/>
            <a:ext cx="12848420" cy="8071212"/>
          </a:xfrm>
          <a:prstGeom prst="rect">
            <a:avLst/>
          </a:prstGeom>
        </p:spPr>
      </p:pic>
      <p:sp>
        <p:nvSpPr>
          <p:cNvPr id="5" name="CaixaDeTexto 4">
            <a:extLst>
              <a:ext uri="{FF2B5EF4-FFF2-40B4-BE49-F238E27FC236}">
                <a16:creationId xmlns:a16="http://schemas.microsoft.com/office/drawing/2014/main" id="{8F753BE2-99F0-4892-173B-5CB027D775FC}"/>
              </a:ext>
            </a:extLst>
          </p:cNvPr>
          <p:cNvSpPr txBox="1"/>
          <p:nvPr userDrawn="1"/>
        </p:nvSpPr>
        <p:spPr>
          <a:xfrm>
            <a:off x="19576473" y="292330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Layout Personalizado" preserve="1" userDrawn="1">
  <p:cSld name="2_Layout Personalizado">
    <p:spTree>
      <p:nvGrpSpPr>
        <p:cNvPr id="1" name="Shape 10"/>
        <p:cNvGrpSpPr/>
        <p:nvPr/>
      </p:nvGrpSpPr>
      <p:grpSpPr>
        <a:xfrm>
          <a:off x="0" y="0"/>
          <a:ext cx="0" cy="0"/>
          <a:chOff x="0" y="0"/>
          <a:chExt cx="0" cy="0"/>
        </a:xfrm>
      </p:grpSpPr>
      <p:pic>
        <p:nvPicPr>
          <p:cNvPr id="6" name="Google Shape;11;p2">
            <a:extLst>
              <a:ext uri="{FF2B5EF4-FFF2-40B4-BE49-F238E27FC236}">
                <a16:creationId xmlns:a16="http://schemas.microsoft.com/office/drawing/2014/main" id="{8A610ACC-90D2-5456-1F39-1F02FE18018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8288000" cy="10288800"/>
          </a:xfrm>
          <a:prstGeom prst="rect">
            <a:avLst/>
          </a:prstGeom>
          <a:noFill/>
          <a:ln>
            <a:noFill/>
          </a:ln>
        </p:spPr>
      </p:pic>
      <p:pic>
        <p:nvPicPr>
          <p:cNvPr id="11" name="Imagem 10">
            <a:extLst>
              <a:ext uri="{FF2B5EF4-FFF2-40B4-BE49-F238E27FC236}">
                <a16:creationId xmlns:a16="http://schemas.microsoft.com/office/drawing/2014/main" id="{AEA14E45-A991-1931-7742-4C2A8C332DC4}"/>
              </a:ext>
            </a:extLst>
          </p:cNvPr>
          <p:cNvPicPr>
            <a:picLocks/>
          </p:cNvPicPr>
          <p:nvPr userDrawn="1"/>
        </p:nvPicPr>
        <p:blipFill>
          <a:blip r:embed="rId3"/>
          <a:stretch>
            <a:fillRect/>
          </a:stretch>
        </p:blipFill>
        <p:spPr>
          <a:xfrm>
            <a:off x="0" y="0"/>
            <a:ext cx="12848420" cy="8071212"/>
          </a:xfrm>
          <a:prstGeom prst="rect">
            <a:avLst/>
          </a:prstGeom>
        </p:spPr>
      </p:pic>
      <p:pic>
        <p:nvPicPr>
          <p:cNvPr id="14" name="Imagem 13">
            <a:extLst>
              <a:ext uri="{FF2B5EF4-FFF2-40B4-BE49-F238E27FC236}">
                <a16:creationId xmlns:a16="http://schemas.microsoft.com/office/drawing/2014/main" id="{B1A32EED-B2F8-A197-05B8-94F5A81C2E14}"/>
              </a:ext>
            </a:extLst>
          </p:cNvPr>
          <p:cNvPicPr>
            <a:picLocks/>
          </p:cNvPicPr>
          <p:nvPr userDrawn="1"/>
        </p:nvPicPr>
        <p:blipFill>
          <a:blip r:embed="rId3"/>
          <a:stretch>
            <a:fillRect/>
          </a:stretch>
        </p:blipFill>
        <p:spPr>
          <a:xfrm>
            <a:off x="0" y="0"/>
            <a:ext cx="12848420" cy="8071212"/>
          </a:xfrm>
          <a:prstGeom prst="rect">
            <a:avLst/>
          </a:prstGeom>
        </p:spPr>
      </p:pic>
      <p:sp>
        <p:nvSpPr>
          <p:cNvPr id="5" name="CaixaDeTexto 4">
            <a:extLst>
              <a:ext uri="{FF2B5EF4-FFF2-40B4-BE49-F238E27FC236}">
                <a16:creationId xmlns:a16="http://schemas.microsoft.com/office/drawing/2014/main" id="{8F753BE2-99F0-4892-173B-5CB027D775FC}"/>
              </a:ext>
            </a:extLst>
          </p:cNvPr>
          <p:cNvSpPr txBox="1"/>
          <p:nvPr userDrawn="1"/>
        </p:nvSpPr>
        <p:spPr>
          <a:xfrm>
            <a:off x="19576473" y="292330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2" name="Google Shape;643;p43">
            <a:extLst>
              <a:ext uri="{FF2B5EF4-FFF2-40B4-BE49-F238E27FC236}">
                <a16:creationId xmlns:a16="http://schemas.microsoft.com/office/drawing/2014/main" id="{C48BB9E0-E4E1-D9BE-BCF0-CCC4171FA07E}"/>
              </a:ext>
            </a:extLst>
          </p:cNvPr>
          <p:cNvSpPr txBox="1">
            <a:spLocks/>
          </p:cNvSpPr>
          <p:nvPr userDrawn="1"/>
        </p:nvSpPr>
        <p:spPr>
          <a:xfrm>
            <a:off x="937698" y="3829934"/>
            <a:ext cx="10222120" cy="80314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a:solidFill>
                  <a:srgbClr val="FF161F"/>
                </a:solidFill>
              </a:rPr>
              <a:t>Orientações ao Professor</a:t>
            </a:r>
          </a:p>
        </p:txBody>
      </p:sp>
    </p:spTree>
    <p:extLst>
      <p:ext uri="{BB962C8B-B14F-4D97-AF65-F5344CB8AC3E}">
        <p14:creationId xmlns:p14="http://schemas.microsoft.com/office/powerpoint/2010/main" val="4191410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reserve="1" userDrawn="1">
  <p:cSld name="1_Construindo o conceito">
    <p:spTree>
      <p:nvGrpSpPr>
        <p:cNvPr id="1" name="Shape 16"/>
        <p:cNvGrpSpPr/>
        <p:nvPr/>
      </p:nvGrpSpPr>
      <p:grpSpPr>
        <a:xfrm>
          <a:off x="0" y="0"/>
          <a:ext cx="0" cy="0"/>
          <a:chOff x="0" y="0"/>
          <a:chExt cx="0" cy="0"/>
        </a:xfrm>
      </p:grpSpPr>
      <p:pic>
        <p:nvPicPr>
          <p:cNvPr id="6" name="Google Shape;164;p15">
            <a:extLst>
              <a:ext uri="{FF2B5EF4-FFF2-40B4-BE49-F238E27FC236}">
                <a16:creationId xmlns:a16="http://schemas.microsoft.com/office/drawing/2014/main" id="{2A40035A-46AA-DFA0-4141-7C162F3C6DEC}"/>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r="-3854"/>
          <a:stretch/>
        </p:blipFill>
        <p:spPr>
          <a:xfrm>
            <a:off x="0" y="0"/>
            <a:ext cx="8787534" cy="10287000"/>
          </a:xfrm>
          <a:prstGeom prst="rect">
            <a:avLst/>
          </a:prstGeom>
          <a:noFill/>
          <a:ln>
            <a:noFill/>
          </a:ln>
        </p:spPr>
      </p:pic>
      <p:sp>
        <p:nvSpPr>
          <p:cNvPr id="4" name="Retângulo 3">
            <a:extLst>
              <a:ext uri="{FF2B5EF4-FFF2-40B4-BE49-F238E27FC236}">
                <a16:creationId xmlns:a16="http://schemas.microsoft.com/office/drawing/2014/main" id="{569D7266-D0C4-A44D-9827-A0C02D9BAFF7}"/>
              </a:ext>
            </a:extLst>
          </p:cNvPr>
          <p:cNvSpPr/>
          <p:nvPr userDrawn="1"/>
        </p:nvSpPr>
        <p:spPr>
          <a:xfrm>
            <a:off x="8299521" y="-1"/>
            <a:ext cx="10013430" cy="102855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CaixaDeTexto 4">
            <a:extLst>
              <a:ext uri="{FF2B5EF4-FFF2-40B4-BE49-F238E27FC236}">
                <a16:creationId xmlns:a16="http://schemas.microsoft.com/office/drawing/2014/main" id="{94EF9377-0BC9-8D48-6EB4-411B8F209D6B}"/>
              </a:ext>
            </a:extLst>
          </p:cNvPr>
          <p:cNvSpPr txBox="1"/>
          <p:nvPr userDrawn="1"/>
        </p:nvSpPr>
        <p:spPr>
          <a:xfrm>
            <a:off x="-2203554" y="1514007"/>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12" name="Espaço Reservado para Texto 11">
            <a:extLst>
              <a:ext uri="{FF2B5EF4-FFF2-40B4-BE49-F238E27FC236}">
                <a16:creationId xmlns:a16="http://schemas.microsoft.com/office/drawing/2014/main" id="{5324B01E-494B-5E4B-E130-7F8451233889}"/>
              </a:ext>
            </a:extLst>
          </p:cNvPr>
          <p:cNvSpPr>
            <a:spLocks noGrp="1"/>
          </p:cNvSpPr>
          <p:nvPr>
            <p:ph type="body" sz="quarter" idx="10"/>
          </p:nvPr>
        </p:nvSpPr>
        <p:spPr>
          <a:xfrm>
            <a:off x="1035051" y="3822700"/>
            <a:ext cx="4076596" cy="3313113"/>
          </a:xfrm>
          <a:prstGeom prst="rect">
            <a:avLst/>
          </a:prstGeom>
        </p:spPr>
        <p:txBody>
          <a:bodyPr/>
          <a:lstStyle>
            <a:lvl1pPr>
              <a:defRPr sz="1800"/>
            </a:lvl1pPr>
          </a:lstStyle>
          <a:p>
            <a:pPr lvl="0"/>
            <a:endParaRPr lang="pt-BR"/>
          </a:p>
        </p:txBody>
      </p:sp>
      <p:sp>
        <p:nvSpPr>
          <p:cNvPr id="13" name="Espaço Reservado para Texto 11">
            <a:extLst>
              <a:ext uri="{FF2B5EF4-FFF2-40B4-BE49-F238E27FC236}">
                <a16:creationId xmlns:a16="http://schemas.microsoft.com/office/drawing/2014/main" id="{D70461BD-1593-C70D-1057-4FD1447C604E}"/>
              </a:ext>
            </a:extLst>
          </p:cNvPr>
          <p:cNvSpPr>
            <a:spLocks noGrp="1"/>
          </p:cNvSpPr>
          <p:nvPr>
            <p:ph type="body" sz="quarter" idx="11"/>
          </p:nvPr>
        </p:nvSpPr>
        <p:spPr>
          <a:xfrm>
            <a:off x="12997201" y="404944"/>
            <a:ext cx="4076596" cy="1139044"/>
          </a:xfrm>
          <a:prstGeom prst="rect">
            <a:avLst/>
          </a:prstGeom>
        </p:spPr>
        <p:txBody>
          <a:bodyPr/>
          <a:lstStyle>
            <a:lvl1pPr>
              <a:defRPr sz="1800"/>
            </a:lvl1pPr>
          </a:lstStyle>
          <a:p>
            <a:pPr lvl="0"/>
            <a:endParaRPr lang="pt-BR"/>
          </a:p>
        </p:txBody>
      </p:sp>
      <p:sp>
        <p:nvSpPr>
          <p:cNvPr id="14" name="Espaço Reservado para Texto 11">
            <a:extLst>
              <a:ext uri="{FF2B5EF4-FFF2-40B4-BE49-F238E27FC236}">
                <a16:creationId xmlns:a16="http://schemas.microsoft.com/office/drawing/2014/main" id="{78BE3200-A19B-129C-0001-7074E2293354}"/>
              </a:ext>
            </a:extLst>
          </p:cNvPr>
          <p:cNvSpPr>
            <a:spLocks noGrp="1"/>
          </p:cNvSpPr>
          <p:nvPr>
            <p:ph type="body" sz="quarter" idx="12"/>
          </p:nvPr>
        </p:nvSpPr>
        <p:spPr>
          <a:xfrm>
            <a:off x="12997201" y="1888970"/>
            <a:ext cx="4076596" cy="1139044"/>
          </a:xfrm>
          <a:prstGeom prst="rect">
            <a:avLst/>
          </a:prstGeom>
        </p:spPr>
        <p:txBody>
          <a:bodyPr/>
          <a:lstStyle>
            <a:lvl1pPr>
              <a:defRPr sz="1800"/>
            </a:lvl1pPr>
          </a:lstStyle>
          <a:p>
            <a:pPr lvl="0"/>
            <a:endParaRPr lang="pt-BR"/>
          </a:p>
        </p:txBody>
      </p:sp>
      <p:sp>
        <p:nvSpPr>
          <p:cNvPr id="15" name="Espaço Reservado para Texto 11">
            <a:extLst>
              <a:ext uri="{FF2B5EF4-FFF2-40B4-BE49-F238E27FC236}">
                <a16:creationId xmlns:a16="http://schemas.microsoft.com/office/drawing/2014/main" id="{D5B1F210-DB8A-2C19-6DC1-04B1A4E69F9E}"/>
              </a:ext>
            </a:extLst>
          </p:cNvPr>
          <p:cNvSpPr>
            <a:spLocks noGrp="1"/>
          </p:cNvSpPr>
          <p:nvPr>
            <p:ph type="body" sz="quarter" idx="13"/>
          </p:nvPr>
        </p:nvSpPr>
        <p:spPr>
          <a:xfrm>
            <a:off x="12997201" y="3552879"/>
            <a:ext cx="4076596" cy="1139044"/>
          </a:xfrm>
          <a:prstGeom prst="rect">
            <a:avLst/>
          </a:prstGeom>
        </p:spPr>
        <p:txBody>
          <a:bodyPr/>
          <a:lstStyle>
            <a:lvl1pPr>
              <a:defRPr sz="1800"/>
            </a:lvl1pPr>
          </a:lstStyle>
          <a:p>
            <a:pPr lvl="0"/>
            <a:endParaRPr lang="pt-BR"/>
          </a:p>
        </p:txBody>
      </p:sp>
      <p:sp>
        <p:nvSpPr>
          <p:cNvPr id="16" name="Espaço Reservado para Texto 11">
            <a:extLst>
              <a:ext uri="{FF2B5EF4-FFF2-40B4-BE49-F238E27FC236}">
                <a16:creationId xmlns:a16="http://schemas.microsoft.com/office/drawing/2014/main" id="{AEDDDAF3-00C6-4448-54A0-F213582A9D36}"/>
              </a:ext>
            </a:extLst>
          </p:cNvPr>
          <p:cNvSpPr>
            <a:spLocks noGrp="1"/>
          </p:cNvSpPr>
          <p:nvPr>
            <p:ph type="body" sz="quarter" idx="14"/>
          </p:nvPr>
        </p:nvSpPr>
        <p:spPr>
          <a:xfrm>
            <a:off x="12997201" y="5531581"/>
            <a:ext cx="4076596" cy="1139044"/>
          </a:xfrm>
          <a:prstGeom prst="rect">
            <a:avLst/>
          </a:prstGeom>
        </p:spPr>
        <p:txBody>
          <a:bodyPr/>
          <a:lstStyle>
            <a:lvl1pPr>
              <a:defRPr sz="1800"/>
            </a:lvl1pPr>
          </a:lstStyle>
          <a:p>
            <a:pPr lvl="0"/>
            <a:endParaRPr lang="pt-BR"/>
          </a:p>
        </p:txBody>
      </p:sp>
      <p:sp>
        <p:nvSpPr>
          <p:cNvPr id="17" name="Espaço Reservado para Texto 11">
            <a:extLst>
              <a:ext uri="{FF2B5EF4-FFF2-40B4-BE49-F238E27FC236}">
                <a16:creationId xmlns:a16="http://schemas.microsoft.com/office/drawing/2014/main" id="{33351543-E05B-156E-AB33-2E725E3AE564}"/>
              </a:ext>
            </a:extLst>
          </p:cNvPr>
          <p:cNvSpPr>
            <a:spLocks noGrp="1"/>
          </p:cNvSpPr>
          <p:nvPr>
            <p:ph type="body" sz="quarter" idx="15"/>
          </p:nvPr>
        </p:nvSpPr>
        <p:spPr>
          <a:xfrm>
            <a:off x="12997201" y="7120539"/>
            <a:ext cx="4076596" cy="1139044"/>
          </a:xfrm>
          <a:prstGeom prst="rect">
            <a:avLst/>
          </a:prstGeom>
        </p:spPr>
        <p:txBody>
          <a:bodyPr/>
          <a:lstStyle>
            <a:lvl1pPr>
              <a:defRPr sz="1800"/>
            </a:lvl1pPr>
          </a:lstStyle>
          <a:p>
            <a:pPr lvl="0"/>
            <a:endParaRPr lang="pt-BR"/>
          </a:p>
        </p:txBody>
      </p:sp>
      <p:sp>
        <p:nvSpPr>
          <p:cNvPr id="18" name="Espaço Reservado para Texto 11">
            <a:extLst>
              <a:ext uri="{FF2B5EF4-FFF2-40B4-BE49-F238E27FC236}">
                <a16:creationId xmlns:a16="http://schemas.microsoft.com/office/drawing/2014/main" id="{01D8F84B-5F4E-C2A3-883D-5A1C801EF18C}"/>
              </a:ext>
            </a:extLst>
          </p:cNvPr>
          <p:cNvSpPr>
            <a:spLocks noGrp="1"/>
          </p:cNvSpPr>
          <p:nvPr>
            <p:ph type="body" sz="quarter" idx="16"/>
          </p:nvPr>
        </p:nvSpPr>
        <p:spPr>
          <a:xfrm>
            <a:off x="12997201" y="8709496"/>
            <a:ext cx="4076596" cy="1139044"/>
          </a:xfrm>
          <a:prstGeom prst="rect">
            <a:avLst/>
          </a:prstGeom>
        </p:spPr>
        <p:txBody>
          <a:bodyPr/>
          <a:lstStyle>
            <a:lvl1pPr>
              <a:defRPr sz="1800"/>
            </a:lvl1pPr>
          </a:lstStyle>
          <a:p>
            <a:pPr lvl="0"/>
            <a:endParaRPr lang="pt-BR"/>
          </a:p>
        </p:txBody>
      </p:sp>
      <p:sp>
        <p:nvSpPr>
          <p:cNvPr id="20" name="Espaço Reservado para Imagem 19">
            <a:extLst>
              <a:ext uri="{FF2B5EF4-FFF2-40B4-BE49-F238E27FC236}">
                <a16:creationId xmlns:a16="http://schemas.microsoft.com/office/drawing/2014/main" id="{48712A06-262B-D6D3-C983-0170C2A084D1}"/>
              </a:ext>
            </a:extLst>
          </p:cNvPr>
          <p:cNvSpPr>
            <a:spLocks noGrp="1"/>
          </p:cNvSpPr>
          <p:nvPr>
            <p:ph type="pic" sz="quarter" idx="17"/>
          </p:nvPr>
        </p:nvSpPr>
        <p:spPr>
          <a:xfrm>
            <a:off x="8029575" y="438150"/>
            <a:ext cx="3922713" cy="2274888"/>
          </a:xfrm>
          <a:prstGeom prst="rect">
            <a:avLst/>
          </a:prstGeom>
          <a:solidFill>
            <a:schemeClr val="bg1">
              <a:lumMod val="85000"/>
            </a:schemeClr>
          </a:solidFill>
        </p:spPr>
        <p:txBody>
          <a:bodyPr/>
          <a:lstStyle/>
          <a:p>
            <a:endParaRPr lang="pt-BR"/>
          </a:p>
        </p:txBody>
      </p:sp>
      <p:sp>
        <p:nvSpPr>
          <p:cNvPr id="21" name="Espaço Reservado para Imagem 19">
            <a:extLst>
              <a:ext uri="{FF2B5EF4-FFF2-40B4-BE49-F238E27FC236}">
                <a16:creationId xmlns:a16="http://schemas.microsoft.com/office/drawing/2014/main" id="{0A8B1842-36CA-D18C-45E3-9B8BE54F5233}"/>
              </a:ext>
            </a:extLst>
          </p:cNvPr>
          <p:cNvSpPr>
            <a:spLocks noGrp="1"/>
          </p:cNvSpPr>
          <p:nvPr>
            <p:ph type="pic" sz="quarter" idx="18"/>
          </p:nvPr>
        </p:nvSpPr>
        <p:spPr>
          <a:xfrm>
            <a:off x="8029575" y="3361232"/>
            <a:ext cx="3922713" cy="2274888"/>
          </a:xfrm>
          <a:prstGeom prst="rect">
            <a:avLst/>
          </a:prstGeom>
          <a:solidFill>
            <a:schemeClr val="bg1">
              <a:lumMod val="85000"/>
            </a:schemeClr>
          </a:solidFill>
        </p:spPr>
        <p:txBody>
          <a:bodyPr/>
          <a:lstStyle/>
          <a:p>
            <a:endParaRPr lang="pt-BR"/>
          </a:p>
        </p:txBody>
      </p:sp>
      <p:sp>
        <p:nvSpPr>
          <p:cNvPr id="22" name="Espaço Reservado para Imagem 19">
            <a:extLst>
              <a:ext uri="{FF2B5EF4-FFF2-40B4-BE49-F238E27FC236}">
                <a16:creationId xmlns:a16="http://schemas.microsoft.com/office/drawing/2014/main" id="{9E259D35-9872-B049-FD84-CE39C4A5A725}"/>
              </a:ext>
            </a:extLst>
          </p:cNvPr>
          <p:cNvSpPr>
            <a:spLocks noGrp="1"/>
          </p:cNvSpPr>
          <p:nvPr>
            <p:ph type="pic" sz="quarter" idx="19"/>
          </p:nvPr>
        </p:nvSpPr>
        <p:spPr>
          <a:xfrm>
            <a:off x="8029575" y="5999501"/>
            <a:ext cx="3922713" cy="2274888"/>
          </a:xfrm>
          <a:prstGeom prst="rect">
            <a:avLst/>
          </a:prstGeom>
          <a:solidFill>
            <a:schemeClr val="bg1">
              <a:lumMod val="85000"/>
            </a:schemeClr>
          </a:solidFill>
        </p:spPr>
        <p:txBody>
          <a:bodyPr/>
          <a:lstStyle/>
          <a:p>
            <a:endParaRPr lang="pt-BR"/>
          </a:p>
        </p:txBody>
      </p:sp>
      <p:sp>
        <p:nvSpPr>
          <p:cNvPr id="23" name="Espaço Reservado para Texto 11">
            <a:extLst>
              <a:ext uri="{FF2B5EF4-FFF2-40B4-BE49-F238E27FC236}">
                <a16:creationId xmlns:a16="http://schemas.microsoft.com/office/drawing/2014/main" id="{AE1C7992-8AEB-845F-1366-E5FC6ECA3A5A}"/>
              </a:ext>
            </a:extLst>
          </p:cNvPr>
          <p:cNvSpPr>
            <a:spLocks noGrp="1"/>
          </p:cNvSpPr>
          <p:nvPr>
            <p:ph type="body" sz="quarter" idx="20"/>
          </p:nvPr>
        </p:nvSpPr>
        <p:spPr>
          <a:xfrm>
            <a:off x="8020466" y="2848341"/>
            <a:ext cx="4076596" cy="302847"/>
          </a:xfrm>
          <a:prstGeom prst="rect">
            <a:avLst/>
          </a:prstGeom>
        </p:spPr>
        <p:txBody>
          <a:bodyPr/>
          <a:lstStyle>
            <a:lvl1pPr>
              <a:defRPr sz="1800"/>
            </a:lvl1pPr>
          </a:lstStyle>
          <a:p>
            <a:pPr lvl="0"/>
            <a:endParaRPr lang="pt-BR"/>
          </a:p>
        </p:txBody>
      </p:sp>
      <p:sp>
        <p:nvSpPr>
          <p:cNvPr id="24" name="Espaço Reservado para Texto 11">
            <a:extLst>
              <a:ext uri="{FF2B5EF4-FFF2-40B4-BE49-F238E27FC236}">
                <a16:creationId xmlns:a16="http://schemas.microsoft.com/office/drawing/2014/main" id="{2D6CE238-2CC1-38FE-1D64-155E8DDF5FB2}"/>
              </a:ext>
            </a:extLst>
          </p:cNvPr>
          <p:cNvSpPr>
            <a:spLocks noGrp="1"/>
          </p:cNvSpPr>
          <p:nvPr>
            <p:ph type="body" sz="quarter" idx="21"/>
          </p:nvPr>
        </p:nvSpPr>
        <p:spPr>
          <a:xfrm>
            <a:off x="8020466" y="5726452"/>
            <a:ext cx="4076596" cy="302847"/>
          </a:xfrm>
          <a:prstGeom prst="rect">
            <a:avLst/>
          </a:prstGeom>
        </p:spPr>
        <p:txBody>
          <a:bodyPr/>
          <a:lstStyle>
            <a:lvl1pPr>
              <a:defRPr sz="1800"/>
            </a:lvl1pPr>
          </a:lstStyle>
          <a:p>
            <a:pPr lvl="0"/>
            <a:endParaRPr lang="pt-BR"/>
          </a:p>
        </p:txBody>
      </p:sp>
      <p:sp>
        <p:nvSpPr>
          <p:cNvPr id="25" name="Espaço Reservado para Texto 11">
            <a:extLst>
              <a:ext uri="{FF2B5EF4-FFF2-40B4-BE49-F238E27FC236}">
                <a16:creationId xmlns:a16="http://schemas.microsoft.com/office/drawing/2014/main" id="{CCF79652-1EF4-B51F-5A86-90BD5A7FF41E}"/>
              </a:ext>
            </a:extLst>
          </p:cNvPr>
          <p:cNvSpPr>
            <a:spLocks noGrp="1"/>
          </p:cNvSpPr>
          <p:nvPr>
            <p:ph type="body" sz="quarter" idx="22"/>
          </p:nvPr>
        </p:nvSpPr>
        <p:spPr>
          <a:xfrm>
            <a:off x="8020466" y="8364720"/>
            <a:ext cx="4076596" cy="302847"/>
          </a:xfrm>
          <a:prstGeom prst="rect">
            <a:avLst/>
          </a:prstGeom>
        </p:spPr>
        <p:txBody>
          <a:bodyPr/>
          <a:lstStyle>
            <a:lvl1pPr>
              <a:defRPr sz="1800"/>
            </a:lvl1pPr>
          </a:lstStyle>
          <a:p>
            <a:pPr lvl="0"/>
            <a:endParaRPr lang="pt-BR"/>
          </a:p>
        </p:txBody>
      </p:sp>
      <p:cxnSp>
        <p:nvCxnSpPr>
          <p:cNvPr id="29" name="Google Shape;88;p34">
            <a:extLst>
              <a:ext uri="{FF2B5EF4-FFF2-40B4-BE49-F238E27FC236}">
                <a16:creationId xmlns:a16="http://schemas.microsoft.com/office/drawing/2014/main" id="{A2EE80FD-890E-4D7D-AE29-D84D61A7F32E}"/>
              </a:ext>
            </a:extLst>
          </p:cNvPr>
          <p:cNvCxnSpPr/>
          <p:nvPr userDrawn="1"/>
        </p:nvCxnSpPr>
        <p:spPr>
          <a:xfrm>
            <a:off x="11534273" y="42431"/>
            <a:ext cx="0" cy="10287000"/>
          </a:xfrm>
          <a:prstGeom prst="straightConnector1">
            <a:avLst/>
          </a:prstGeom>
          <a:noFill/>
          <a:ln w="28575" cap="flat" cmpd="sng">
            <a:solidFill>
              <a:schemeClr val="dk1"/>
            </a:solidFill>
            <a:prstDash val="dot"/>
            <a:round/>
            <a:headEnd type="none" w="sm" len="sm"/>
            <a:tailEnd type="none" w="sm" len="sm"/>
          </a:ln>
        </p:spPr>
      </p:cxnSp>
      <p:cxnSp>
        <p:nvCxnSpPr>
          <p:cNvPr id="26" name="Google Shape;89;p34">
            <a:extLst>
              <a:ext uri="{FF2B5EF4-FFF2-40B4-BE49-F238E27FC236}">
                <a16:creationId xmlns:a16="http://schemas.microsoft.com/office/drawing/2014/main" id="{E6CB6094-B327-4FE9-85C2-75046C92B43B}"/>
              </a:ext>
            </a:extLst>
          </p:cNvPr>
          <p:cNvCxnSpPr/>
          <p:nvPr userDrawn="1"/>
        </p:nvCxnSpPr>
        <p:spPr>
          <a:xfrm rot="10800000">
            <a:off x="11091472" y="1514148"/>
            <a:ext cx="5800865" cy="0"/>
          </a:xfrm>
          <a:prstGeom prst="straightConnector1">
            <a:avLst/>
          </a:prstGeom>
          <a:noFill/>
          <a:ln w="19050" cap="flat" cmpd="sng">
            <a:solidFill>
              <a:srgbClr val="F4F4F4"/>
            </a:solidFill>
            <a:prstDash val="solid"/>
            <a:round/>
            <a:headEnd type="diamond" w="med" len="med"/>
            <a:tailEnd type="none" w="sm" len="sm"/>
          </a:ln>
        </p:spPr>
      </p:cxnSp>
      <p:cxnSp>
        <p:nvCxnSpPr>
          <p:cNvPr id="27" name="Google Shape;92;p34">
            <a:extLst>
              <a:ext uri="{FF2B5EF4-FFF2-40B4-BE49-F238E27FC236}">
                <a16:creationId xmlns:a16="http://schemas.microsoft.com/office/drawing/2014/main" id="{752A9B77-04F6-2F45-AE2A-463001DA7DFB}"/>
              </a:ext>
            </a:extLst>
          </p:cNvPr>
          <p:cNvCxnSpPr/>
          <p:nvPr userDrawn="1"/>
        </p:nvCxnSpPr>
        <p:spPr>
          <a:xfrm rot="10800000">
            <a:off x="11091472" y="4591077"/>
            <a:ext cx="5800865" cy="0"/>
          </a:xfrm>
          <a:prstGeom prst="straightConnector1">
            <a:avLst/>
          </a:prstGeom>
          <a:noFill/>
          <a:ln w="19050" cap="flat" cmpd="sng">
            <a:solidFill>
              <a:srgbClr val="F4F4F4"/>
            </a:solidFill>
            <a:prstDash val="solid"/>
            <a:round/>
            <a:headEnd type="diamond" w="med" len="med"/>
            <a:tailEnd type="none" w="sm" len="sm"/>
          </a:ln>
        </p:spPr>
      </p:cxnSp>
      <p:cxnSp>
        <p:nvCxnSpPr>
          <p:cNvPr id="28" name="Google Shape;95;p34">
            <a:extLst>
              <a:ext uri="{FF2B5EF4-FFF2-40B4-BE49-F238E27FC236}">
                <a16:creationId xmlns:a16="http://schemas.microsoft.com/office/drawing/2014/main" id="{BEADF656-22C2-5F8B-EF5F-18B5EE22D464}"/>
              </a:ext>
            </a:extLst>
          </p:cNvPr>
          <p:cNvCxnSpPr/>
          <p:nvPr userDrawn="1"/>
        </p:nvCxnSpPr>
        <p:spPr>
          <a:xfrm rot="10800000">
            <a:off x="11091471" y="7642394"/>
            <a:ext cx="5800865" cy="0"/>
          </a:xfrm>
          <a:prstGeom prst="straightConnector1">
            <a:avLst/>
          </a:prstGeom>
          <a:noFill/>
          <a:ln w="19050" cap="flat" cmpd="sng">
            <a:solidFill>
              <a:srgbClr val="F4F4F4"/>
            </a:solidFill>
            <a:prstDash val="solid"/>
            <a:round/>
            <a:headEnd type="diamond" w="med" len="med"/>
            <a:tailEnd type="none" w="sm" len="sm"/>
          </a:ln>
        </p:spPr>
      </p:cxnSp>
      <p:pic>
        <p:nvPicPr>
          <p:cNvPr id="11" name="Imagem 10">
            <a:extLst>
              <a:ext uri="{FF2B5EF4-FFF2-40B4-BE49-F238E27FC236}">
                <a16:creationId xmlns:a16="http://schemas.microsoft.com/office/drawing/2014/main" id="{C8856473-5446-1E7B-9614-61488C74B4FD}"/>
              </a:ext>
            </a:extLst>
          </p:cNvPr>
          <p:cNvPicPr>
            <a:picLocks/>
          </p:cNvPicPr>
          <p:nvPr userDrawn="1"/>
        </p:nvPicPr>
        <p:blipFill>
          <a:blip r:embed="rId3"/>
          <a:stretch>
            <a:fillRect/>
          </a:stretch>
        </p:blipFill>
        <p:spPr>
          <a:xfrm>
            <a:off x="381601" y="327600"/>
            <a:ext cx="3434405" cy="2390404"/>
          </a:xfrm>
          <a:prstGeom prst="rect">
            <a:avLst/>
          </a:prstGeom>
        </p:spPr>
      </p:pic>
      <p:sp>
        <p:nvSpPr>
          <p:cNvPr id="7" name="Google Shape;101;p34">
            <a:extLst>
              <a:ext uri="{FF2B5EF4-FFF2-40B4-BE49-F238E27FC236}">
                <a16:creationId xmlns:a16="http://schemas.microsoft.com/office/drawing/2014/main" id="{606FAC63-7E4F-1C04-DB5A-A68FE33CD612}"/>
              </a:ext>
            </a:extLst>
          </p:cNvPr>
          <p:cNvSpPr txBox="1"/>
          <p:nvPr userDrawn="1"/>
        </p:nvSpPr>
        <p:spPr>
          <a:xfrm>
            <a:off x="743543" y="1014222"/>
            <a:ext cx="2720160"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chemeClr val="lt1"/>
                </a:solidFill>
                <a:latin typeface="Poppins Light" pitchFamily="2" charset="77"/>
                <a:ea typeface="Poppins Medium"/>
                <a:cs typeface="Poppins Light" pitchFamily="2" charset="77"/>
                <a:sym typeface="Poppins Medium"/>
              </a:rPr>
              <a:t>Construindo o</a:t>
            </a:r>
            <a:r>
              <a:rPr lang="pt-BR" sz="3500" b="0" i="0" u="none" strike="noStrike" cap="none">
                <a:solidFill>
                  <a:schemeClr val="lt1"/>
                </a:solidFill>
                <a:latin typeface="Poppins Medium"/>
                <a:ea typeface="Poppins Medium"/>
                <a:cs typeface="Poppins Medium"/>
                <a:sym typeface="Poppins Medium"/>
              </a:rPr>
              <a:t> </a:t>
            </a:r>
            <a:r>
              <a:rPr lang="pt-BR" sz="3500" b="1" i="0" u="none" strike="noStrike" cap="none">
                <a:solidFill>
                  <a:schemeClr val="lt1"/>
                </a:solidFill>
                <a:latin typeface="Poppins"/>
                <a:ea typeface="Poppins"/>
                <a:cs typeface="Poppins"/>
                <a:sym typeface="Poppins"/>
              </a:rPr>
              <a:t>conceito</a:t>
            </a:r>
            <a:endParaRPr sz="3500" b="0" i="0" u="none" strike="noStrike" cap="none">
              <a:solidFill>
                <a:schemeClr val="lt1"/>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649BBA63-7482-E6D1-CC24-EC86DF5C161D}"/>
              </a:ext>
            </a:extLst>
          </p:cNvPr>
          <p:cNvSpPr txBox="1"/>
          <p:nvPr userDrawn="1"/>
        </p:nvSpPr>
        <p:spPr>
          <a:xfrm>
            <a:off x="-1135626" y="929148"/>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982718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1. Conteudo" preserve="1" userDrawn="1">
  <p:cSld name="2_1. Conteudo">
    <p:spTree>
      <p:nvGrpSpPr>
        <p:cNvPr id="1" name="Shape 21"/>
        <p:cNvGrpSpPr/>
        <p:nvPr/>
      </p:nvGrpSpPr>
      <p:grpSpPr>
        <a:xfrm>
          <a:off x="0" y="0"/>
          <a:ext cx="0" cy="0"/>
          <a:chOff x="0" y="0"/>
          <a:chExt cx="0" cy="0"/>
        </a:xfrm>
      </p:grpSpPr>
      <p:pic>
        <p:nvPicPr>
          <p:cNvPr id="6" name="Google Shape;142;p13">
            <a:extLst>
              <a:ext uri="{FF2B5EF4-FFF2-40B4-BE49-F238E27FC236}">
                <a16:creationId xmlns:a16="http://schemas.microsoft.com/office/drawing/2014/main" id="{F07B1DA4-0BE0-8D2F-5B14-D586124A95EE}"/>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0" name="Google Shape;143;p13">
            <a:extLst>
              <a:ext uri="{FF2B5EF4-FFF2-40B4-BE49-F238E27FC236}">
                <a16:creationId xmlns:a16="http://schemas.microsoft.com/office/drawing/2014/main" id="{B59D7DFC-8F64-A1D7-B11E-A2CCF7E244A1}"/>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4762"/>
            <a:ext cx="18288000" cy="852451"/>
          </a:xfrm>
          <a:prstGeom prst="rect">
            <a:avLst/>
          </a:prstGeom>
          <a:noFill/>
          <a:ln>
            <a:noFill/>
          </a:ln>
        </p:spPr>
      </p:pic>
      <p:cxnSp>
        <p:nvCxnSpPr>
          <p:cNvPr id="16" name="Conector reto 136">
            <a:extLst>
              <a:ext uri="{FF2B5EF4-FFF2-40B4-BE49-F238E27FC236}">
                <a16:creationId xmlns:a16="http://schemas.microsoft.com/office/drawing/2014/main" id="{28ED8E59-867A-4118-491D-688DDC058D38}"/>
              </a:ext>
            </a:extLst>
          </p:cNvPr>
          <p:cNvCxnSpPr/>
          <p:nvPr userDrawn="1"/>
        </p:nvCxnSpPr>
        <p:spPr>
          <a:xfrm>
            <a:off x="9135066" y="1261373"/>
            <a:ext cx="0" cy="7651573"/>
          </a:xfrm>
          <a:prstGeom prst="line">
            <a:avLst/>
          </a:prstGeom>
          <a:ln w="38100">
            <a:solidFill>
              <a:srgbClr val="BFBFBF"/>
            </a:solidFill>
          </a:ln>
        </p:spPr>
        <p:style>
          <a:lnRef idx="1">
            <a:schemeClr val="accent1"/>
          </a:lnRef>
          <a:fillRef idx="0">
            <a:schemeClr val="accent1"/>
          </a:fillRef>
          <a:effectRef idx="0">
            <a:schemeClr val="accent1"/>
          </a:effectRef>
          <a:fontRef idx="minor">
            <a:schemeClr val="tx1"/>
          </a:fontRef>
        </p:style>
      </p:cxnSp>
      <p:sp>
        <p:nvSpPr>
          <p:cNvPr id="30" name="Google Shape;30;p31">
            <a:extLst>
              <a:ext uri="{FF2B5EF4-FFF2-40B4-BE49-F238E27FC236}">
                <a16:creationId xmlns:a16="http://schemas.microsoft.com/office/drawing/2014/main" id="{FB7070B6-E757-A6E0-8016-A32842AE691E}"/>
              </a:ext>
            </a:extLst>
          </p:cNvPr>
          <p:cNvSpPr txBox="1"/>
          <p:nvPr userDrawn="1"/>
        </p:nvSpPr>
        <p:spPr>
          <a:xfrm>
            <a:off x="2201317" y="1328935"/>
            <a:ext cx="6068031"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Objetivos da aula</a:t>
            </a:r>
            <a:endParaRPr sz="2700" b="1" i="0" u="none" strike="noStrike" cap="none">
              <a:solidFill>
                <a:srgbClr val="000000"/>
              </a:solidFill>
              <a:latin typeface="Poppins"/>
              <a:ea typeface="Poppins"/>
              <a:cs typeface="Poppins"/>
              <a:sym typeface="Poppins"/>
            </a:endParaRPr>
          </a:p>
        </p:txBody>
      </p:sp>
      <p:sp>
        <p:nvSpPr>
          <p:cNvPr id="51" name="Google Shape;29;p31">
            <a:extLst>
              <a:ext uri="{FF2B5EF4-FFF2-40B4-BE49-F238E27FC236}">
                <a16:creationId xmlns:a16="http://schemas.microsoft.com/office/drawing/2014/main" id="{741C94F6-1F01-E259-385F-4E743D12E89E}"/>
              </a:ext>
            </a:extLst>
          </p:cNvPr>
          <p:cNvSpPr txBox="1"/>
          <p:nvPr userDrawn="1"/>
        </p:nvSpPr>
        <p:spPr>
          <a:xfrm>
            <a:off x="11200516" y="1328480"/>
            <a:ext cx="6452345"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Habilidades técnicas</a:t>
            </a:r>
            <a:endParaRPr lang="pt-BR" sz="1400" b="0" i="0" u="none" strike="noStrike" cap="none">
              <a:solidFill>
                <a:srgbClr val="000000"/>
              </a:solidFill>
              <a:latin typeface="Poppins"/>
              <a:ea typeface="Poppins"/>
              <a:cs typeface="Poppins"/>
              <a:sym typeface="Poppins"/>
            </a:endParaRPr>
          </a:p>
        </p:txBody>
      </p:sp>
      <p:sp>
        <p:nvSpPr>
          <p:cNvPr id="52" name="Google Shape;27;p31">
            <a:extLst>
              <a:ext uri="{FF2B5EF4-FFF2-40B4-BE49-F238E27FC236}">
                <a16:creationId xmlns:a16="http://schemas.microsoft.com/office/drawing/2014/main" id="{D3A1B340-B3C1-6E5A-098C-780E2B17C68B}"/>
              </a:ext>
            </a:extLst>
          </p:cNvPr>
          <p:cNvSpPr txBox="1"/>
          <p:nvPr userDrawn="1"/>
        </p:nvSpPr>
        <p:spPr>
          <a:xfrm>
            <a:off x="2149782" y="4366136"/>
            <a:ext cx="5053542"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Recursos didáticos</a:t>
            </a:r>
            <a:endParaRPr sz="1400" b="0" i="0" u="none" strike="noStrike" cap="none">
              <a:solidFill>
                <a:srgbClr val="000000"/>
              </a:solidFill>
              <a:latin typeface="Poppins"/>
              <a:ea typeface="Poppins"/>
              <a:cs typeface="Poppins"/>
              <a:sym typeface="Poppins"/>
            </a:endParaRPr>
          </a:p>
        </p:txBody>
      </p:sp>
      <p:sp>
        <p:nvSpPr>
          <p:cNvPr id="53" name="Google Shape;28;p31">
            <a:extLst>
              <a:ext uri="{FF2B5EF4-FFF2-40B4-BE49-F238E27FC236}">
                <a16:creationId xmlns:a16="http://schemas.microsoft.com/office/drawing/2014/main" id="{5B559A0E-AD04-115A-BF39-7DBA374B9335}"/>
              </a:ext>
            </a:extLst>
          </p:cNvPr>
          <p:cNvSpPr txBox="1"/>
          <p:nvPr userDrawn="1"/>
        </p:nvSpPr>
        <p:spPr>
          <a:xfrm>
            <a:off x="2168198" y="6974477"/>
            <a:ext cx="4900873"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Duração da aula</a:t>
            </a:r>
            <a:endParaRPr sz="1400" b="0" i="0" u="none" strike="noStrike" cap="none">
              <a:solidFill>
                <a:srgbClr val="000000"/>
              </a:solidFill>
              <a:latin typeface="Poppins"/>
              <a:ea typeface="Poppins"/>
              <a:cs typeface="Poppins"/>
              <a:sym typeface="Poppins"/>
            </a:endParaRPr>
          </a:p>
        </p:txBody>
      </p:sp>
      <p:sp>
        <p:nvSpPr>
          <p:cNvPr id="54" name="Google Shape;29;p31">
            <a:extLst>
              <a:ext uri="{FF2B5EF4-FFF2-40B4-BE49-F238E27FC236}">
                <a16:creationId xmlns:a16="http://schemas.microsoft.com/office/drawing/2014/main" id="{EE47DDFB-5B6D-7333-B980-89821CD5C453}"/>
              </a:ext>
            </a:extLst>
          </p:cNvPr>
          <p:cNvSpPr txBox="1"/>
          <p:nvPr userDrawn="1"/>
        </p:nvSpPr>
        <p:spPr>
          <a:xfrm>
            <a:off x="11200516" y="4673913"/>
            <a:ext cx="6571620"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Habilidades socioemocionais</a:t>
            </a:r>
            <a:endParaRPr lang="pt-BR" sz="1400" b="0" i="0" u="none" strike="noStrike" cap="none">
              <a:solidFill>
                <a:srgbClr val="000000"/>
              </a:solidFill>
              <a:latin typeface="Poppins"/>
              <a:ea typeface="Poppins"/>
              <a:cs typeface="Poppins"/>
              <a:sym typeface="Poppins"/>
            </a:endParaRPr>
          </a:p>
        </p:txBody>
      </p:sp>
      <p:sp>
        <p:nvSpPr>
          <p:cNvPr id="55" name="CaixaDeTexto 54">
            <a:extLst>
              <a:ext uri="{FF2B5EF4-FFF2-40B4-BE49-F238E27FC236}">
                <a16:creationId xmlns:a16="http://schemas.microsoft.com/office/drawing/2014/main" id="{40945717-DA64-748C-A1D1-9DD06F304E75}"/>
              </a:ext>
            </a:extLst>
          </p:cNvPr>
          <p:cNvSpPr txBox="1"/>
          <p:nvPr userDrawn="1"/>
        </p:nvSpPr>
        <p:spPr>
          <a:xfrm>
            <a:off x="7076661" y="3366052"/>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6" name="Google Shape;359;p5">
            <a:extLst>
              <a:ext uri="{FF2B5EF4-FFF2-40B4-BE49-F238E27FC236}">
                <a16:creationId xmlns:a16="http://schemas.microsoft.com/office/drawing/2014/main" id="{0B37A977-D54F-7CA4-065E-4F5646195719}"/>
              </a:ext>
            </a:extLst>
          </p:cNvPr>
          <p:cNvSpPr txBox="1"/>
          <p:nvPr userDrawn="1"/>
        </p:nvSpPr>
        <p:spPr>
          <a:xfrm>
            <a:off x="2093342" y="7576950"/>
            <a:ext cx="2585709" cy="400069"/>
          </a:xfrm>
          <a:prstGeom prst="rect">
            <a:avLst/>
          </a:prstGeom>
          <a:solidFill>
            <a:schemeClr val="lt1"/>
          </a:solidFill>
          <a:ln>
            <a:noFill/>
          </a:ln>
        </p:spPr>
        <p:style>
          <a:lnRef idx="0">
            <a:scrgbClr r="0" g="0" b="0"/>
          </a:lnRef>
          <a:fillRef idx="0">
            <a:scrgbClr r="0" g="0" b="0"/>
          </a:fillRef>
          <a:effectRef idx="0">
            <a:scrgbClr r="0" g="0" b="0"/>
          </a:effectRef>
          <a:fontRef idx="major"/>
        </p:style>
        <p:txBody>
          <a:bodyPr spcFirstLastPara="1" wrap="square" lIns="91425" tIns="45700" rIns="91425" bIns="4570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00000"/>
              </a:lnSpc>
              <a:spcBef>
                <a:spcPts val="0"/>
              </a:spcBef>
              <a:spcAft>
                <a:spcPts val="0"/>
              </a:spcAft>
              <a:buClr>
                <a:srgbClr val="000000"/>
              </a:buClr>
              <a:buSzPts val="2400"/>
              <a:buFont typeface="Arial"/>
              <a:buNone/>
            </a:pPr>
            <a:r>
              <a:rPr lang="pt-BR" sz="2000" b="0" i="0" u="none" strike="noStrike" cap="none" dirty="0">
                <a:solidFill>
                  <a:srgbClr val="000000"/>
                </a:solidFill>
                <a:latin typeface="Poppins" panose="00000500000000000000" pitchFamily="2" charset="0"/>
                <a:ea typeface="Arial"/>
                <a:cs typeface="Poppins" panose="00000500000000000000" pitchFamily="2" charset="0"/>
                <a:sym typeface="Arial"/>
              </a:rPr>
              <a:t>50 minutos.</a:t>
            </a:r>
          </a:p>
        </p:txBody>
      </p:sp>
      <p:sp>
        <p:nvSpPr>
          <p:cNvPr id="57" name="Espaço Reservado para Texto 7">
            <a:extLst>
              <a:ext uri="{FF2B5EF4-FFF2-40B4-BE49-F238E27FC236}">
                <a16:creationId xmlns:a16="http://schemas.microsoft.com/office/drawing/2014/main" id="{9D3B3D7B-3AB2-D2E0-42C8-BEE1A273FFA1}"/>
              </a:ext>
            </a:extLst>
          </p:cNvPr>
          <p:cNvSpPr>
            <a:spLocks noGrp="1"/>
          </p:cNvSpPr>
          <p:nvPr>
            <p:ph type="body" sz="quarter" idx="10"/>
          </p:nvPr>
        </p:nvSpPr>
        <p:spPr>
          <a:xfrm>
            <a:off x="2201863" y="2085975"/>
            <a:ext cx="6067478" cy="2096544"/>
          </a:xfrm>
          <a:prstGeom prst="rect">
            <a:avLst/>
          </a:prstGeom>
        </p:spPr>
        <p:txBody>
          <a:bodyPr/>
          <a:lstStyle>
            <a:lvl1pPr marL="342900" indent="-342900">
              <a:buClr>
                <a:schemeClr val="tx1"/>
              </a:buClr>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58" name="Espaço Reservado para Texto 7">
            <a:extLst>
              <a:ext uri="{FF2B5EF4-FFF2-40B4-BE49-F238E27FC236}">
                <a16:creationId xmlns:a16="http://schemas.microsoft.com/office/drawing/2014/main" id="{2B4474D7-F7C1-8A04-F7F3-06AE90E020C9}"/>
              </a:ext>
            </a:extLst>
          </p:cNvPr>
          <p:cNvSpPr>
            <a:spLocks noGrp="1"/>
          </p:cNvSpPr>
          <p:nvPr>
            <p:ph type="body" sz="quarter" idx="11"/>
          </p:nvPr>
        </p:nvSpPr>
        <p:spPr>
          <a:xfrm>
            <a:off x="11201062" y="2033198"/>
            <a:ext cx="6067478" cy="2332938"/>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59" name="Espaço Reservado para Texto 7">
            <a:extLst>
              <a:ext uri="{FF2B5EF4-FFF2-40B4-BE49-F238E27FC236}">
                <a16:creationId xmlns:a16="http://schemas.microsoft.com/office/drawing/2014/main" id="{750A0485-F79D-BB58-9F3F-FA9A8926590E}"/>
              </a:ext>
            </a:extLst>
          </p:cNvPr>
          <p:cNvSpPr>
            <a:spLocks noGrp="1"/>
          </p:cNvSpPr>
          <p:nvPr>
            <p:ph type="body" sz="quarter" idx="12"/>
          </p:nvPr>
        </p:nvSpPr>
        <p:spPr>
          <a:xfrm>
            <a:off x="11201062" y="5473994"/>
            <a:ext cx="6067478" cy="2385257"/>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60" name="Espaço Reservado para Texto 7">
            <a:extLst>
              <a:ext uri="{FF2B5EF4-FFF2-40B4-BE49-F238E27FC236}">
                <a16:creationId xmlns:a16="http://schemas.microsoft.com/office/drawing/2014/main" id="{E690A38C-21A5-1DD3-8FD9-05A05F954A38}"/>
              </a:ext>
            </a:extLst>
          </p:cNvPr>
          <p:cNvSpPr>
            <a:spLocks noGrp="1"/>
          </p:cNvSpPr>
          <p:nvPr>
            <p:ph type="body" sz="quarter" idx="13"/>
          </p:nvPr>
        </p:nvSpPr>
        <p:spPr>
          <a:xfrm>
            <a:off x="2165273" y="5234349"/>
            <a:ext cx="6067478" cy="1568360"/>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61" name="Google Shape;26;p31">
            <a:extLst>
              <a:ext uri="{FF2B5EF4-FFF2-40B4-BE49-F238E27FC236}">
                <a16:creationId xmlns:a16="http://schemas.microsoft.com/office/drawing/2014/main" id="{94671E74-5053-0B75-2554-2EC14FBC543F}"/>
              </a:ext>
            </a:extLst>
          </p:cNvPr>
          <p:cNvSpPr/>
          <p:nvPr userDrawn="1"/>
        </p:nvSpPr>
        <p:spPr>
          <a:xfrm>
            <a:off x="807426" y="1440121"/>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62" name="Google Shape;34;p31">
            <a:extLst>
              <a:ext uri="{FF2B5EF4-FFF2-40B4-BE49-F238E27FC236}">
                <a16:creationId xmlns:a16="http://schemas.microsoft.com/office/drawing/2014/main" id="{094CE120-6DC2-B836-C78B-958857E32918}"/>
              </a:ext>
            </a:extLst>
          </p:cNvPr>
          <p:cNvGrpSpPr/>
          <p:nvPr userDrawn="1"/>
        </p:nvGrpSpPr>
        <p:grpSpPr>
          <a:xfrm>
            <a:off x="984626" y="1586920"/>
            <a:ext cx="642753" cy="642752"/>
            <a:chOff x="9358184" y="2764785"/>
            <a:chExt cx="495514" cy="495513"/>
          </a:xfrm>
        </p:grpSpPr>
        <p:grpSp>
          <p:nvGrpSpPr>
            <p:cNvPr id="63" name="Google Shape;35;p31">
              <a:extLst>
                <a:ext uri="{FF2B5EF4-FFF2-40B4-BE49-F238E27FC236}">
                  <a16:creationId xmlns:a16="http://schemas.microsoft.com/office/drawing/2014/main" id="{E46B2FE3-266B-CF02-D8D2-75497E399F1B}"/>
                </a:ext>
              </a:extLst>
            </p:cNvPr>
            <p:cNvGrpSpPr/>
            <p:nvPr/>
          </p:nvGrpSpPr>
          <p:grpSpPr>
            <a:xfrm>
              <a:off x="9358184" y="2802389"/>
              <a:ext cx="457909" cy="457909"/>
              <a:chOff x="9358184" y="2802389"/>
              <a:chExt cx="457909" cy="457909"/>
            </a:xfrm>
          </p:grpSpPr>
          <p:sp>
            <p:nvSpPr>
              <p:cNvPr id="66" name="Google Shape;36;p31">
                <a:extLst>
                  <a:ext uri="{FF2B5EF4-FFF2-40B4-BE49-F238E27FC236}">
                    <a16:creationId xmlns:a16="http://schemas.microsoft.com/office/drawing/2014/main" id="{E21811E9-DB1E-1BA0-75E9-117F29646F68}"/>
                  </a:ext>
                </a:extLst>
              </p:cNvPr>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7" name="Google Shape;37;p31">
                <a:extLst>
                  <a:ext uri="{FF2B5EF4-FFF2-40B4-BE49-F238E27FC236}">
                    <a16:creationId xmlns:a16="http://schemas.microsoft.com/office/drawing/2014/main" id="{A2F25380-A4F9-BF9A-F39B-9E7A4E5B43A3}"/>
                  </a:ext>
                </a:extLst>
              </p:cNvPr>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8" name="Google Shape;38;p31">
                <a:extLst>
                  <a:ext uri="{FF2B5EF4-FFF2-40B4-BE49-F238E27FC236}">
                    <a16:creationId xmlns:a16="http://schemas.microsoft.com/office/drawing/2014/main" id="{6A2B401C-3625-8C2F-E46D-458CF073E15D}"/>
                  </a:ext>
                </a:extLst>
              </p:cNvPr>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64" name="Google Shape;39;p31">
              <a:extLst>
                <a:ext uri="{FF2B5EF4-FFF2-40B4-BE49-F238E27FC236}">
                  <a16:creationId xmlns:a16="http://schemas.microsoft.com/office/drawing/2014/main" id="{8F00A6C3-B77A-F07E-05FF-EF372511D07A}"/>
                </a:ext>
              </a:extLst>
            </p:cNvPr>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5" name="Google Shape;40;p31">
              <a:extLst>
                <a:ext uri="{FF2B5EF4-FFF2-40B4-BE49-F238E27FC236}">
                  <a16:creationId xmlns:a16="http://schemas.microsoft.com/office/drawing/2014/main" id="{C568D4FE-9F66-CAB7-A0D0-1D65DBFCBB6A}"/>
                </a:ext>
              </a:extLst>
            </p:cNvPr>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69" name="Google Shape;42;p31">
            <a:extLst>
              <a:ext uri="{FF2B5EF4-FFF2-40B4-BE49-F238E27FC236}">
                <a16:creationId xmlns:a16="http://schemas.microsoft.com/office/drawing/2014/main" id="{9872EE60-7A4F-1BA5-6C65-F74323570E69}"/>
              </a:ext>
            </a:extLst>
          </p:cNvPr>
          <p:cNvSpPr/>
          <p:nvPr userDrawn="1"/>
        </p:nvSpPr>
        <p:spPr>
          <a:xfrm>
            <a:off x="771809" y="4448751"/>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70" name="Google Shape;44;p31">
            <a:extLst>
              <a:ext uri="{FF2B5EF4-FFF2-40B4-BE49-F238E27FC236}">
                <a16:creationId xmlns:a16="http://schemas.microsoft.com/office/drawing/2014/main" id="{E7AF0D48-4EAB-4341-56B9-E5180E18D687}"/>
              </a:ext>
            </a:extLst>
          </p:cNvPr>
          <p:cNvGrpSpPr/>
          <p:nvPr userDrawn="1"/>
        </p:nvGrpSpPr>
        <p:grpSpPr>
          <a:xfrm>
            <a:off x="949009" y="4644751"/>
            <a:ext cx="729196" cy="721749"/>
            <a:chOff x="8278989" y="8660413"/>
            <a:chExt cx="568927" cy="563118"/>
          </a:xfrm>
        </p:grpSpPr>
        <p:grpSp>
          <p:nvGrpSpPr>
            <p:cNvPr id="71" name="Google Shape;45;p31">
              <a:extLst>
                <a:ext uri="{FF2B5EF4-FFF2-40B4-BE49-F238E27FC236}">
                  <a16:creationId xmlns:a16="http://schemas.microsoft.com/office/drawing/2014/main" id="{25EE43B4-55D5-638C-B8E0-7683EE07DEFE}"/>
                </a:ext>
              </a:extLst>
            </p:cNvPr>
            <p:cNvGrpSpPr/>
            <p:nvPr/>
          </p:nvGrpSpPr>
          <p:grpSpPr>
            <a:xfrm>
              <a:off x="8278989" y="8852628"/>
              <a:ext cx="265651" cy="370903"/>
              <a:chOff x="8278989" y="8852628"/>
              <a:chExt cx="265651" cy="370903"/>
            </a:xfrm>
          </p:grpSpPr>
          <p:sp>
            <p:nvSpPr>
              <p:cNvPr id="75" name="Google Shape;46;p31">
                <a:extLst>
                  <a:ext uri="{FF2B5EF4-FFF2-40B4-BE49-F238E27FC236}">
                    <a16:creationId xmlns:a16="http://schemas.microsoft.com/office/drawing/2014/main" id="{D06AC268-D753-3703-84A7-70B8CEE1953D}"/>
                  </a:ext>
                </a:extLst>
              </p:cNvPr>
              <p:cNvSpPr/>
              <p:nvPr/>
            </p:nvSpPr>
            <p:spPr>
              <a:xfrm>
                <a:off x="8358808" y="8932770"/>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6" name="Google Shape;47;p31">
                <a:extLst>
                  <a:ext uri="{FF2B5EF4-FFF2-40B4-BE49-F238E27FC236}">
                    <a16:creationId xmlns:a16="http://schemas.microsoft.com/office/drawing/2014/main" id="{3CA9B3D1-6574-F459-2D19-20757E9DA548}"/>
                  </a:ext>
                </a:extLst>
              </p:cNvPr>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72" name="Google Shape;48;p31">
              <a:extLst>
                <a:ext uri="{FF2B5EF4-FFF2-40B4-BE49-F238E27FC236}">
                  <a16:creationId xmlns:a16="http://schemas.microsoft.com/office/drawing/2014/main" id="{9C48133A-5E44-59D4-D07A-9F4DA1DB4FB6}"/>
                </a:ext>
              </a:extLst>
            </p:cNvPr>
            <p:cNvSpPr/>
            <p:nvPr/>
          </p:nvSpPr>
          <p:spPr>
            <a:xfrm>
              <a:off x="8397765" y="8660413"/>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3" name="Google Shape;49;p31">
              <a:extLst>
                <a:ext uri="{FF2B5EF4-FFF2-40B4-BE49-F238E27FC236}">
                  <a16:creationId xmlns:a16="http://schemas.microsoft.com/office/drawing/2014/main" id="{52692079-AC69-2A35-9041-6474957E1B76}"/>
                </a:ext>
              </a:extLst>
            </p:cNvPr>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4" name="Google Shape;50;p31">
              <a:extLst>
                <a:ext uri="{FF2B5EF4-FFF2-40B4-BE49-F238E27FC236}">
                  <a16:creationId xmlns:a16="http://schemas.microsoft.com/office/drawing/2014/main" id="{DF1F27D0-EFFF-7207-95F6-31380C6AD755}"/>
                </a:ext>
              </a:extLst>
            </p:cNvPr>
            <p:cNvSpPr/>
            <p:nvPr/>
          </p:nvSpPr>
          <p:spPr>
            <a:xfrm>
              <a:off x="8533211" y="8750044"/>
              <a:ext cx="314705" cy="225171"/>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77" name="Google Shape;43;p31">
            <a:extLst>
              <a:ext uri="{FF2B5EF4-FFF2-40B4-BE49-F238E27FC236}">
                <a16:creationId xmlns:a16="http://schemas.microsoft.com/office/drawing/2014/main" id="{6105EC4C-2897-6550-3658-7F87FDA2E46D}"/>
              </a:ext>
            </a:extLst>
          </p:cNvPr>
          <p:cNvSpPr/>
          <p:nvPr userDrawn="1"/>
        </p:nvSpPr>
        <p:spPr>
          <a:xfrm>
            <a:off x="774307" y="7050150"/>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78" name="Google Shape;51;p31">
            <a:extLst>
              <a:ext uri="{FF2B5EF4-FFF2-40B4-BE49-F238E27FC236}">
                <a16:creationId xmlns:a16="http://schemas.microsoft.com/office/drawing/2014/main" id="{73A799AF-B157-40EC-DCBE-B8FCFBE7F3C5}"/>
              </a:ext>
            </a:extLst>
          </p:cNvPr>
          <p:cNvPicPr preferRelativeResize="0"/>
          <p:nvPr userDrawn="1"/>
        </p:nvPicPr>
        <p:blipFill rotWithShape="1">
          <a:blip r:embed="rId4" cstate="hqprint">
            <a:alphaModFix/>
            <a:extLst>
              <a:ext uri="{28A0092B-C50C-407E-A947-70E740481C1C}">
                <a14:useLocalDpi xmlns:a14="http://schemas.microsoft.com/office/drawing/2010/main"/>
              </a:ext>
            </a:extLst>
          </a:blip>
          <a:srcRect/>
          <a:stretch/>
        </p:blipFill>
        <p:spPr>
          <a:xfrm>
            <a:off x="988375" y="7287873"/>
            <a:ext cx="571378" cy="571378"/>
          </a:xfrm>
          <a:prstGeom prst="rect">
            <a:avLst/>
          </a:prstGeom>
          <a:noFill/>
          <a:ln>
            <a:noFill/>
          </a:ln>
        </p:spPr>
      </p:pic>
      <p:sp>
        <p:nvSpPr>
          <p:cNvPr id="79" name="Google Shape;41;p31">
            <a:extLst>
              <a:ext uri="{FF2B5EF4-FFF2-40B4-BE49-F238E27FC236}">
                <a16:creationId xmlns:a16="http://schemas.microsoft.com/office/drawing/2014/main" id="{B3B56EED-70D4-931C-A420-FE71A037A5B3}"/>
              </a:ext>
            </a:extLst>
          </p:cNvPr>
          <p:cNvSpPr/>
          <p:nvPr userDrawn="1"/>
        </p:nvSpPr>
        <p:spPr>
          <a:xfrm>
            <a:off x="9806625" y="1462223"/>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80" name="Google Shape;52;p31">
            <a:extLst>
              <a:ext uri="{FF2B5EF4-FFF2-40B4-BE49-F238E27FC236}">
                <a16:creationId xmlns:a16="http://schemas.microsoft.com/office/drawing/2014/main" id="{150405F6-AD92-3E93-A0F2-62123F63C231}"/>
              </a:ext>
            </a:extLst>
          </p:cNvPr>
          <p:cNvGrpSpPr/>
          <p:nvPr userDrawn="1"/>
        </p:nvGrpSpPr>
        <p:grpSpPr>
          <a:xfrm>
            <a:off x="9964992" y="1615822"/>
            <a:ext cx="709176" cy="652866"/>
            <a:chOff x="8560697" y="2808577"/>
            <a:chExt cx="496370" cy="456957"/>
          </a:xfrm>
        </p:grpSpPr>
        <p:sp>
          <p:nvSpPr>
            <p:cNvPr id="81" name="Google Shape;53;p31">
              <a:extLst>
                <a:ext uri="{FF2B5EF4-FFF2-40B4-BE49-F238E27FC236}">
                  <a16:creationId xmlns:a16="http://schemas.microsoft.com/office/drawing/2014/main" id="{E89D22AA-CDF5-F8EF-533A-455BBF7ED376}"/>
                </a:ext>
              </a:extLst>
            </p:cNvPr>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82" name="Google Shape;54;p31">
              <a:extLst>
                <a:ext uri="{FF2B5EF4-FFF2-40B4-BE49-F238E27FC236}">
                  <a16:creationId xmlns:a16="http://schemas.microsoft.com/office/drawing/2014/main" id="{34CAB52C-B8E8-A6A1-22C9-58CFDA6BF939}"/>
                </a:ext>
              </a:extLst>
            </p:cNvPr>
            <p:cNvGrpSpPr/>
            <p:nvPr/>
          </p:nvGrpSpPr>
          <p:grpSpPr>
            <a:xfrm>
              <a:off x="8560697" y="2875026"/>
              <a:ext cx="496370" cy="324059"/>
              <a:chOff x="8560697" y="2875026"/>
              <a:chExt cx="496370" cy="324059"/>
            </a:xfrm>
          </p:grpSpPr>
          <p:sp>
            <p:nvSpPr>
              <p:cNvPr id="83" name="Google Shape;55;p31">
                <a:extLst>
                  <a:ext uri="{FF2B5EF4-FFF2-40B4-BE49-F238E27FC236}">
                    <a16:creationId xmlns:a16="http://schemas.microsoft.com/office/drawing/2014/main" id="{0380A354-0C36-FBBD-5A99-BEB6A92922F2}"/>
                  </a:ext>
                </a:extLst>
              </p:cNvPr>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4" name="Google Shape;56;p31">
                <a:extLst>
                  <a:ext uri="{FF2B5EF4-FFF2-40B4-BE49-F238E27FC236}">
                    <a16:creationId xmlns:a16="http://schemas.microsoft.com/office/drawing/2014/main" id="{B3EF03DC-1D7C-1510-0CD0-0F69395B797F}"/>
                  </a:ext>
                </a:extLst>
              </p:cNvPr>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5" name="Google Shape;57;p31">
                <a:extLst>
                  <a:ext uri="{FF2B5EF4-FFF2-40B4-BE49-F238E27FC236}">
                    <a16:creationId xmlns:a16="http://schemas.microsoft.com/office/drawing/2014/main" id="{42F9CEE5-E68B-076C-BB6F-7A025F686840}"/>
                  </a:ext>
                </a:extLst>
              </p:cNvPr>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6" name="Google Shape;58;p31">
                <a:extLst>
                  <a:ext uri="{FF2B5EF4-FFF2-40B4-BE49-F238E27FC236}">
                    <a16:creationId xmlns:a16="http://schemas.microsoft.com/office/drawing/2014/main" id="{99B7DFE5-0CDE-9C9C-3FD3-49285C4CFB39}"/>
                  </a:ext>
                </a:extLst>
              </p:cNvPr>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7" name="Google Shape;59;p31">
                <a:extLst>
                  <a:ext uri="{FF2B5EF4-FFF2-40B4-BE49-F238E27FC236}">
                    <a16:creationId xmlns:a16="http://schemas.microsoft.com/office/drawing/2014/main" id="{0F963431-0407-0C32-190B-BA13628B3689}"/>
                  </a:ext>
                </a:extLst>
              </p:cNvPr>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8" name="Google Shape;60;p31">
                <a:extLst>
                  <a:ext uri="{FF2B5EF4-FFF2-40B4-BE49-F238E27FC236}">
                    <a16:creationId xmlns:a16="http://schemas.microsoft.com/office/drawing/2014/main" id="{F439FC39-5565-97D2-9A14-46058DB5EF62}"/>
                  </a:ext>
                </a:extLst>
              </p:cNvPr>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sp>
        <p:nvSpPr>
          <p:cNvPr id="89" name="Google Shape;41;p31">
            <a:extLst>
              <a:ext uri="{FF2B5EF4-FFF2-40B4-BE49-F238E27FC236}">
                <a16:creationId xmlns:a16="http://schemas.microsoft.com/office/drawing/2014/main" id="{4FB79224-C783-AB92-7785-7C018D12A249}"/>
              </a:ext>
            </a:extLst>
          </p:cNvPr>
          <p:cNvSpPr/>
          <p:nvPr userDrawn="1"/>
        </p:nvSpPr>
        <p:spPr>
          <a:xfrm>
            <a:off x="9806625" y="4717036"/>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0" name="Google Shape;2215;p100">
            <a:extLst>
              <a:ext uri="{FF2B5EF4-FFF2-40B4-BE49-F238E27FC236}">
                <a16:creationId xmlns:a16="http://schemas.microsoft.com/office/drawing/2014/main" id="{0E0D728E-3A33-4EF4-5212-177932EB7D37}"/>
              </a:ext>
            </a:extLst>
          </p:cNvPr>
          <p:cNvSpPr/>
          <p:nvPr userDrawn="1"/>
        </p:nvSpPr>
        <p:spPr>
          <a:xfrm>
            <a:off x="9956978" y="4878913"/>
            <a:ext cx="687995" cy="687841"/>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 name="CaixaDeTexto 7">
            <a:extLst>
              <a:ext uri="{FF2B5EF4-FFF2-40B4-BE49-F238E27FC236}">
                <a16:creationId xmlns:a16="http://schemas.microsoft.com/office/drawing/2014/main" id="{758C464C-51C2-DB3D-4C1D-F67CB5B688F7}"/>
              </a:ext>
            </a:extLst>
          </p:cNvPr>
          <p:cNvSpPr txBox="1"/>
          <p:nvPr userDrawn="1"/>
        </p:nvSpPr>
        <p:spPr>
          <a:xfrm>
            <a:off x="19782692" y="7086600"/>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CaixaDeTexto 4">
            <a:extLst>
              <a:ext uri="{FF2B5EF4-FFF2-40B4-BE49-F238E27FC236}">
                <a16:creationId xmlns:a16="http://schemas.microsoft.com/office/drawing/2014/main" id="{104D0029-2A90-CBAF-53E9-DD1D730BADAB}"/>
              </a:ext>
            </a:extLst>
          </p:cNvPr>
          <p:cNvSpPr txBox="1"/>
          <p:nvPr userDrawn="1"/>
        </p:nvSpPr>
        <p:spPr>
          <a:xfrm>
            <a:off x="-707923" y="-88490"/>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3336278441"/>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 Conteudo" preserve="1" userDrawn="1">
  <p:cSld name="2_1. Conteudo">
    <p:spTree>
      <p:nvGrpSpPr>
        <p:cNvPr id="1" name="Shape 78"/>
        <p:cNvGrpSpPr/>
        <p:nvPr/>
      </p:nvGrpSpPr>
      <p:grpSpPr>
        <a:xfrm>
          <a:off x="0" y="0"/>
          <a:ext cx="0" cy="0"/>
          <a:chOff x="0" y="0"/>
          <a:chExt cx="0" cy="0"/>
        </a:xfrm>
      </p:grpSpPr>
      <p:pic>
        <p:nvPicPr>
          <p:cNvPr id="7" name="Imagem 6">
            <a:extLst>
              <a:ext uri="{FF2B5EF4-FFF2-40B4-BE49-F238E27FC236}">
                <a16:creationId xmlns:a16="http://schemas.microsoft.com/office/drawing/2014/main" id="{A816F640-256A-C7CC-4CAB-3A069A5785DD}"/>
              </a:ext>
            </a:extLst>
          </p:cNvPr>
          <p:cNvPicPr>
            <a:picLocks/>
          </p:cNvPicPr>
          <p:nvPr userDrawn="1"/>
        </p:nvPicPr>
        <p:blipFill>
          <a:blip r:embed="rId2"/>
          <a:stretch>
            <a:fillRect/>
          </a:stretch>
        </p:blipFill>
        <p:spPr>
          <a:xfrm>
            <a:off x="298800" y="691201"/>
            <a:ext cx="3434405" cy="2390404"/>
          </a:xfrm>
          <a:prstGeom prst="rect">
            <a:avLst/>
          </a:prstGeom>
        </p:spPr>
      </p:pic>
      <p:sp>
        <p:nvSpPr>
          <p:cNvPr id="10" name="Google Shape;69;p32">
            <a:extLst>
              <a:ext uri="{FF2B5EF4-FFF2-40B4-BE49-F238E27FC236}">
                <a16:creationId xmlns:a16="http://schemas.microsoft.com/office/drawing/2014/main" id="{4A47350A-59ED-4380-8C9D-33FB53D2A25D}"/>
              </a:ext>
            </a:extLst>
          </p:cNvPr>
          <p:cNvSpPr txBox="1"/>
          <p:nvPr/>
        </p:nvSpPr>
        <p:spPr>
          <a:xfrm>
            <a:off x="1050819" y="1514972"/>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4" name="Espaço Reservado para Texto 7">
            <a:extLst>
              <a:ext uri="{FF2B5EF4-FFF2-40B4-BE49-F238E27FC236}">
                <a16:creationId xmlns:a16="http://schemas.microsoft.com/office/drawing/2014/main" id="{1010BB96-2C5C-93CB-0DE4-6ADDB142D01A}"/>
              </a:ext>
            </a:extLst>
          </p:cNvPr>
          <p:cNvSpPr>
            <a:spLocks noGrp="1"/>
          </p:cNvSpPr>
          <p:nvPr>
            <p:ph type="body" sz="quarter" idx="11"/>
          </p:nvPr>
        </p:nvSpPr>
        <p:spPr>
          <a:xfrm>
            <a:off x="5627757" y="32553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11" name="Espaço Reservado para Texto 7">
            <a:extLst>
              <a:ext uri="{FF2B5EF4-FFF2-40B4-BE49-F238E27FC236}">
                <a16:creationId xmlns:a16="http://schemas.microsoft.com/office/drawing/2014/main" id="{9550BDCE-8C17-2808-26AD-19DADB9A406A}"/>
              </a:ext>
            </a:extLst>
          </p:cNvPr>
          <p:cNvSpPr>
            <a:spLocks noGrp="1"/>
          </p:cNvSpPr>
          <p:nvPr>
            <p:ph type="body" sz="quarter" idx="12"/>
          </p:nvPr>
        </p:nvSpPr>
        <p:spPr>
          <a:xfrm>
            <a:off x="5627757" y="468414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16" name="Espaço Reservado para Texto 7">
            <a:extLst>
              <a:ext uri="{FF2B5EF4-FFF2-40B4-BE49-F238E27FC236}">
                <a16:creationId xmlns:a16="http://schemas.microsoft.com/office/drawing/2014/main" id="{24714A58-2E0F-BD3B-F270-0F26F9E6CD6C}"/>
              </a:ext>
            </a:extLst>
          </p:cNvPr>
          <p:cNvSpPr>
            <a:spLocks noGrp="1"/>
          </p:cNvSpPr>
          <p:nvPr>
            <p:ph type="body" sz="quarter" idx="13"/>
          </p:nvPr>
        </p:nvSpPr>
        <p:spPr>
          <a:xfrm>
            <a:off x="5627757" y="60747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20" name="Espaço Reservado para Texto 7">
            <a:extLst>
              <a:ext uri="{FF2B5EF4-FFF2-40B4-BE49-F238E27FC236}">
                <a16:creationId xmlns:a16="http://schemas.microsoft.com/office/drawing/2014/main" id="{5E0069F1-0137-2FAA-27B5-5B98A6D199E5}"/>
              </a:ext>
            </a:extLst>
          </p:cNvPr>
          <p:cNvSpPr>
            <a:spLocks noGrp="1"/>
          </p:cNvSpPr>
          <p:nvPr>
            <p:ph type="body" sz="quarter" idx="14"/>
          </p:nvPr>
        </p:nvSpPr>
        <p:spPr>
          <a:xfrm>
            <a:off x="5627757" y="74844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21" name="Espaço Reservado para Texto 19">
            <a:extLst>
              <a:ext uri="{FF2B5EF4-FFF2-40B4-BE49-F238E27FC236}">
                <a16:creationId xmlns:a16="http://schemas.microsoft.com/office/drawing/2014/main" id="{C140BF74-0D8B-686D-7192-D2693E320B14}"/>
              </a:ext>
            </a:extLst>
          </p:cNvPr>
          <p:cNvSpPr>
            <a:spLocks noGrp="1"/>
          </p:cNvSpPr>
          <p:nvPr>
            <p:ph type="body" sz="quarter" idx="15"/>
          </p:nvPr>
        </p:nvSpPr>
        <p:spPr>
          <a:xfrm>
            <a:off x="5272088" y="838807"/>
            <a:ext cx="10812462" cy="1890940"/>
          </a:xfrm>
          <a:prstGeom prst="rect">
            <a:avLst/>
          </a:prstGeom>
        </p:spPr>
        <p:txBody>
          <a:bodyPr/>
          <a:lstStyle>
            <a:lvl1pPr>
              <a:defRPr sz="20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162549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D6CDD641-8D49-E70A-469D-74FDC42F972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90977B51-8E29-A367-E745-B9086539023A}"/>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Google Shape;69;p32">
            <a:extLst>
              <a:ext uri="{FF2B5EF4-FFF2-40B4-BE49-F238E27FC236}">
                <a16:creationId xmlns:a16="http://schemas.microsoft.com/office/drawing/2014/main" id="{07D774CC-AEE0-AAA5-E348-DAFD716E0666}"/>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0" name="Espaço Reservado para Texto 9">
            <a:extLst>
              <a:ext uri="{FF2B5EF4-FFF2-40B4-BE49-F238E27FC236}">
                <a16:creationId xmlns:a16="http://schemas.microsoft.com/office/drawing/2014/main" id="{2B528574-1FD1-7B70-2B2F-0F4F07E103CA}"/>
              </a:ext>
            </a:extLst>
          </p:cNvPr>
          <p:cNvSpPr>
            <a:spLocks noGrp="1"/>
          </p:cNvSpPr>
          <p:nvPr>
            <p:ph type="body" sz="quarter" idx="10"/>
          </p:nvPr>
        </p:nvSpPr>
        <p:spPr>
          <a:xfrm>
            <a:off x="5560902" y="962025"/>
            <a:ext cx="11049093" cy="2598738"/>
          </a:xfrm>
          <a:prstGeom prst="rect">
            <a:avLst/>
          </a:prstGeom>
        </p:spPr>
        <p:txBody>
          <a:bodyPr/>
          <a:lstStyle>
            <a:lvl1pPr>
              <a:defRPr sz="2400" b="0" i="0">
                <a:latin typeface="Poppins" pitchFamily="2" charset="77"/>
                <a:cs typeface="Poppins" pitchFamily="2" charset="77"/>
              </a:defRPr>
            </a:lvl1pPr>
            <a:lvl2pPr>
              <a:defRPr sz="2400" b="0" i="0">
                <a:latin typeface="Poppins" pitchFamily="2" charset="77"/>
                <a:cs typeface="Poppins" pitchFamily="2" charset="77"/>
              </a:defRPr>
            </a:lvl2pPr>
            <a:lvl3pPr>
              <a:defRPr sz="2400" b="0" i="0">
                <a:latin typeface="Poppins" pitchFamily="2" charset="77"/>
                <a:cs typeface="Poppins" pitchFamily="2" charset="77"/>
              </a:defRPr>
            </a:lvl3pPr>
            <a:lvl4pPr>
              <a:defRPr sz="2400" b="0" i="0">
                <a:latin typeface="Poppins" pitchFamily="2" charset="77"/>
                <a:cs typeface="Poppins" pitchFamily="2" charset="77"/>
              </a:defRPr>
            </a:lvl4pPr>
            <a:lvl5pPr>
              <a:defRPr sz="2400" b="0" i="0">
                <a:latin typeface="Poppins" pitchFamily="2" charset="77"/>
                <a:cs typeface="Poppins" pitchFamily="2" charset="77"/>
              </a:defRPr>
            </a:lvl5pPr>
          </a:lstStyle>
          <a:p>
            <a:pPr lvl="0"/>
            <a:endParaRPr lang="pt-BR"/>
          </a:p>
        </p:txBody>
      </p:sp>
      <p:sp>
        <p:nvSpPr>
          <p:cNvPr id="11" name="Espaço Reservado para Texto 9">
            <a:extLst>
              <a:ext uri="{FF2B5EF4-FFF2-40B4-BE49-F238E27FC236}">
                <a16:creationId xmlns:a16="http://schemas.microsoft.com/office/drawing/2014/main" id="{ACFD55BC-1BD9-04E3-9059-B617F5BF54E7}"/>
              </a:ext>
            </a:extLst>
          </p:cNvPr>
          <p:cNvSpPr>
            <a:spLocks noGrp="1"/>
          </p:cNvSpPr>
          <p:nvPr>
            <p:ph type="body" sz="quarter" idx="11"/>
          </p:nvPr>
        </p:nvSpPr>
        <p:spPr>
          <a:xfrm>
            <a:off x="6643035" y="3810156"/>
            <a:ext cx="9966960" cy="5229726"/>
          </a:xfrm>
          <a:prstGeom prst="rect">
            <a:avLst/>
          </a:prstGeom>
        </p:spPr>
        <p:txBody>
          <a:bodyPr/>
          <a:lstStyle>
            <a:lvl1pPr>
              <a:defRPr sz="2400" b="0" i="0">
                <a:latin typeface="Poppins" pitchFamily="2" charset="77"/>
                <a:cs typeface="Poppins" pitchFamily="2" charset="77"/>
              </a:defRPr>
            </a:lvl1pPr>
            <a:lvl2pPr>
              <a:defRPr sz="2400" b="0" i="0">
                <a:latin typeface="Poppins" pitchFamily="2" charset="77"/>
                <a:cs typeface="Poppins" pitchFamily="2" charset="77"/>
              </a:defRPr>
            </a:lvl2pPr>
            <a:lvl3pPr>
              <a:defRPr sz="2400" b="0" i="0">
                <a:latin typeface="Poppins" pitchFamily="2" charset="77"/>
                <a:cs typeface="Poppins" pitchFamily="2" charset="77"/>
              </a:defRPr>
            </a:lvl3pPr>
            <a:lvl4pPr>
              <a:defRPr sz="2400" b="0" i="0">
                <a:latin typeface="Poppins" pitchFamily="2" charset="77"/>
                <a:cs typeface="Poppins" pitchFamily="2" charset="77"/>
              </a:defRPr>
            </a:lvl4pPr>
            <a:lvl5pPr>
              <a:defRPr sz="2400" b="0" i="0">
                <a:latin typeface="Poppins" pitchFamily="2" charset="77"/>
                <a:cs typeface="Poppins" pitchFamily="2" charset="77"/>
              </a:defRPr>
            </a:lvl5pPr>
          </a:lstStyle>
          <a:p>
            <a:pPr lvl="0"/>
            <a:endParaRPr lang="pt-BR"/>
          </a:p>
        </p:txBody>
      </p:sp>
    </p:spTree>
    <p:extLst>
      <p:ext uri="{BB962C8B-B14F-4D97-AF65-F5344CB8AC3E}">
        <p14:creationId xmlns:p14="http://schemas.microsoft.com/office/powerpoint/2010/main" val="2293429439"/>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C06DD873-35AF-F358-AF2A-2DF2E1112D5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6" name="Imagem 5">
            <a:extLst>
              <a:ext uri="{FF2B5EF4-FFF2-40B4-BE49-F238E27FC236}">
                <a16:creationId xmlns:a16="http://schemas.microsoft.com/office/drawing/2014/main" id="{080C15EB-412A-0628-4CF4-4A35C6DAAB3E}"/>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10" name="Google Shape;69;p32">
            <a:extLst>
              <a:ext uri="{FF2B5EF4-FFF2-40B4-BE49-F238E27FC236}">
                <a16:creationId xmlns:a16="http://schemas.microsoft.com/office/drawing/2014/main" id="{795FD3B7-2662-CA2C-E60B-37DD4AC3C5E2}"/>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2" name="Espaço Reservado para Texto 11">
            <a:extLst>
              <a:ext uri="{FF2B5EF4-FFF2-40B4-BE49-F238E27FC236}">
                <a16:creationId xmlns:a16="http://schemas.microsoft.com/office/drawing/2014/main" id="{54B02D53-E743-F37B-BC9A-24214A83B763}"/>
              </a:ext>
            </a:extLst>
          </p:cNvPr>
          <p:cNvSpPr>
            <a:spLocks noGrp="1"/>
          </p:cNvSpPr>
          <p:nvPr>
            <p:ph type="body" sz="quarter" idx="10"/>
          </p:nvPr>
        </p:nvSpPr>
        <p:spPr>
          <a:xfrm>
            <a:off x="5397615" y="950913"/>
            <a:ext cx="12079173" cy="1743075"/>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3" name="Espaço Reservado para Texto 11">
            <a:extLst>
              <a:ext uri="{FF2B5EF4-FFF2-40B4-BE49-F238E27FC236}">
                <a16:creationId xmlns:a16="http://schemas.microsoft.com/office/drawing/2014/main" id="{498470DA-9F77-2314-5148-BE7D0A21C8B5}"/>
              </a:ext>
            </a:extLst>
          </p:cNvPr>
          <p:cNvSpPr>
            <a:spLocks noGrp="1"/>
          </p:cNvSpPr>
          <p:nvPr>
            <p:ph type="body" sz="quarter" idx="11"/>
          </p:nvPr>
        </p:nvSpPr>
        <p:spPr>
          <a:xfrm>
            <a:off x="9561402" y="3559201"/>
            <a:ext cx="7915386" cy="5358724"/>
          </a:xfrm>
          <a:prstGeom prst="rect">
            <a:avLst/>
          </a:prstGeom>
        </p:spPr>
        <p:txBody>
          <a:bodyPr/>
          <a:lstStyle>
            <a:lvl1pPr>
              <a:defRPr sz="2000" b="0" i="0">
                <a:latin typeface="Poppins" pitchFamily="2" charset="77"/>
                <a:cs typeface="Poppins" pitchFamily="2" charset="77"/>
              </a:defRPr>
            </a:lvl1pPr>
          </a:lstStyle>
          <a:p>
            <a:pPr lvl="0"/>
            <a:endParaRPr lang="pt-BR"/>
          </a:p>
        </p:txBody>
      </p:sp>
      <p:sp>
        <p:nvSpPr>
          <p:cNvPr id="14" name="Espaço Reservado para Texto 11">
            <a:extLst>
              <a:ext uri="{FF2B5EF4-FFF2-40B4-BE49-F238E27FC236}">
                <a16:creationId xmlns:a16="http://schemas.microsoft.com/office/drawing/2014/main" id="{7DB9C7F3-F00D-DC50-70C9-8A4151886218}"/>
              </a:ext>
            </a:extLst>
          </p:cNvPr>
          <p:cNvSpPr>
            <a:spLocks noGrp="1"/>
          </p:cNvSpPr>
          <p:nvPr>
            <p:ph type="body" sz="quarter" idx="12"/>
          </p:nvPr>
        </p:nvSpPr>
        <p:spPr>
          <a:xfrm>
            <a:off x="5394135" y="8553645"/>
            <a:ext cx="3746383" cy="364279"/>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16" name="Espaço Reservado para Imagem 15">
            <a:extLst>
              <a:ext uri="{FF2B5EF4-FFF2-40B4-BE49-F238E27FC236}">
                <a16:creationId xmlns:a16="http://schemas.microsoft.com/office/drawing/2014/main" id="{788A7CCB-CA65-CA3D-8095-5D379F504D08}"/>
              </a:ext>
            </a:extLst>
          </p:cNvPr>
          <p:cNvSpPr>
            <a:spLocks noGrp="1"/>
          </p:cNvSpPr>
          <p:nvPr>
            <p:ph type="pic" sz="quarter" idx="13"/>
          </p:nvPr>
        </p:nvSpPr>
        <p:spPr>
          <a:xfrm>
            <a:off x="5394136" y="3546475"/>
            <a:ext cx="3746690" cy="4824413"/>
          </a:xfrm>
          <a:prstGeom prst="rect">
            <a:avLst/>
          </a:prstGeom>
          <a:solidFill>
            <a:srgbClr val="D9D9D9"/>
          </a:solidFill>
        </p:spPr>
        <p:txBody>
          <a:bodyPr/>
          <a:lstStyle>
            <a:lvl1pPr>
              <a:defRPr sz="1800" b="0" i="0">
                <a:latin typeface="Poppins" pitchFamily="2" charset="77"/>
                <a:cs typeface="Poppins" pitchFamily="2" charset="77"/>
              </a:defRPr>
            </a:lvl1pPr>
          </a:lstStyle>
          <a:p>
            <a:endParaRPr lang="pt-BR"/>
          </a:p>
        </p:txBody>
      </p:sp>
    </p:spTree>
    <p:extLst>
      <p:ext uri="{BB962C8B-B14F-4D97-AF65-F5344CB8AC3E}">
        <p14:creationId xmlns:p14="http://schemas.microsoft.com/office/powerpoint/2010/main" val="3010264346"/>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1C75F0AC-ED14-F43B-FEDB-D40371225B4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50BC4CCC-0AE8-742D-FF76-FA24083888C5}"/>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Google Shape;69;p32">
            <a:extLst>
              <a:ext uri="{FF2B5EF4-FFF2-40B4-BE49-F238E27FC236}">
                <a16:creationId xmlns:a16="http://schemas.microsoft.com/office/drawing/2014/main" id="{F1039184-47E3-FA3C-DC62-77911A625287}"/>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2" name="Espaço Reservado para Texto 11">
            <a:extLst>
              <a:ext uri="{FF2B5EF4-FFF2-40B4-BE49-F238E27FC236}">
                <a16:creationId xmlns:a16="http://schemas.microsoft.com/office/drawing/2014/main" id="{E8F0484C-01B8-1892-690C-5B5AC00E36D4}"/>
              </a:ext>
            </a:extLst>
          </p:cNvPr>
          <p:cNvSpPr>
            <a:spLocks noGrp="1"/>
          </p:cNvSpPr>
          <p:nvPr>
            <p:ph type="body" sz="quarter" idx="10"/>
          </p:nvPr>
        </p:nvSpPr>
        <p:spPr>
          <a:xfrm>
            <a:off x="5397614" y="928688"/>
            <a:ext cx="12079174" cy="1784350"/>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3" name="Espaço Reservado para Texto 11">
            <a:extLst>
              <a:ext uri="{FF2B5EF4-FFF2-40B4-BE49-F238E27FC236}">
                <a16:creationId xmlns:a16="http://schemas.microsoft.com/office/drawing/2014/main" id="{0340D95F-EA14-0DD7-406F-7EB73CFBF52D}"/>
              </a:ext>
            </a:extLst>
          </p:cNvPr>
          <p:cNvSpPr>
            <a:spLocks noGrp="1"/>
          </p:cNvSpPr>
          <p:nvPr>
            <p:ph type="body" sz="quarter" idx="11"/>
          </p:nvPr>
        </p:nvSpPr>
        <p:spPr>
          <a:xfrm>
            <a:off x="5397614" y="8790287"/>
            <a:ext cx="12079074" cy="443472"/>
          </a:xfrm>
          <a:prstGeom prst="rect">
            <a:avLst/>
          </a:prstGeom>
        </p:spPr>
        <p:txBody>
          <a:bodyPr/>
          <a:lstStyle>
            <a:lvl1pPr>
              <a:defRPr sz="1800" b="0" i="0">
                <a:latin typeface="Poppins" pitchFamily="2" charset="77"/>
                <a:cs typeface="Poppins" pitchFamily="2" charset="77"/>
              </a:defRPr>
            </a:lvl1pPr>
          </a:lstStyle>
          <a:p>
            <a:pPr lvl="0"/>
            <a:endParaRPr lang="pt-BR"/>
          </a:p>
        </p:txBody>
      </p:sp>
      <p:sp>
        <p:nvSpPr>
          <p:cNvPr id="14" name="CaixaDeTexto 13">
            <a:extLst>
              <a:ext uri="{FF2B5EF4-FFF2-40B4-BE49-F238E27FC236}">
                <a16:creationId xmlns:a16="http://schemas.microsoft.com/office/drawing/2014/main" id="{F0401573-FB28-43CB-7EDE-CAF562F5894E}"/>
              </a:ext>
            </a:extLst>
          </p:cNvPr>
          <p:cNvSpPr txBox="1"/>
          <p:nvPr userDrawn="1"/>
        </p:nvSpPr>
        <p:spPr>
          <a:xfrm>
            <a:off x="18048157" y="8679305"/>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16" name="Espaço Reservado para Texto 11">
            <a:extLst>
              <a:ext uri="{FF2B5EF4-FFF2-40B4-BE49-F238E27FC236}">
                <a16:creationId xmlns:a16="http://schemas.microsoft.com/office/drawing/2014/main" id="{3641E8C7-8963-3BA2-52E9-AD936766A664}"/>
              </a:ext>
            </a:extLst>
          </p:cNvPr>
          <p:cNvSpPr>
            <a:spLocks noGrp="1"/>
          </p:cNvSpPr>
          <p:nvPr>
            <p:ph type="body" sz="quarter" idx="12"/>
          </p:nvPr>
        </p:nvSpPr>
        <p:spPr>
          <a:xfrm>
            <a:off x="5397614" y="3019074"/>
            <a:ext cx="12079074" cy="5604226"/>
          </a:xfrm>
          <a:prstGeom prst="rect">
            <a:avLst/>
          </a:prstGeom>
        </p:spPr>
        <p:txBody>
          <a:bodyPr/>
          <a:lstStyle>
            <a:lvl1pPr>
              <a:defRPr sz="18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2846968342"/>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319116EA-081B-D3E0-ABB2-5593DC7A2024}"/>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40287E72-D325-3DA7-7DBE-6B3578C065DC}"/>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Espaço Reservado para Imagem 4">
            <a:extLst>
              <a:ext uri="{FF2B5EF4-FFF2-40B4-BE49-F238E27FC236}">
                <a16:creationId xmlns:a16="http://schemas.microsoft.com/office/drawing/2014/main" id="{3CA1D1C2-A504-78F2-B5D1-B96B35BDDB02}"/>
              </a:ext>
            </a:extLst>
          </p:cNvPr>
          <p:cNvSpPr>
            <a:spLocks noGrp="1"/>
          </p:cNvSpPr>
          <p:nvPr>
            <p:ph type="pic" sz="quarter" idx="4294967295"/>
          </p:nvPr>
        </p:nvSpPr>
        <p:spPr>
          <a:xfrm>
            <a:off x="5397611" y="3041018"/>
            <a:ext cx="12079075" cy="5549698"/>
          </a:xfrm>
          <a:prstGeom prst="rect">
            <a:avLst/>
          </a:prstGeom>
          <a:solidFill>
            <a:schemeClr val="bg1">
              <a:lumMod val="85000"/>
            </a:schemeClr>
          </a:solidFill>
        </p:spPr>
        <p:txBody>
          <a:bodyPr/>
          <a:lstStyle>
            <a:lvl1pPr>
              <a:defRPr sz="1800">
                <a:latin typeface="Poppins" pitchFamily="2" charset="77"/>
                <a:cs typeface="Poppins" pitchFamily="2" charset="77"/>
              </a:defRPr>
            </a:lvl1pPr>
          </a:lstStyle>
          <a:p>
            <a:endParaRPr lang="pt-BR"/>
          </a:p>
        </p:txBody>
      </p:sp>
      <p:sp>
        <p:nvSpPr>
          <p:cNvPr id="9" name="Google Shape;69;p32">
            <a:extLst>
              <a:ext uri="{FF2B5EF4-FFF2-40B4-BE49-F238E27FC236}">
                <a16:creationId xmlns:a16="http://schemas.microsoft.com/office/drawing/2014/main" id="{DE14EB72-1A65-A5DB-A2E7-252C0E2F6F47}"/>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1" name="Espaço Reservado para Texto 10">
            <a:extLst>
              <a:ext uri="{FF2B5EF4-FFF2-40B4-BE49-F238E27FC236}">
                <a16:creationId xmlns:a16="http://schemas.microsoft.com/office/drawing/2014/main" id="{69EF6828-47A5-8129-5988-5EC45D078756}"/>
              </a:ext>
            </a:extLst>
          </p:cNvPr>
          <p:cNvSpPr>
            <a:spLocks noGrp="1"/>
          </p:cNvSpPr>
          <p:nvPr>
            <p:ph type="body" sz="quarter" idx="10"/>
          </p:nvPr>
        </p:nvSpPr>
        <p:spPr>
          <a:xfrm>
            <a:off x="5397611" y="950913"/>
            <a:ext cx="12079177" cy="1743075"/>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2" name="Espaço Reservado para Texto 10">
            <a:extLst>
              <a:ext uri="{FF2B5EF4-FFF2-40B4-BE49-F238E27FC236}">
                <a16:creationId xmlns:a16="http://schemas.microsoft.com/office/drawing/2014/main" id="{388D1399-8328-B730-C092-B8697982ADB5}"/>
              </a:ext>
            </a:extLst>
          </p:cNvPr>
          <p:cNvSpPr>
            <a:spLocks noGrp="1"/>
          </p:cNvSpPr>
          <p:nvPr>
            <p:ph type="body" sz="quarter" idx="11"/>
          </p:nvPr>
        </p:nvSpPr>
        <p:spPr>
          <a:xfrm>
            <a:off x="5397611" y="8764236"/>
            <a:ext cx="12079177" cy="465463"/>
          </a:xfrm>
          <a:prstGeom prst="rect">
            <a:avLst/>
          </a:prstGeom>
        </p:spPr>
        <p:txBody>
          <a:bodyPr/>
          <a:lstStyle>
            <a:lvl1pPr>
              <a:defRPr sz="18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2827352174"/>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87FCC07C-4BE2-37BE-B92C-3F0C1F9F9F0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8" name="Imagem 7">
            <a:extLst>
              <a:ext uri="{FF2B5EF4-FFF2-40B4-BE49-F238E27FC236}">
                <a16:creationId xmlns:a16="http://schemas.microsoft.com/office/drawing/2014/main" id="{522198C4-09DD-4673-8A2E-8B479834DDBE}"/>
              </a:ext>
            </a:extLst>
          </p:cNvPr>
          <p:cNvPicPr>
            <a:picLocks/>
          </p:cNvPicPr>
          <p:nvPr userDrawn="1"/>
        </p:nvPicPr>
        <p:blipFill>
          <a:blip r:embed="rId3"/>
          <a:stretch>
            <a:fillRect/>
          </a:stretch>
        </p:blipFill>
        <p:spPr>
          <a:xfrm>
            <a:off x="298800" y="439201"/>
            <a:ext cx="3434405" cy="2390404"/>
          </a:xfrm>
          <a:prstGeom prst="rect">
            <a:avLst/>
          </a:prstGeom>
        </p:spPr>
      </p:pic>
      <p:sp>
        <p:nvSpPr>
          <p:cNvPr id="18" name="Google Shape;82;p33">
            <a:extLst>
              <a:ext uri="{FF2B5EF4-FFF2-40B4-BE49-F238E27FC236}">
                <a16:creationId xmlns:a16="http://schemas.microsoft.com/office/drawing/2014/main" id="{BA9FF48C-E6ED-8BE9-735C-1F6F208016AF}"/>
              </a:ext>
            </a:extLst>
          </p:cNvPr>
          <p:cNvSpPr txBox="1"/>
          <p:nvPr userDrawn="1"/>
        </p:nvSpPr>
        <p:spPr>
          <a:xfrm>
            <a:off x="1090502" y="1123988"/>
            <a:ext cx="1970750"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chemeClr val="lt1"/>
                </a:solidFill>
                <a:latin typeface="Poppins Light" pitchFamily="2" charset="77"/>
                <a:ea typeface="Poppins Medium"/>
                <a:cs typeface="Poppins Light" pitchFamily="2" charset="77"/>
                <a:sym typeface="Poppins Medium"/>
              </a:rPr>
              <a:t>Ponto</a:t>
            </a:r>
            <a:r>
              <a:rPr lang="pt-BR" sz="3500" b="0" i="0" u="none" strike="noStrike" cap="none">
                <a:solidFill>
                  <a:schemeClr val="lt1"/>
                </a:solidFill>
                <a:latin typeface="Poppins Medium"/>
                <a:ea typeface="Poppins Medium"/>
                <a:cs typeface="Poppins Medium"/>
                <a:sym typeface="Poppins Medium"/>
              </a:rPr>
              <a:t> </a:t>
            </a:r>
            <a:r>
              <a:rPr lang="pt-BR" sz="3500" b="0" i="0" u="none" strike="noStrike" cap="none">
                <a:solidFill>
                  <a:schemeClr val="lt1"/>
                </a:solidFill>
                <a:latin typeface="Poppins Light" pitchFamily="2" charset="77"/>
                <a:ea typeface="Poppins Medium"/>
                <a:cs typeface="Poppins Light" pitchFamily="2" charset="77"/>
                <a:sym typeface="Poppins Medium"/>
              </a:rPr>
              <a:t>de</a:t>
            </a:r>
            <a:r>
              <a:rPr lang="pt-BR" sz="3500" b="0" i="0" u="none" strike="noStrike" cap="none">
                <a:solidFill>
                  <a:schemeClr val="lt1"/>
                </a:solidFill>
                <a:latin typeface="Poppins Medium"/>
                <a:ea typeface="Poppins Medium"/>
                <a:cs typeface="Poppins Medium"/>
                <a:sym typeface="Poppins Medium"/>
              </a:rPr>
              <a:t> </a:t>
            </a:r>
            <a:r>
              <a:rPr lang="pt-BR" sz="3500" b="1" i="0" u="none" strike="noStrike" cap="none">
                <a:solidFill>
                  <a:schemeClr val="lt1"/>
                </a:solidFill>
                <a:latin typeface="Poppins"/>
                <a:ea typeface="Poppins"/>
                <a:cs typeface="Poppins"/>
                <a:sym typeface="Poppins"/>
              </a:rPr>
              <a:t>partida</a:t>
            </a:r>
            <a:endParaRPr sz="3500" b="0" i="0" u="none" strike="noStrike" cap="none">
              <a:solidFill>
                <a:schemeClr val="lt1"/>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Espaço Reservado para Texto 3">
            <a:extLst>
              <a:ext uri="{FF2B5EF4-FFF2-40B4-BE49-F238E27FC236}">
                <a16:creationId xmlns:a16="http://schemas.microsoft.com/office/drawing/2014/main" id="{4065A3E7-CBB3-DD59-24FC-B5AAEBB7F498}"/>
              </a:ext>
            </a:extLst>
          </p:cNvPr>
          <p:cNvSpPr>
            <a:spLocks noGrp="1"/>
          </p:cNvSpPr>
          <p:nvPr>
            <p:ph type="body" idx="4294967295"/>
          </p:nvPr>
        </p:nvSpPr>
        <p:spPr>
          <a:xfrm>
            <a:off x="5397614" y="950279"/>
            <a:ext cx="5705815" cy="8197519"/>
          </a:xfrm>
          <a:prstGeom prst="rect">
            <a:avLst/>
          </a:prstGeom>
        </p:spPr>
        <p:txBody>
          <a:bodyPr>
            <a:normAutofit/>
          </a:bodyPr>
          <a:lstStyle/>
          <a:p>
            <a:endParaRPr lang="pt-BR" sz="2400">
              <a:latin typeface="Poppins" pitchFamily="2" charset="77"/>
              <a:cs typeface="Poppins" pitchFamily="2" charset="77"/>
            </a:endParaRPr>
          </a:p>
        </p:txBody>
      </p:sp>
      <p:sp>
        <p:nvSpPr>
          <p:cNvPr id="7" name="Espaço Reservado para Texto 9">
            <a:extLst>
              <a:ext uri="{FF2B5EF4-FFF2-40B4-BE49-F238E27FC236}">
                <a16:creationId xmlns:a16="http://schemas.microsoft.com/office/drawing/2014/main" id="{F4FE14C4-C438-D68E-A10E-2CC8A26ACD09}"/>
              </a:ext>
            </a:extLst>
          </p:cNvPr>
          <p:cNvSpPr>
            <a:spLocks noGrp="1"/>
          </p:cNvSpPr>
          <p:nvPr>
            <p:ph type="body" idx="4294967295"/>
          </p:nvPr>
        </p:nvSpPr>
        <p:spPr>
          <a:xfrm>
            <a:off x="11651455" y="946480"/>
            <a:ext cx="5705815" cy="8197519"/>
          </a:xfrm>
          <a:prstGeom prst="rect">
            <a:avLst/>
          </a:prstGeom>
        </p:spPr>
        <p:txBody>
          <a:bodyPr>
            <a:normAutofit/>
          </a:bodyPr>
          <a:lstStyle/>
          <a:p>
            <a:endParaRPr lang="pt-BR" sz="2400">
              <a:latin typeface="Poppins" pitchFamily="2" charset="77"/>
              <a:cs typeface="Poppins" pitchFamily="2" charset="77"/>
            </a:endParaRPr>
          </a:p>
        </p:txBody>
      </p:sp>
    </p:spTree>
    <p:extLst>
      <p:ext uri="{BB962C8B-B14F-4D97-AF65-F5344CB8AC3E}">
        <p14:creationId xmlns:p14="http://schemas.microsoft.com/office/powerpoint/2010/main" val="4196146794"/>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AE0DC479-3E72-CDCB-DBFF-155CA6D6AB6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8C96E987-C79B-ADBC-69BC-E3838202BB17}"/>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Google Shape;69;p32">
            <a:extLst>
              <a:ext uri="{FF2B5EF4-FFF2-40B4-BE49-F238E27FC236}">
                <a16:creationId xmlns:a16="http://schemas.microsoft.com/office/drawing/2014/main" id="{1A04F5B2-68B0-2193-1467-BC61C52DF55C}"/>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9" name="Espaço Reservado para Texto 3">
            <a:extLst>
              <a:ext uri="{FF2B5EF4-FFF2-40B4-BE49-F238E27FC236}">
                <a16:creationId xmlns:a16="http://schemas.microsoft.com/office/drawing/2014/main" id="{73C6FE8A-0E62-070F-4EFF-7956D56EAEB7}"/>
              </a:ext>
            </a:extLst>
          </p:cNvPr>
          <p:cNvSpPr>
            <a:spLocks noGrp="1"/>
          </p:cNvSpPr>
          <p:nvPr>
            <p:ph type="body" idx="4294967295"/>
          </p:nvPr>
        </p:nvSpPr>
        <p:spPr>
          <a:xfrm>
            <a:off x="5397614" y="950279"/>
            <a:ext cx="5705815" cy="8197519"/>
          </a:xfrm>
          <a:prstGeom prst="rect">
            <a:avLst/>
          </a:prstGeom>
        </p:spPr>
        <p:txBody>
          <a:bodyPr>
            <a:normAutofit/>
          </a:bodyPr>
          <a:lstStyle/>
          <a:p>
            <a:endParaRPr lang="pt-BR" sz="2400">
              <a:latin typeface="Poppins" pitchFamily="2" charset="77"/>
              <a:cs typeface="Poppins" pitchFamily="2" charset="77"/>
            </a:endParaRPr>
          </a:p>
        </p:txBody>
      </p:sp>
      <p:sp>
        <p:nvSpPr>
          <p:cNvPr id="10" name="Espaço Reservado para Texto 9">
            <a:extLst>
              <a:ext uri="{FF2B5EF4-FFF2-40B4-BE49-F238E27FC236}">
                <a16:creationId xmlns:a16="http://schemas.microsoft.com/office/drawing/2014/main" id="{D9108072-6283-1E2A-3D04-EE1896CEE3F4}"/>
              </a:ext>
            </a:extLst>
          </p:cNvPr>
          <p:cNvSpPr>
            <a:spLocks noGrp="1"/>
          </p:cNvSpPr>
          <p:nvPr>
            <p:ph type="body" idx="4294967295"/>
          </p:nvPr>
        </p:nvSpPr>
        <p:spPr>
          <a:xfrm>
            <a:off x="11651455" y="946480"/>
            <a:ext cx="5705815" cy="8197519"/>
          </a:xfrm>
          <a:prstGeom prst="rect">
            <a:avLst/>
          </a:prstGeom>
        </p:spPr>
        <p:txBody>
          <a:bodyPr>
            <a:normAutofit/>
          </a:bodyPr>
          <a:lstStyle/>
          <a:p>
            <a:endParaRPr lang="pt-BR" sz="2400">
              <a:latin typeface="Poppins" pitchFamily="2" charset="77"/>
              <a:cs typeface="Poppins" pitchFamily="2" charset="77"/>
            </a:endParaRPr>
          </a:p>
        </p:txBody>
      </p:sp>
    </p:spTree>
    <p:extLst>
      <p:ext uri="{BB962C8B-B14F-4D97-AF65-F5344CB8AC3E}">
        <p14:creationId xmlns:p14="http://schemas.microsoft.com/office/powerpoint/2010/main" val="1188993371"/>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2_Linha do Tempo1" preserve="1" userDrawn="1">
  <p:cSld name="3_Linha do Tempo1">
    <p:spTree>
      <p:nvGrpSpPr>
        <p:cNvPr id="1" name="Shape 178"/>
        <p:cNvGrpSpPr/>
        <p:nvPr/>
      </p:nvGrpSpPr>
      <p:grpSpPr>
        <a:xfrm>
          <a:off x="0" y="0"/>
          <a:ext cx="0" cy="0"/>
          <a:chOff x="0" y="0"/>
          <a:chExt cx="0" cy="0"/>
        </a:xfrm>
      </p:grpSpPr>
      <p:cxnSp>
        <p:nvCxnSpPr>
          <p:cNvPr id="181" name="Google Shape;181;p15"/>
          <p:cNvCxnSpPr>
            <a:cxnSpLocks/>
          </p:cNvCxnSpPr>
          <p:nvPr/>
        </p:nvCxnSpPr>
        <p:spPr>
          <a:xfrm flipH="1">
            <a:off x="7496197" y="3927724"/>
            <a:ext cx="9026798" cy="0"/>
          </a:xfrm>
          <a:prstGeom prst="straightConnector1">
            <a:avLst/>
          </a:prstGeom>
          <a:noFill/>
          <a:ln w="19050" cap="flat" cmpd="sng">
            <a:solidFill>
              <a:srgbClr val="F4F4F4"/>
            </a:solidFill>
            <a:prstDash val="solid"/>
            <a:round/>
            <a:headEnd type="diamond" w="med" len="med"/>
            <a:tailEnd type="none" w="sm" len="sm"/>
          </a:ln>
        </p:spPr>
      </p:cxnSp>
      <p:sp>
        <p:nvSpPr>
          <p:cNvPr id="182" name="Google Shape;182;p15"/>
          <p:cNvSpPr>
            <a:spLocks noGrp="1"/>
          </p:cNvSpPr>
          <p:nvPr>
            <p:ph type="pic" idx="2"/>
          </p:nvPr>
        </p:nvSpPr>
        <p:spPr>
          <a:xfrm>
            <a:off x="3306485" y="3414557"/>
            <a:ext cx="4189710" cy="2516188"/>
          </a:xfrm>
          <a:prstGeom prst="rect">
            <a:avLst/>
          </a:prstGeom>
          <a:solidFill>
            <a:srgbClr val="D8D8D8"/>
          </a:solidFill>
          <a:ln>
            <a:noFill/>
          </a:ln>
        </p:spPr>
      </p:sp>
      <p:sp>
        <p:nvSpPr>
          <p:cNvPr id="183" name="Google Shape;183;p15"/>
          <p:cNvSpPr txBox="1">
            <a:spLocks noGrp="1"/>
          </p:cNvSpPr>
          <p:nvPr>
            <p:ph type="body" idx="1"/>
          </p:nvPr>
        </p:nvSpPr>
        <p:spPr>
          <a:xfrm>
            <a:off x="8358411" y="4229807"/>
            <a:ext cx="8164583" cy="169611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2100"/>
              <a:buFont typeface="Poppins"/>
              <a:buNone/>
              <a:defRPr sz="21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cxnSp>
        <p:nvCxnSpPr>
          <p:cNvPr id="184" name="Google Shape;184;p15"/>
          <p:cNvCxnSpPr>
            <a:cxnSpLocks/>
          </p:cNvCxnSpPr>
          <p:nvPr/>
        </p:nvCxnSpPr>
        <p:spPr>
          <a:xfrm flipH="1">
            <a:off x="7496197" y="7004653"/>
            <a:ext cx="8941738" cy="0"/>
          </a:xfrm>
          <a:prstGeom prst="straightConnector1">
            <a:avLst/>
          </a:prstGeom>
          <a:noFill/>
          <a:ln w="19050" cap="flat" cmpd="sng">
            <a:solidFill>
              <a:srgbClr val="F4F4F4"/>
            </a:solidFill>
            <a:prstDash val="solid"/>
            <a:round/>
            <a:headEnd type="diamond" w="med" len="med"/>
            <a:tailEnd type="none" w="sm" len="sm"/>
          </a:ln>
        </p:spPr>
      </p:cxnSp>
      <p:sp>
        <p:nvSpPr>
          <p:cNvPr id="185" name="Google Shape;185;p15"/>
          <p:cNvSpPr>
            <a:spLocks noGrp="1"/>
          </p:cNvSpPr>
          <p:nvPr>
            <p:ph type="pic" idx="3"/>
          </p:nvPr>
        </p:nvSpPr>
        <p:spPr>
          <a:xfrm>
            <a:off x="3306485" y="6491486"/>
            <a:ext cx="4189710" cy="2516188"/>
          </a:xfrm>
          <a:prstGeom prst="rect">
            <a:avLst/>
          </a:prstGeom>
          <a:solidFill>
            <a:srgbClr val="D8D8D8"/>
          </a:solidFill>
          <a:ln>
            <a:noFill/>
          </a:ln>
        </p:spPr>
      </p:sp>
      <p:sp>
        <p:nvSpPr>
          <p:cNvPr id="186" name="Google Shape;186;p15"/>
          <p:cNvSpPr txBox="1">
            <a:spLocks noGrp="1"/>
          </p:cNvSpPr>
          <p:nvPr>
            <p:ph type="body" idx="4"/>
          </p:nvPr>
        </p:nvSpPr>
        <p:spPr>
          <a:xfrm>
            <a:off x="8358411" y="7306737"/>
            <a:ext cx="8164579" cy="169611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2100"/>
              <a:buFont typeface="Poppins"/>
              <a:buNone/>
              <a:defRPr sz="21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
        <p:nvSpPr>
          <p:cNvPr id="190" name="Google Shape;190;p15"/>
          <p:cNvSpPr txBox="1">
            <a:spLocks noGrp="1"/>
          </p:cNvSpPr>
          <p:nvPr>
            <p:ph type="body" idx="7"/>
          </p:nvPr>
        </p:nvSpPr>
        <p:spPr>
          <a:xfrm>
            <a:off x="3306485" y="2226787"/>
            <a:ext cx="13216509" cy="924288"/>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rgbClr val="000000"/>
              </a:buClr>
              <a:buSzPts val="2200"/>
              <a:buFont typeface="Poppins"/>
              <a:buNone/>
              <a:defRPr sz="22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
        <p:nvSpPr>
          <p:cNvPr id="191" name="Google Shape;191;p15"/>
          <p:cNvSpPr txBox="1">
            <a:spLocks noGrp="1"/>
          </p:cNvSpPr>
          <p:nvPr>
            <p:ph type="body" idx="8"/>
          </p:nvPr>
        </p:nvSpPr>
        <p:spPr>
          <a:xfrm>
            <a:off x="3306484" y="681247"/>
            <a:ext cx="13216507" cy="1243457"/>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rgbClr val="000000"/>
              </a:buClr>
              <a:buSzPts val="3500"/>
              <a:buFont typeface="Poppins"/>
              <a:buNone/>
              <a:defRPr sz="3500"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196734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2_Linha do Tempo1" preserve="1" userDrawn="1">
  <p:cSld name="3_Linha do Tempo1">
    <p:spTree>
      <p:nvGrpSpPr>
        <p:cNvPr id="1" name="Shape 178"/>
        <p:cNvGrpSpPr/>
        <p:nvPr/>
      </p:nvGrpSpPr>
      <p:grpSpPr>
        <a:xfrm>
          <a:off x="0" y="0"/>
          <a:ext cx="0" cy="0"/>
          <a:chOff x="0" y="0"/>
          <a:chExt cx="0" cy="0"/>
        </a:xfrm>
      </p:grpSpPr>
      <p:pic>
        <p:nvPicPr>
          <p:cNvPr id="8" name="Google Shape;142;p13">
            <a:extLst>
              <a:ext uri="{FF2B5EF4-FFF2-40B4-BE49-F238E27FC236}">
                <a16:creationId xmlns:a16="http://schemas.microsoft.com/office/drawing/2014/main" id="{C1899201-5DAF-E974-F58A-A1AEAB93C16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7" name="Google Shape;143;p13">
            <a:extLst>
              <a:ext uri="{FF2B5EF4-FFF2-40B4-BE49-F238E27FC236}">
                <a16:creationId xmlns:a16="http://schemas.microsoft.com/office/drawing/2014/main" id="{33DC5791-7C7E-1A35-F1B9-7D904EC4D10F}"/>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2" name="CaixaDeTexto 1">
            <a:extLst>
              <a:ext uri="{FF2B5EF4-FFF2-40B4-BE49-F238E27FC236}">
                <a16:creationId xmlns:a16="http://schemas.microsoft.com/office/drawing/2014/main" id="{A002D0E8-22C3-90CC-B114-9B35A1342FE0}"/>
              </a:ext>
            </a:extLst>
          </p:cNvPr>
          <p:cNvSpPr txBox="1"/>
          <p:nvPr userDrawn="1"/>
        </p:nvSpPr>
        <p:spPr>
          <a:xfrm>
            <a:off x="4359965" y="28227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Espaço Reservado para Texto 3">
            <a:extLst>
              <a:ext uri="{FF2B5EF4-FFF2-40B4-BE49-F238E27FC236}">
                <a16:creationId xmlns:a16="http://schemas.microsoft.com/office/drawing/2014/main" id="{7BC2819B-91AA-1651-F5F9-7B0D1509AE13}"/>
              </a:ext>
            </a:extLst>
          </p:cNvPr>
          <p:cNvSpPr>
            <a:spLocks noGrp="1"/>
          </p:cNvSpPr>
          <p:nvPr>
            <p:ph type="body" sz="quarter" idx="10"/>
          </p:nvPr>
        </p:nvSpPr>
        <p:spPr>
          <a:xfrm>
            <a:off x="4914900" y="1782261"/>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5" name="Espaço Reservado para Texto 3">
            <a:extLst>
              <a:ext uri="{FF2B5EF4-FFF2-40B4-BE49-F238E27FC236}">
                <a16:creationId xmlns:a16="http://schemas.microsoft.com/office/drawing/2014/main" id="{481EC73E-B5CF-9DF6-2B18-5F201BFD1BC9}"/>
              </a:ext>
            </a:extLst>
          </p:cNvPr>
          <p:cNvSpPr>
            <a:spLocks noGrp="1"/>
          </p:cNvSpPr>
          <p:nvPr>
            <p:ph type="body" sz="quarter" idx="11"/>
          </p:nvPr>
        </p:nvSpPr>
        <p:spPr>
          <a:xfrm>
            <a:off x="4914900" y="2712074"/>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6" name="Espaço Reservado para Texto 3">
            <a:extLst>
              <a:ext uri="{FF2B5EF4-FFF2-40B4-BE49-F238E27FC236}">
                <a16:creationId xmlns:a16="http://schemas.microsoft.com/office/drawing/2014/main" id="{E22F0728-FF89-57C8-564C-0F3FB75D68BE}"/>
              </a:ext>
            </a:extLst>
          </p:cNvPr>
          <p:cNvSpPr>
            <a:spLocks noGrp="1"/>
          </p:cNvSpPr>
          <p:nvPr>
            <p:ph type="body" sz="quarter" idx="12"/>
          </p:nvPr>
        </p:nvSpPr>
        <p:spPr>
          <a:xfrm>
            <a:off x="4914900" y="3663317"/>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7" name="Espaço Reservado para Texto 3">
            <a:extLst>
              <a:ext uri="{FF2B5EF4-FFF2-40B4-BE49-F238E27FC236}">
                <a16:creationId xmlns:a16="http://schemas.microsoft.com/office/drawing/2014/main" id="{08173B0E-FC6F-4B79-645E-F7C05C5165D3}"/>
              </a:ext>
            </a:extLst>
          </p:cNvPr>
          <p:cNvSpPr>
            <a:spLocks noGrp="1"/>
          </p:cNvSpPr>
          <p:nvPr>
            <p:ph type="body" sz="quarter" idx="13"/>
          </p:nvPr>
        </p:nvSpPr>
        <p:spPr>
          <a:xfrm>
            <a:off x="4914900" y="4663285"/>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9" name="Espaço Reservado para Texto 3">
            <a:extLst>
              <a:ext uri="{FF2B5EF4-FFF2-40B4-BE49-F238E27FC236}">
                <a16:creationId xmlns:a16="http://schemas.microsoft.com/office/drawing/2014/main" id="{777D4752-A3A8-E6ED-FF9C-9D9D8F16B077}"/>
              </a:ext>
            </a:extLst>
          </p:cNvPr>
          <p:cNvSpPr>
            <a:spLocks noGrp="1"/>
          </p:cNvSpPr>
          <p:nvPr>
            <p:ph type="body" sz="quarter" idx="14"/>
          </p:nvPr>
        </p:nvSpPr>
        <p:spPr>
          <a:xfrm>
            <a:off x="4914900" y="5708314"/>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10" name="Espaço Reservado para Texto 3">
            <a:extLst>
              <a:ext uri="{FF2B5EF4-FFF2-40B4-BE49-F238E27FC236}">
                <a16:creationId xmlns:a16="http://schemas.microsoft.com/office/drawing/2014/main" id="{CD27E91A-725C-6108-065B-301FEE078C62}"/>
              </a:ext>
            </a:extLst>
          </p:cNvPr>
          <p:cNvSpPr>
            <a:spLocks noGrp="1"/>
          </p:cNvSpPr>
          <p:nvPr>
            <p:ph type="body" sz="quarter" idx="15"/>
          </p:nvPr>
        </p:nvSpPr>
        <p:spPr>
          <a:xfrm>
            <a:off x="4914900" y="6769671"/>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pic>
        <p:nvPicPr>
          <p:cNvPr id="16" name="Imagem 15">
            <a:extLst>
              <a:ext uri="{FF2B5EF4-FFF2-40B4-BE49-F238E27FC236}">
                <a16:creationId xmlns:a16="http://schemas.microsoft.com/office/drawing/2014/main" id="{E0C78837-2ED9-FF0A-C50B-10F662CD0159}"/>
              </a:ext>
            </a:extLst>
          </p:cNvPr>
          <p:cNvPicPr>
            <a:picLocks/>
          </p:cNvPicPr>
          <p:nvPr userDrawn="1"/>
        </p:nvPicPr>
        <p:blipFill>
          <a:blip r:embed="rId4"/>
          <a:stretch>
            <a:fillRect/>
          </a:stretch>
        </p:blipFill>
        <p:spPr>
          <a:xfrm>
            <a:off x="381601" y="327600"/>
            <a:ext cx="3434405" cy="2390404"/>
          </a:xfrm>
          <a:prstGeom prst="rect">
            <a:avLst/>
          </a:prstGeom>
        </p:spPr>
      </p:pic>
      <p:sp>
        <p:nvSpPr>
          <p:cNvPr id="12" name="Google Shape;101;p34">
            <a:extLst>
              <a:ext uri="{FF2B5EF4-FFF2-40B4-BE49-F238E27FC236}">
                <a16:creationId xmlns:a16="http://schemas.microsoft.com/office/drawing/2014/main" id="{B642C3FE-A5A7-DE40-B0EC-693188905B79}"/>
              </a:ext>
            </a:extLst>
          </p:cNvPr>
          <p:cNvSpPr txBox="1"/>
          <p:nvPr userDrawn="1"/>
        </p:nvSpPr>
        <p:spPr>
          <a:xfrm>
            <a:off x="710238" y="1045716"/>
            <a:ext cx="2744693"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chemeClr val="lt1"/>
                </a:solidFill>
                <a:latin typeface="Poppins Light" pitchFamily="2" charset="77"/>
                <a:ea typeface="Poppins Medium"/>
                <a:cs typeface="Poppins Light" pitchFamily="2" charset="77"/>
                <a:sym typeface="Poppins Medium"/>
              </a:rPr>
              <a:t>Construindo o</a:t>
            </a:r>
            <a:r>
              <a:rPr lang="pt-BR" sz="3500" b="0" i="0" u="none" strike="noStrike" cap="none">
                <a:solidFill>
                  <a:schemeClr val="lt1"/>
                </a:solidFill>
                <a:latin typeface="Poppins Medium"/>
                <a:ea typeface="Poppins Medium"/>
                <a:cs typeface="Poppins Medium"/>
                <a:sym typeface="Poppins Medium"/>
              </a:rPr>
              <a:t> </a:t>
            </a:r>
            <a:r>
              <a:rPr lang="pt-BR" sz="3500" b="1" i="0" u="none" strike="noStrike" cap="none">
                <a:solidFill>
                  <a:schemeClr val="lt1"/>
                </a:solidFill>
                <a:latin typeface="Poppins" pitchFamily="2" charset="77"/>
                <a:ea typeface="Poppins"/>
                <a:cs typeface="Poppins" pitchFamily="2" charset="77"/>
                <a:sym typeface="Poppins"/>
              </a:rPr>
              <a:t>conceito</a:t>
            </a:r>
            <a:endParaRPr sz="3500" b="1" i="0" u="none" strike="noStrike" cap="none">
              <a:solidFill>
                <a:schemeClr val="lt1"/>
              </a:solidFill>
              <a:latin typeface="Poppins" pitchFamily="2" charset="77"/>
              <a:ea typeface="Poppins Light"/>
              <a:cs typeface="Poppins" pitchFamily="2" charset="77"/>
              <a:sym typeface="Poppins Light"/>
            </a:endParaRPr>
          </a:p>
        </p:txBody>
      </p:sp>
    </p:spTree>
    <p:extLst>
      <p:ext uri="{BB962C8B-B14F-4D97-AF65-F5344CB8AC3E}">
        <p14:creationId xmlns:p14="http://schemas.microsoft.com/office/powerpoint/2010/main" val="42712842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Atividade" preserve="1" userDrawn="1">
  <p:cSld name="3_Atividade">
    <p:spTree>
      <p:nvGrpSpPr>
        <p:cNvPr id="1" name="Shape 227"/>
        <p:cNvGrpSpPr/>
        <p:nvPr/>
      </p:nvGrpSpPr>
      <p:grpSpPr>
        <a:xfrm>
          <a:off x="0" y="0"/>
          <a:ext cx="0" cy="0"/>
          <a:chOff x="0" y="0"/>
          <a:chExt cx="0" cy="0"/>
        </a:xfrm>
      </p:grpSpPr>
      <p:sp>
        <p:nvSpPr>
          <p:cNvPr id="2" name="Retângulo 1">
            <a:extLst>
              <a:ext uri="{FF2B5EF4-FFF2-40B4-BE49-F238E27FC236}">
                <a16:creationId xmlns:a16="http://schemas.microsoft.com/office/drawing/2014/main" id="{20D52867-BD12-53CB-FAEF-C79A88197553}"/>
              </a:ext>
            </a:extLst>
          </p:cNvPr>
          <p:cNvSpPr/>
          <p:nvPr userDrawn="1"/>
        </p:nvSpPr>
        <p:spPr>
          <a:xfrm>
            <a:off x="0" y="0"/>
            <a:ext cx="18288000" cy="10287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9543989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Atividade" preserve="1" userDrawn="1">
  <p:cSld name="3_Atividade">
    <p:spTree>
      <p:nvGrpSpPr>
        <p:cNvPr id="1" name="Shape 227"/>
        <p:cNvGrpSpPr/>
        <p:nvPr/>
      </p:nvGrpSpPr>
      <p:grpSpPr>
        <a:xfrm>
          <a:off x="0" y="0"/>
          <a:ext cx="0" cy="0"/>
          <a:chOff x="0" y="0"/>
          <a:chExt cx="0" cy="0"/>
        </a:xfrm>
      </p:grpSpPr>
      <p:pic>
        <p:nvPicPr>
          <p:cNvPr id="4" name="Google Shape;190;p17">
            <a:extLst>
              <a:ext uri="{FF2B5EF4-FFF2-40B4-BE49-F238E27FC236}">
                <a16:creationId xmlns:a16="http://schemas.microsoft.com/office/drawing/2014/main" id="{A0810382-A324-7F5F-6D72-CCF68117DDE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6" name="Imagem 5">
            <a:extLst>
              <a:ext uri="{FF2B5EF4-FFF2-40B4-BE49-F238E27FC236}">
                <a16:creationId xmlns:a16="http://schemas.microsoft.com/office/drawing/2014/main" id="{E0A65536-4664-A5B5-9D89-868BA7336864}"/>
              </a:ext>
            </a:extLst>
          </p:cNvPr>
          <p:cNvPicPr>
            <a:picLocks/>
          </p:cNvPicPr>
          <p:nvPr userDrawn="1"/>
        </p:nvPicPr>
        <p:blipFill>
          <a:blip r:embed="rId3"/>
          <a:stretch>
            <a:fillRect/>
          </a:stretch>
        </p:blipFill>
        <p:spPr>
          <a:xfrm>
            <a:off x="298800" y="691201"/>
            <a:ext cx="3434405" cy="2390404"/>
          </a:xfrm>
          <a:prstGeom prst="rect">
            <a:avLst/>
          </a:prstGeom>
        </p:spPr>
      </p:pic>
      <p:sp>
        <p:nvSpPr>
          <p:cNvPr id="231" name="Google Shape;231;p21"/>
          <p:cNvSpPr txBox="1"/>
          <p:nvPr userDrawn="1"/>
        </p:nvSpPr>
        <p:spPr>
          <a:xfrm>
            <a:off x="1210701" y="1160039"/>
            <a:ext cx="1967095" cy="161582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rgbClr val="FFFFFF"/>
                </a:solidFill>
                <a:latin typeface="Poppins Light" pitchFamily="2" charset="77"/>
                <a:ea typeface="Poppins Light"/>
                <a:cs typeface="Poppins Light" pitchFamily="2" charset="77"/>
                <a:sym typeface="Poppins Light"/>
              </a:rPr>
              <a:t>Vamos fazer um</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a:solidFill>
                  <a:srgbClr val="FFFFFF"/>
                </a:solidFill>
                <a:latin typeface="Poppins"/>
                <a:ea typeface="Poppins"/>
                <a:cs typeface="Poppins"/>
                <a:sym typeface="Poppins"/>
              </a:rPr>
              <a:t>quiz</a:t>
            </a:r>
            <a:endParaRPr lang="pt-BR" sz="3500" b="0" i="0" u="none" strike="noStrike" cap="none" noProof="0">
              <a:solidFill>
                <a:srgbClr val="FFFFFF"/>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78E9625F-D19E-624E-A52E-3E35C3F742DF}"/>
              </a:ext>
            </a:extLst>
          </p:cNvPr>
          <p:cNvSpPr txBox="1"/>
          <p:nvPr userDrawn="1"/>
        </p:nvSpPr>
        <p:spPr>
          <a:xfrm>
            <a:off x="3765176" y="-8785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8" name="Espaço Reservado para Texto 10">
            <a:extLst>
              <a:ext uri="{FF2B5EF4-FFF2-40B4-BE49-F238E27FC236}">
                <a16:creationId xmlns:a16="http://schemas.microsoft.com/office/drawing/2014/main" id="{E3EABF6E-626A-0802-C919-B97335045E73}"/>
              </a:ext>
            </a:extLst>
          </p:cNvPr>
          <p:cNvSpPr>
            <a:spLocks noGrp="1"/>
          </p:cNvSpPr>
          <p:nvPr>
            <p:ph type="body" sz="quarter" idx="10"/>
          </p:nvPr>
        </p:nvSpPr>
        <p:spPr>
          <a:xfrm>
            <a:off x="4539582" y="2093913"/>
            <a:ext cx="10660731" cy="773112"/>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endParaRPr lang="pt-BR"/>
          </a:p>
        </p:txBody>
      </p:sp>
      <p:sp>
        <p:nvSpPr>
          <p:cNvPr id="10" name="Espaço Reservado para Texto 10">
            <a:extLst>
              <a:ext uri="{FF2B5EF4-FFF2-40B4-BE49-F238E27FC236}">
                <a16:creationId xmlns:a16="http://schemas.microsoft.com/office/drawing/2014/main" id="{24C57C54-2E58-E7B5-ECF5-2C905E340D3C}"/>
              </a:ext>
            </a:extLst>
          </p:cNvPr>
          <p:cNvSpPr>
            <a:spLocks noGrp="1"/>
          </p:cNvSpPr>
          <p:nvPr>
            <p:ph type="body" sz="quarter" idx="11"/>
          </p:nvPr>
        </p:nvSpPr>
        <p:spPr>
          <a:xfrm>
            <a:off x="4539583" y="3113243"/>
            <a:ext cx="10660730" cy="1098879"/>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2200" b="0" i="0">
                <a:solidFill>
                  <a:schemeClr val="bg1"/>
                </a:solidFill>
                <a:latin typeface="Poppins" pitchFamily="2" charset="77"/>
                <a:cs typeface="Poppins" pitchFamily="2" charset="77"/>
              </a:defRPr>
            </a:lvl5pPr>
          </a:lstStyle>
          <a:p>
            <a:pPr lvl="4"/>
            <a:endParaRPr lang="pt-BR"/>
          </a:p>
        </p:txBody>
      </p:sp>
    </p:spTree>
    <p:extLst>
      <p:ext uri="{BB962C8B-B14F-4D97-AF65-F5344CB8AC3E}">
        <p14:creationId xmlns:p14="http://schemas.microsoft.com/office/powerpoint/2010/main" val="13741301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Atividade" preserve="1" userDrawn="1">
  <p:cSld name="1_Atividade">
    <p:spTree>
      <p:nvGrpSpPr>
        <p:cNvPr id="1" name="Shape 227"/>
        <p:cNvGrpSpPr/>
        <p:nvPr/>
      </p:nvGrpSpPr>
      <p:grpSpPr>
        <a:xfrm>
          <a:off x="0" y="0"/>
          <a:ext cx="0" cy="0"/>
          <a:chOff x="0" y="0"/>
          <a:chExt cx="0" cy="0"/>
        </a:xfrm>
      </p:grpSpPr>
      <p:pic>
        <p:nvPicPr>
          <p:cNvPr id="6" name="Google Shape;190;p17">
            <a:extLst>
              <a:ext uri="{FF2B5EF4-FFF2-40B4-BE49-F238E27FC236}">
                <a16:creationId xmlns:a16="http://schemas.microsoft.com/office/drawing/2014/main" id="{F9357E3A-0A47-5C6A-4624-2811914CCED8}"/>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8" name="Imagem 7">
            <a:extLst>
              <a:ext uri="{FF2B5EF4-FFF2-40B4-BE49-F238E27FC236}">
                <a16:creationId xmlns:a16="http://schemas.microsoft.com/office/drawing/2014/main" id="{0E1E81E1-D480-0575-6B38-370111FE1F40}"/>
              </a:ext>
            </a:extLst>
          </p:cNvPr>
          <p:cNvPicPr>
            <a:picLocks/>
          </p:cNvPicPr>
          <p:nvPr userDrawn="1"/>
        </p:nvPicPr>
        <p:blipFill>
          <a:blip r:embed="rId3"/>
          <a:stretch>
            <a:fillRect/>
          </a:stretch>
        </p:blipFill>
        <p:spPr>
          <a:xfrm>
            <a:off x="298800" y="691201"/>
            <a:ext cx="3434405" cy="2390404"/>
          </a:xfrm>
          <a:prstGeom prst="rect">
            <a:avLst/>
          </a:prstGeom>
        </p:spPr>
      </p:pic>
      <p:sp>
        <p:nvSpPr>
          <p:cNvPr id="2" name="CaixaDeTexto 1">
            <a:extLst>
              <a:ext uri="{FF2B5EF4-FFF2-40B4-BE49-F238E27FC236}">
                <a16:creationId xmlns:a16="http://schemas.microsoft.com/office/drawing/2014/main" id="{78E9625F-D19E-624E-A52E-3E35C3F742DF}"/>
              </a:ext>
            </a:extLst>
          </p:cNvPr>
          <p:cNvSpPr txBox="1"/>
          <p:nvPr userDrawn="1"/>
        </p:nvSpPr>
        <p:spPr>
          <a:xfrm>
            <a:off x="3765176" y="-8785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Google Shape;231;p21">
            <a:extLst>
              <a:ext uri="{FF2B5EF4-FFF2-40B4-BE49-F238E27FC236}">
                <a16:creationId xmlns:a16="http://schemas.microsoft.com/office/drawing/2014/main" id="{76C6D641-729D-5478-E0FD-4482BC0110EA}"/>
              </a:ext>
            </a:extLst>
          </p:cNvPr>
          <p:cNvSpPr txBox="1"/>
          <p:nvPr userDrawn="1"/>
        </p:nvSpPr>
        <p:spPr>
          <a:xfrm>
            <a:off x="943708" y="1324162"/>
            <a:ext cx="2292704"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rgbClr val="FFFFFF"/>
                </a:solidFill>
                <a:latin typeface="Poppins Light" pitchFamily="2" charset="77"/>
                <a:ea typeface="Poppins Light"/>
                <a:cs typeface="Poppins Light" pitchFamily="2" charset="77"/>
                <a:sym typeface="Poppins Light"/>
              </a:rPr>
              <a:t>Pause e</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a:solidFill>
                  <a:srgbClr val="FFFFFF"/>
                </a:solidFill>
                <a:latin typeface="Poppins"/>
                <a:ea typeface="Poppins Light"/>
                <a:cs typeface="Poppins"/>
                <a:sym typeface="Poppins"/>
              </a:rPr>
              <a:t>responda</a:t>
            </a:r>
            <a:endParaRPr lang="pt-BR" sz="3500" b="0" i="0" u="none" strike="noStrike" cap="none" noProof="0">
              <a:solidFill>
                <a:srgbClr val="FFFFFF"/>
              </a:solidFill>
              <a:latin typeface="Poppins Light"/>
              <a:ea typeface="Poppins Light"/>
              <a:cs typeface="Poppins Light"/>
              <a:sym typeface="Poppins Light"/>
            </a:endParaRPr>
          </a:p>
        </p:txBody>
      </p:sp>
      <p:sp>
        <p:nvSpPr>
          <p:cNvPr id="11" name="Espaço Reservado para Texto 10">
            <a:extLst>
              <a:ext uri="{FF2B5EF4-FFF2-40B4-BE49-F238E27FC236}">
                <a16:creationId xmlns:a16="http://schemas.microsoft.com/office/drawing/2014/main" id="{195C8DE1-D92C-0520-6827-BF4E2122A3E1}"/>
              </a:ext>
            </a:extLst>
          </p:cNvPr>
          <p:cNvSpPr>
            <a:spLocks noGrp="1"/>
          </p:cNvSpPr>
          <p:nvPr>
            <p:ph type="body" sz="quarter" idx="10"/>
          </p:nvPr>
        </p:nvSpPr>
        <p:spPr>
          <a:xfrm>
            <a:off x="4539582" y="2093913"/>
            <a:ext cx="10660731" cy="773112"/>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endParaRPr lang="pt-BR"/>
          </a:p>
        </p:txBody>
      </p:sp>
      <p:sp>
        <p:nvSpPr>
          <p:cNvPr id="12" name="Espaço Reservado para Texto 10">
            <a:extLst>
              <a:ext uri="{FF2B5EF4-FFF2-40B4-BE49-F238E27FC236}">
                <a16:creationId xmlns:a16="http://schemas.microsoft.com/office/drawing/2014/main" id="{D96DF696-0CE9-222F-9539-CCDCDE3B62F4}"/>
              </a:ext>
            </a:extLst>
          </p:cNvPr>
          <p:cNvSpPr>
            <a:spLocks noGrp="1"/>
          </p:cNvSpPr>
          <p:nvPr>
            <p:ph type="body" sz="quarter" idx="11"/>
          </p:nvPr>
        </p:nvSpPr>
        <p:spPr>
          <a:xfrm>
            <a:off x="4539583" y="3113243"/>
            <a:ext cx="10660730" cy="1098879"/>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2200" b="0" i="0">
                <a:solidFill>
                  <a:schemeClr val="bg1"/>
                </a:solidFill>
                <a:latin typeface="Poppins" pitchFamily="2" charset="77"/>
                <a:cs typeface="Poppins" pitchFamily="2" charset="77"/>
              </a:defRPr>
            </a:lvl5pPr>
          </a:lstStyle>
          <a:p>
            <a:pPr lvl="4"/>
            <a:endParaRPr lang="pt-BR"/>
          </a:p>
        </p:txBody>
      </p:sp>
    </p:spTree>
    <p:extLst>
      <p:ext uri="{BB962C8B-B14F-4D97-AF65-F5344CB8AC3E}">
        <p14:creationId xmlns:p14="http://schemas.microsoft.com/office/powerpoint/2010/main" val="20368292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Layout Personalizado">
    <p:spTree>
      <p:nvGrpSpPr>
        <p:cNvPr id="1" name=""/>
        <p:cNvGrpSpPr/>
        <p:nvPr/>
      </p:nvGrpSpPr>
      <p:grpSpPr>
        <a:xfrm>
          <a:off x="0" y="0"/>
          <a:ext cx="0" cy="0"/>
          <a:chOff x="0" y="0"/>
          <a:chExt cx="0" cy="0"/>
        </a:xfrm>
      </p:grpSpPr>
      <p:pic>
        <p:nvPicPr>
          <p:cNvPr id="5" name="Google Shape;190;p17">
            <a:extLst>
              <a:ext uri="{FF2B5EF4-FFF2-40B4-BE49-F238E27FC236}">
                <a16:creationId xmlns:a16="http://schemas.microsoft.com/office/drawing/2014/main" id="{DF08B642-629D-10BC-758C-D4D28C96BC5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12" name="Imagem 11">
            <a:extLst>
              <a:ext uri="{FF2B5EF4-FFF2-40B4-BE49-F238E27FC236}">
                <a16:creationId xmlns:a16="http://schemas.microsoft.com/office/drawing/2014/main" id="{5EF7320E-F339-0F5D-823F-6E7B5604437F}"/>
              </a:ext>
            </a:extLst>
          </p:cNvPr>
          <p:cNvPicPr>
            <a:picLocks/>
          </p:cNvPicPr>
          <p:nvPr userDrawn="1"/>
        </p:nvPicPr>
        <p:blipFill>
          <a:blip r:embed="rId3"/>
          <a:stretch>
            <a:fillRect/>
          </a:stretch>
        </p:blipFill>
        <p:spPr>
          <a:xfrm>
            <a:off x="0" y="0"/>
            <a:ext cx="12848420" cy="8071212"/>
          </a:xfrm>
          <a:prstGeom prst="rect">
            <a:avLst/>
          </a:prstGeom>
        </p:spPr>
      </p:pic>
      <p:pic>
        <p:nvPicPr>
          <p:cNvPr id="10" name="Imagem 9">
            <a:extLst>
              <a:ext uri="{FF2B5EF4-FFF2-40B4-BE49-F238E27FC236}">
                <a16:creationId xmlns:a16="http://schemas.microsoft.com/office/drawing/2014/main" id="{E3958DBE-5735-B045-2116-C19E21997AFC}"/>
              </a:ext>
            </a:extLst>
          </p:cNvPr>
          <p:cNvPicPr>
            <a:picLocks/>
          </p:cNvPicPr>
          <p:nvPr userDrawn="1"/>
        </p:nvPicPr>
        <p:blipFill>
          <a:blip r:embed="rId3"/>
          <a:stretch>
            <a:fillRect/>
          </a:stretch>
        </p:blipFill>
        <p:spPr>
          <a:xfrm>
            <a:off x="0" y="0"/>
            <a:ext cx="12848420" cy="8071212"/>
          </a:xfrm>
          <a:prstGeom prst="rect">
            <a:avLst/>
          </a:prstGeom>
        </p:spPr>
      </p:pic>
      <p:sp>
        <p:nvSpPr>
          <p:cNvPr id="6" name="Espaço Reservado para Texto 17">
            <a:extLst>
              <a:ext uri="{FF2B5EF4-FFF2-40B4-BE49-F238E27FC236}">
                <a16:creationId xmlns:a16="http://schemas.microsoft.com/office/drawing/2014/main" id="{99B3C895-9A6A-3A70-111A-A4701F153597}"/>
              </a:ext>
            </a:extLst>
          </p:cNvPr>
          <p:cNvSpPr>
            <a:spLocks noGrp="1"/>
          </p:cNvSpPr>
          <p:nvPr>
            <p:ph type="body" sz="quarter" idx="11" hasCustomPrompt="1"/>
          </p:nvPr>
        </p:nvSpPr>
        <p:spPr>
          <a:xfrm>
            <a:off x="3657194" y="1498708"/>
            <a:ext cx="6254750" cy="4692650"/>
          </a:xfrm>
          <a:prstGeom prst="rect">
            <a:avLst/>
          </a:prstGeom>
        </p:spPr>
        <p:txBody>
          <a:bodyPr/>
          <a:lstStyle>
            <a:lvl1pPr>
              <a:defRPr sz="2400">
                <a:latin typeface="Poppins" panose="00000500000000000000" pitchFamily="2" charset="0"/>
                <a:cs typeface="Poppins" panose="00000500000000000000" pitchFamily="2" charset="0"/>
              </a:defRPr>
            </a:lvl1pPr>
            <a:lvl2pPr>
              <a:defRPr sz="1600"/>
            </a:lvl2pPr>
            <a:lvl3pPr>
              <a:defRPr sz="1600"/>
            </a:lvl3pPr>
            <a:lvl4pPr>
              <a:defRPr sz="1600"/>
            </a:lvl4pPr>
            <a:lvl5pPr>
              <a:defRPr sz="1600"/>
            </a:lvl5pPr>
          </a:lstStyle>
          <a:p>
            <a:pPr lvl="0"/>
            <a:r>
              <a:rPr lang="pt-BR" noProof="0"/>
              <a:t>Escreva a citação nesta área </a:t>
            </a:r>
            <a:r>
              <a:rPr lang="en-US"/>
              <a:t>do layout. Lorem Ipsum has been the industry's standard dummy text ever since the 1500s . Lorem Ipsum has been the industry's standard dummy text ever since the 1500s. Lorem Ipsum has been the industry's standard dummy text ever since the 1500s. Lorem Ipsum has been the industry's standard dummy text ever since the 1500s. Lorem Ipsum has been the industry's standard dummy text ever since the 1500s.”</a:t>
            </a:r>
          </a:p>
        </p:txBody>
      </p:sp>
      <p:sp>
        <p:nvSpPr>
          <p:cNvPr id="7" name="Espaço Reservado para Texto 19">
            <a:extLst>
              <a:ext uri="{FF2B5EF4-FFF2-40B4-BE49-F238E27FC236}">
                <a16:creationId xmlns:a16="http://schemas.microsoft.com/office/drawing/2014/main" id="{015A9257-63A1-16A0-C8E8-D41B83F04B6E}"/>
              </a:ext>
            </a:extLst>
          </p:cNvPr>
          <p:cNvSpPr>
            <a:spLocks noGrp="1"/>
          </p:cNvSpPr>
          <p:nvPr>
            <p:ph type="body" sz="quarter" idx="12" hasCustomPrompt="1"/>
          </p:nvPr>
        </p:nvSpPr>
        <p:spPr>
          <a:xfrm>
            <a:off x="3656551" y="6370106"/>
            <a:ext cx="5018087" cy="606425"/>
          </a:xfrm>
          <a:prstGeom prst="rect">
            <a:avLst/>
          </a:prstGeom>
        </p:spPr>
        <p:txBody>
          <a:bodyPr/>
          <a:lstStyle>
            <a:lvl1pPr>
              <a:defRPr sz="1800">
                <a:latin typeface="Poppins" panose="00000500000000000000" pitchFamily="2" charset="0"/>
                <a:cs typeface="Poppins" panose="00000500000000000000" pitchFamily="2" charset="0"/>
              </a:defRPr>
            </a:lvl1pPr>
          </a:lstStyle>
          <a:p>
            <a:pPr lvl="0"/>
            <a:r>
              <a:rPr lang="pt-BR"/>
              <a:t>Referência completa da citação/autoria</a:t>
            </a:r>
          </a:p>
        </p:txBody>
      </p:sp>
    </p:spTree>
    <p:extLst>
      <p:ext uri="{BB962C8B-B14F-4D97-AF65-F5344CB8AC3E}">
        <p14:creationId xmlns:p14="http://schemas.microsoft.com/office/powerpoint/2010/main" val="30297290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_Atividade_Resposta" preserve="1" userDrawn="1">
  <p:cSld name="3_Atividade_Resposta">
    <p:spTree>
      <p:nvGrpSpPr>
        <p:cNvPr id="1" name="Shape 235"/>
        <p:cNvGrpSpPr/>
        <p:nvPr/>
      </p:nvGrpSpPr>
      <p:grpSpPr>
        <a:xfrm>
          <a:off x="0" y="0"/>
          <a:ext cx="0" cy="0"/>
          <a:chOff x="0" y="0"/>
          <a:chExt cx="0" cy="0"/>
        </a:xfrm>
      </p:grpSpPr>
    </p:spTree>
    <p:extLst>
      <p:ext uri="{BB962C8B-B14F-4D97-AF65-F5344CB8AC3E}">
        <p14:creationId xmlns:p14="http://schemas.microsoft.com/office/powerpoint/2010/main" val="37132638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2_Atividade_Resposta" preserve="1" userDrawn="1">
  <p:cSld name="3_Atividade_Resposta">
    <p:spTree>
      <p:nvGrpSpPr>
        <p:cNvPr id="1" name="Shape 244"/>
        <p:cNvGrpSpPr/>
        <p:nvPr/>
      </p:nvGrpSpPr>
      <p:grpSpPr>
        <a:xfrm>
          <a:off x="0" y="0"/>
          <a:ext cx="0" cy="0"/>
          <a:chOff x="0" y="0"/>
          <a:chExt cx="0" cy="0"/>
        </a:xfrm>
      </p:grpSpPr>
      <p:pic>
        <p:nvPicPr>
          <p:cNvPr id="2" name="Google Shape;10;p29">
            <a:extLst>
              <a:ext uri="{FF2B5EF4-FFF2-40B4-BE49-F238E27FC236}">
                <a16:creationId xmlns:a16="http://schemas.microsoft.com/office/drawing/2014/main" id="{69B899E0-256B-4ABD-B3CF-5D0279BAB1DB}"/>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17414310" y="169102"/>
            <a:ext cx="648222" cy="304469"/>
          </a:xfrm>
          <a:prstGeom prst="rect">
            <a:avLst/>
          </a:prstGeom>
          <a:noFill/>
          <a:ln>
            <a:noFill/>
          </a:ln>
        </p:spPr>
      </p:pic>
      <p:sp>
        <p:nvSpPr>
          <p:cNvPr id="7" name="Espaço Reservado para Texto 6">
            <a:extLst>
              <a:ext uri="{FF2B5EF4-FFF2-40B4-BE49-F238E27FC236}">
                <a16:creationId xmlns:a16="http://schemas.microsoft.com/office/drawing/2014/main" id="{E128FBB6-9361-0CA4-4757-4C6494BD6187}"/>
              </a:ext>
            </a:extLst>
          </p:cNvPr>
          <p:cNvSpPr>
            <a:spLocks noGrp="1"/>
          </p:cNvSpPr>
          <p:nvPr>
            <p:ph type="body" sz="quarter" idx="10"/>
          </p:nvPr>
        </p:nvSpPr>
        <p:spPr>
          <a:xfrm>
            <a:off x="3950716" y="1987423"/>
            <a:ext cx="7497763" cy="1255713"/>
          </a:xfrm>
          <a:prstGeom prst="rect">
            <a:avLst/>
          </a:prstGeom>
        </p:spPr>
        <p:txBody>
          <a:bodyPr/>
          <a:lstStyle/>
          <a:p>
            <a:pPr lvl="0"/>
            <a:endParaRPr lang="pt-BR"/>
          </a:p>
        </p:txBody>
      </p:sp>
      <p:sp>
        <p:nvSpPr>
          <p:cNvPr id="8" name="Espaço Reservado para Texto 6">
            <a:extLst>
              <a:ext uri="{FF2B5EF4-FFF2-40B4-BE49-F238E27FC236}">
                <a16:creationId xmlns:a16="http://schemas.microsoft.com/office/drawing/2014/main" id="{004B621D-7063-CB00-D5F7-DD7041FE5E25}"/>
              </a:ext>
            </a:extLst>
          </p:cNvPr>
          <p:cNvSpPr>
            <a:spLocks noGrp="1"/>
          </p:cNvSpPr>
          <p:nvPr>
            <p:ph type="body" sz="quarter" idx="11"/>
          </p:nvPr>
        </p:nvSpPr>
        <p:spPr>
          <a:xfrm>
            <a:off x="3950716" y="3511423"/>
            <a:ext cx="7497763" cy="1255713"/>
          </a:xfrm>
          <a:prstGeom prst="rect">
            <a:avLst/>
          </a:prstGeom>
        </p:spPr>
        <p:txBody>
          <a:bodyPr/>
          <a:lstStyle/>
          <a:p>
            <a:pPr lvl="0"/>
            <a:endParaRPr lang="pt-BR"/>
          </a:p>
        </p:txBody>
      </p:sp>
      <p:sp>
        <p:nvSpPr>
          <p:cNvPr id="9" name="Espaço Reservado para Texto 6">
            <a:extLst>
              <a:ext uri="{FF2B5EF4-FFF2-40B4-BE49-F238E27FC236}">
                <a16:creationId xmlns:a16="http://schemas.microsoft.com/office/drawing/2014/main" id="{3ED50221-AC80-3CBF-59A1-8AAD3D8B7C43}"/>
              </a:ext>
            </a:extLst>
          </p:cNvPr>
          <p:cNvSpPr>
            <a:spLocks noGrp="1"/>
          </p:cNvSpPr>
          <p:nvPr>
            <p:ph type="body" sz="quarter" idx="12"/>
          </p:nvPr>
        </p:nvSpPr>
        <p:spPr>
          <a:xfrm>
            <a:off x="3950716" y="5047615"/>
            <a:ext cx="7497763" cy="1255713"/>
          </a:xfrm>
          <a:prstGeom prst="rect">
            <a:avLst/>
          </a:prstGeom>
        </p:spPr>
        <p:txBody>
          <a:bodyPr/>
          <a:lstStyle/>
          <a:p>
            <a:pPr lvl="0"/>
            <a:endParaRPr lang="pt-BR"/>
          </a:p>
        </p:txBody>
      </p:sp>
      <p:sp>
        <p:nvSpPr>
          <p:cNvPr id="10" name="Espaço Reservado para Texto 6">
            <a:extLst>
              <a:ext uri="{FF2B5EF4-FFF2-40B4-BE49-F238E27FC236}">
                <a16:creationId xmlns:a16="http://schemas.microsoft.com/office/drawing/2014/main" id="{5B12E8BA-EADA-382E-01AB-DEE52E919608}"/>
              </a:ext>
            </a:extLst>
          </p:cNvPr>
          <p:cNvSpPr>
            <a:spLocks noGrp="1"/>
          </p:cNvSpPr>
          <p:nvPr>
            <p:ph type="body" sz="quarter" idx="13"/>
          </p:nvPr>
        </p:nvSpPr>
        <p:spPr>
          <a:xfrm>
            <a:off x="3950716" y="6730111"/>
            <a:ext cx="7497763" cy="1255713"/>
          </a:xfrm>
          <a:prstGeom prst="rect">
            <a:avLst/>
          </a:prstGeom>
        </p:spPr>
        <p:txBody>
          <a:bodyPr/>
          <a:lstStyle/>
          <a:p>
            <a:pPr lvl="0"/>
            <a:endParaRPr lang="pt-BR"/>
          </a:p>
        </p:txBody>
      </p:sp>
    </p:spTree>
    <p:extLst>
      <p:ext uri="{BB962C8B-B14F-4D97-AF65-F5344CB8AC3E}">
        <p14:creationId xmlns:p14="http://schemas.microsoft.com/office/powerpoint/2010/main" val="11897978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_Atividade_embranco" preserve="1" userDrawn="1">
  <p:cSld name="2_Atividade_embranco">
    <p:spTree>
      <p:nvGrpSpPr>
        <p:cNvPr id="1" name="Shape 307"/>
        <p:cNvGrpSpPr/>
        <p:nvPr/>
      </p:nvGrpSpPr>
      <p:grpSpPr>
        <a:xfrm>
          <a:off x="0" y="0"/>
          <a:ext cx="0" cy="0"/>
          <a:chOff x="0" y="0"/>
          <a:chExt cx="0" cy="0"/>
        </a:xfrm>
      </p:grpSpPr>
      <p:sp>
        <p:nvSpPr>
          <p:cNvPr id="3" name="Espaço Reservado para Imagem 2">
            <a:extLst>
              <a:ext uri="{FF2B5EF4-FFF2-40B4-BE49-F238E27FC236}">
                <a16:creationId xmlns:a16="http://schemas.microsoft.com/office/drawing/2014/main" id="{CF0416F6-09BD-9981-848C-F13A11B9AEB6}"/>
              </a:ext>
            </a:extLst>
          </p:cNvPr>
          <p:cNvSpPr>
            <a:spLocks noGrp="1"/>
          </p:cNvSpPr>
          <p:nvPr>
            <p:ph type="pic" sz="quarter" idx="10"/>
          </p:nvPr>
        </p:nvSpPr>
        <p:spPr>
          <a:xfrm>
            <a:off x="0" y="0"/>
            <a:ext cx="18288000" cy="10287000"/>
          </a:xfrm>
          <a:prstGeom prst="rect">
            <a:avLst/>
          </a:prstGeom>
          <a:solidFill>
            <a:schemeClr val="bg1">
              <a:lumMod val="85000"/>
            </a:schemeClr>
          </a:solidFill>
        </p:spPr>
        <p:txBody>
          <a:bodyPr/>
          <a:lstStyle>
            <a:lvl1pPr>
              <a:defRPr sz="1800">
                <a:latin typeface="Poppins" pitchFamily="2" charset="77"/>
                <a:cs typeface="Poppins" pitchFamily="2" charset="77"/>
              </a:defRPr>
            </a:lvl1pPr>
          </a:lstStyle>
          <a:p>
            <a:endParaRPr lang="pt-BR"/>
          </a:p>
        </p:txBody>
      </p:sp>
      <p:sp>
        <p:nvSpPr>
          <p:cNvPr id="4" name="Espaço Reservado para Mídia 3">
            <a:extLst>
              <a:ext uri="{FF2B5EF4-FFF2-40B4-BE49-F238E27FC236}">
                <a16:creationId xmlns:a16="http://schemas.microsoft.com/office/drawing/2014/main" id="{93F045AC-FA97-1D94-5C54-6BC8931024B8}"/>
              </a:ext>
            </a:extLst>
          </p:cNvPr>
          <p:cNvSpPr>
            <a:spLocks noGrp="1"/>
          </p:cNvSpPr>
          <p:nvPr>
            <p:ph type="media" sz="quarter" idx="11"/>
          </p:nvPr>
        </p:nvSpPr>
        <p:spPr>
          <a:xfrm>
            <a:off x="1293813" y="1331913"/>
            <a:ext cx="6138862" cy="5408612"/>
          </a:xfrm>
          <a:prstGeom prst="rect">
            <a:avLst/>
          </a:prstGeom>
        </p:spPr>
        <p:txBody>
          <a:bodyPr/>
          <a:lstStyle/>
          <a:p>
            <a:endParaRPr lang="pt-BR"/>
          </a:p>
        </p:txBody>
      </p:sp>
    </p:spTree>
    <p:extLst>
      <p:ext uri="{BB962C8B-B14F-4D97-AF65-F5344CB8AC3E}">
        <p14:creationId xmlns:p14="http://schemas.microsoft.com/office/powerpoint/2010/main" val="30782261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endParaRPr lang="en-US"/>
          </a:p>
        </p:txBody>
      </p:sp>
      <p:sp>
        <p:nvSpPr>
          <p:cNvPr id="5" name="CaixaDeTexto 4">
            <a:extLst>
              <a:ext uri="{FF2B5EF4-FFF2-40B4-BE49-F238E27FC236}">
                <a16:creationId xmlns:a16="http://schemas.microsoft.com/office/drawing/2014/main" id="{692551E1-A191-4E27-15C4-E0C7232A5F0E}"/>
              </a:ext>
            </a:extLst>
          </p:cNvPr>
          <p:cNvSpPr txBox="1"/>
          <p:nvPr userDrawn="1"/>
        </p:nvSpPr>
        <p:spPr>
          <a:xfrm>
            <a:off x="900113" y="4286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8" name="CaixaDeTexto 57">
            <a:extLst>
              <a:ext uri="{FF2B5EF4-FFF2-40B4-BE49-F238E27FC236}">
                <a16:creationId xmlns:a16="http://schemas.microsoft.com/office/drawing/2014/main" id="{E2E6E040-FD12-5F0A-5A7E-31B82D9E5878}"/>
              </a:ext>
            </a:extLst>
          </p:cNvPr>
          <p:cNvSpPr txBox="1"/>
          <p:nvPr userDrawn="1"/>
        </p:nvSpPr>
        <p:spPr>
          <a:xfrm>
            <a:off x="19457233" y="74051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9" name="CaixaDeTexto 58">
            <a:extLst>
              <a:ext uri="{FF2B5EF4-FFF2-40B4-BE49-F238E27FC236}">
                <a16:creationId xmlns:a16="http://schemas.microsoft.com/office/drawing/2014/main" id="{86AC8CDC-DB5B-8576-7D5B-627A6FF675DE}"/>
              </a:ext>
            </a:extLst>
          </p:cNvPr>
          <p:cNvSpPr txBox="1"/>
          <p:nvPr userDrawn="1"/>
        </p:nvSpPr>
        <p:spPr>
          <a:xfrm>
            <a:off x="19037508" y="583117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62" name="Espaço Reservado para Texto 60">
            <a:extLst>
              <a:ext uri="{FF2B5EF4-FFF2-40B4-BE49-F238E27FC236}">
                <a16:creationId xmlns:a16="http://schemas.microsoft.com/office/drawing/2014/main" id="{89F34A58-1D03-1A84-8D44-35B61CAAC606}"/>
              </a:ext>
            </a:extLst>
          </p:cNvPr>
          <p:cNvSpPr>
            <a:spLocks noGrp="1"/>
          </p:cNvSpPr>
          <p:nvPr>
            <p:ph type="body" sz="quarter" idx="19"/>
          </p:nvPr>
        </p:nvSpPr>
        <p:spPr>
          <a:xfrm>
            <a:off x="1317708" y="7057869"/>
            <a:ext cx="3763957" cy="460190"/>
          </a:xfrm>
          <a:prstGeom prst="rect">
            <a:avLst/>
          </a:prstGeom>
        </p:spPr>
        <p:txBody>
          <a:bodyPr anchor="ctr"/>
          <a:lstStyle>
            <a:lvl1pPr>
              <a:defRPr sz="1700" b="1">
                <a:latin typeface="Poppins" pitchFamily="2" charset="77"/>
                <a:cs typeface="Poppins" pitchFamily="2" charset="77"/>
              </a:defRPr>
            </a:lvl1pPr>
          </a:lstStyle>
          <a:p>
            <a:pPr lvl="0"/>
            <a:endParaRPr lang="pt-BR"/>
          </a:p>
        </p:txBody>
      </p:sp>
      <p:sp>
        <p:nvSpPr>
          <p:cNvPr id="64" name="Espaço Reservado para Texto 60">
            <a:extLst>
              <a:ext uri="{FF2B5EF4-FFF2-40B4-BE49-F238E27FC236}">
                <a16:creationId xmlns:a16="http://schemas.microsoft.com/office/drawing/2014/main" id="{C64C4F39-6E3E-2CBC-C02F-85C4D8E437D4}"/>
              </a:ext>
            </a:extLst>
          </p:cNvPr>
          <p:cNvSpPr>
            <a:spLocks noGrp="1"/>
          </p:cNvSpPr>
          <p:nvPr>
            <p:ph type="body" sz="quarter" idx="20"/>
          </p:nvPr>
        </p:nvSpPr>
        <p:spPr>
          <a:xfrm>
            <a:off x="1317708" y="7792387"/>
            <a:ext cx="3763957" cy="460190"/>
          </a:xfrm>
          <a:prstGeom prst="rect">
            <a:avLst/>
          </a:prstGeom>
        </p:spPr>
        <p:txBody>
          <a:bodyPr anchor="ctr"/>
          <a:lstStyle>
            <a:lvl1pPr>
              <a:defRPr sz="1700" b="1">
                <a:latin typeface="Poppins" pitchFamily="2" charset="77"/>
                <a:cs typeface="Poppins" pitchFamily="2" charset="77"/>
              </a:defRPr>
            </a:lvl1pPr>
          </a:lstStyle>
          <a:p>
            <a:pPr lvl="0"/>
            <a:endParaRPr lang="pt-BR"/>
          </a:p>
        </p:txBody>
      </p:sp>
      <p:sp>
        <p:nvSpPr>
          <p:cNvPr id="44" name="CaixaDeTexto 43">
            <a:extLst>
              <a:ext uri="{FF2B5EF4-FFF2-40B4-BE49-F238E27FC236}">
                <a16:creationId xmlns:a16="http://schemas.microsoft.com/office/drawing/2014/main" id="{DD2F756A-5714-9640-0D25-5AA63BD888B1}"/>
              </a:ext>
            </a:extLst>
          </p:cNvPr>
          <p:cNvSpPr txBox="1"/>
          <p:nvPr userDrawn="1"/>
        </p:nvSpPr>
        <p:spPr>
          <a:xfrm>
            <a:off x="5414682" y="-155985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22" name="Imagem 21">
            <a:extLst>
              <a:ext uri="{FF2B5EF4-FFF2-40B4-BE49-F238E27FC236}">
                <a16:creationId xmlns:a16="http://schemas.microsoft.com/office/drawing/2014/main" id="{C35C67D4-524A-DD8D-4CCD-CB415CD81822}"/>
              </a:ext>
            </a:extLst>
          </p:cNvPr>
          <p:cNvPicPr>
            <a:picLocks/>
          </p:cNvPicPr>
          <p:nvPr userDrawn="1"/>
        </p:nvPicPr>
        <p:blipFill>
          <a:blip r:embed="rId2"/>
          <a:stretch>
            <a:fillRect/>
          </a:stretch>
        </p:blipFill>
        <p:spPr>
          <a:xfrm>
            <a:off x="396001" y="421201"/>
            <a:ext cx="3434405" cy="2390404"/>
          </a:xfrm>
          <a:prstGeom prst="rect">
            <a:avLst/>
          </a:prstGeom>
        </p:spPr>
      </p:pic>
      <p:sp>
        <p:nvSpPr>
          <p:cNvPr id="45" name="Google Shape;207;p37">
            <a:extLst>
              <a:ext uri="{FF2B5EF4-FFF2-40B4-BE49-F238E27FC236}">
                <a16:creationId xmlns:a16="http://schemas.microsoft.com/office/drawing/2014/main" id="{C8CD85CF-E847-0B14-CC93-032F679F65D1}"/>
              </a:ext>
            </a:extLst>
          </p:cNvPr>
          <p:cNvSpPr txBox="1"/>
          <p:nvPr userDrawn="1"/>
        </p:nvSpPr>
        <p:spPr>
          <a:xfrm>
            <a:off x="851621" y="1158906"/>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rgbClr val="FFFFFF"/>
                </a:solidFill>
                <a:latin typeface="Poppins Light" pitchFamily="2" charset="77"/>
                <a:ea typeface="Poppins Light"/>
                <a:cs typeface="Poppins Light" pitchFamily="2" charset="77"/>
                <a:sym typeface="Poppins Light"/>
              </a:rPr>
              <a:t>Colocando</a:t>
            </a:r>
            <a:br>
              <a:rPr lang="pt-BR" sz="3500" b="0" i="0" u="none" strike="noStrike" cap="none">
                <a:solidFill>
                  <a:srgbClr val="FFFFFF"/>
                </a:solidFill>
                <a:latin typeface="Poppins Light" pitchFamily="2" charset="77"/>
                <a:ea typeface="Poppins Light"/>
                <a:cs typeface="Poppins Light" pitchFamily="2" charset="77"/>
                <a:sym typeface="Poppins Light"/>
              </a:rPr>
            </a:br>
            <a:r>
              <a:rPr lang="pt-BR" sz="3500" b="0" i="0" u="none" strike="noStrike" cap="none">
                <a:solidFill>
                  <a:srgbClr val="FFFFFF"/>
                </a:solidFill>
                <a:latin typeface="Poppins Light" pitchFamily="2" charset="77"/>
                <a:ea typeface="Poppins Light"/>
                <a:cs typeface="Poppins Light" pitchFamily="2" charset="77"/>
                <a:sym typeface="Poppins Light"/>
              </a:rPr>
              <a:t>em </a:t>
            </a:r>
            <a:r>
              <a:rPr lang="pt-BR" sz="3500" b="1" i="0" u="none" strike="noStrike" cap="none">
                <a:solidFill>
                  <a:srgbClr val="FFFFFF"/>
                </a:solidFill>
                <a:latin typeface="Poppins"/>
                <a:ea typeface="Poppins"/>
                <a:cs typeface="Poppins"/>
                <a:sym typeface="Poppins"/>
              </a:rPr>
              <a:t>prática</a:t>
            </a:r>
            <a:endParaRPr sz="3500" b="0" i="0" u="none" strike="noStrike" cap="none">
              <a:solidFill>
                <a:srgbClr val="FFFFFF"/>
              </a:solidFill>
              <a:latin typeface="Poppins Light"/>
              <a:ea typeface="Poppins Light"/>
              <a:cs typeface="Poppins Light"/>
              <a:sym typeface="Poppins Light"/>
            </a:endParaRPr>
          </a:p>
        </p:txBody>
      </p:sp>
      <p:sp>
        <p:nvSpPr>
          <p:cNvPr id="6" name="CaixaDeTexto 5">
            <a:extLst>
              <a:ext uri="{FF2B5EF4-FFF2-40B4-BE49-F238E27FC236}">
                <a16:creationId xmlns:a16="http://schemas.microsoft.com/office/drawing/2014/main" id="{DA5F2E09-8E0A-6D2A-4DDE-494301825C0A}"/>
              </a:ext>
            </a:extLst>
          </p:cNvPr>
          <p:cNvSpPr txBox="1"/>
          <p:nvPr userDrawn="1"/>
        </p:nvSpPr>
        <p:spPr>
          <a:xfrm>
            <a:off x="6802880" y="1694394"/>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1</a:t>
            </a:r>
          </a:p>
        </p:txBody>
      </p:sp>
      <p:cxnSp>
        <p:nvCxnSpPr>
          <p:cNvPr id="7" name="Google Shape;164;p37">
            <a:extLst>
              <a:ext uri="{FF2B5EF4-FFF2-40B4-BE49-F238E27FC236}">
                <a16:creationId xmlns:a16="http://schemas.microsoft.com/office/drawing/2014/main" id="{AE09C5A7-C4C7-3633-E631-10825874757F}"/>
              </a:ext>
            </a:extLst>
          </p:cNvPr>
          <p:cNvCxnSpPr>
            <a:cxnSpLocks/>
          </p:cNvCxnSpPr>
          <p:nvPr userDrawn="1"/>
        </p:nvCxnSpPr>
        <p:spPr>
          <a:xfrm>
            <a:off x="6802880" y="2528112"/>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8" name="CaixaDeTexto 7">
            <a:extLst>
              <a:ext uri="{FF2B5EF4-FFF2-40B4-BE49-F238E27FC236}">
                <a16:creationId xmlns:a16="http://schemas.microsoft.com/office/drawing/2014/main" id="{FE8B2D2B-B67A-7A10-B546-F7E759E5AE78}"/>
              </a:ext>
            </a:extLst>
          </p:cNvPr>
          <p:cNvSpPr txBox="1"/>
          <p:nvPr userDrawn="1"/>
        </p:nvSpPr>
        <p:spPr>
          <a:xfrm>
            <a:off x="6802880" y="3892162"/>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2</a:t>
            </a:r>
          </a:p>
        </p:txBody>
      </p:sp>
      <p:cxnSp>
        <p:nvCxnSpPr>
          <p:cNvPr id="9" name="Google Shape;164;p37">
            <a:extLst>
              <a:ext uri="{FF2B5EF4-FFF2-40B4-BE49-F238E27FC236}">
                <a16:creationId xmlns:a16="http://schemas.microsoft.com/office/drawing/2014/main" id="{8AB8AC0D-9A4E-DBE1-5676-875911095757}"/>
              </a:ext>
            </a:extLst>
          </p:cNvPr>
          <p:cNvCxnSpPr>
            <a:cxnSpLocks/>
          </p:cNvCxnSpPr>
          <p:nvPr userDrawn="1"/>
        </p:nvCxnSpPr>
        <p:spPr>
          <a:xfrm>
            <a:off x="6802880" y="4725880"/>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0" name="CaixaDeTexto 9">
            <a:extLst>
              <a:ext uri="{FF2B5EF4-FFF2-40B4-BE49-F238E27FC236}">
                <a16:creationId xmlns:a16="http://schemas.microsoft.com/office/drawing/2014/main" id="{5ED10435-0A3C-2A5F-6383-B0823A79FE88}"/>
              </a:ext>
            </a:extLst>
          </p:cNvPr>
          <p:cNvSpPr txBox="1"/>
          <p:nvPr userDrawn="1"/>
        </p:nvSpPr>
        <p:spPr>
          <a:xfrm>
            <a:off x="6802880" y="6089930"/>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3</a:t>
            </a:r>
          </a:p>
        </p:txBody>
      </p:sp>
      <p:cxnSp>
        <p:nvCxnSpPr>
          <p:cNvPr id="11" name="Google Shape;164;p37">
            <a:extLst>
              <a:ext uri="{FF2B5EF4-FFF2-40B4-BE49-F238E27FC236}">
                <a16:creationId xmlns:a16="http://schemas.microsoft.com/office/drawing/2014/main" id="{C307C398-EACE-2BA8-6037-73AFF176AE76}"/>
              </a:ext>
            </a:extLst>
          </p:cNvPr>
          <p:cNvCxnSpPr>
            <a:cxnSpLocks/>
          </p:cNvCxnSpPr>
          <p:nvPr userDrawn="1"/>
        </p:nvCxnSpPr>
        <p:spPr>
          <a:xfrm>
            <a:off x="6802880" y="6923648"/>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2" name="CaixaDeTexto 11">
            <a:extLst>
              <a:ext uri="{FF2B5EF4-FFF2-40B4-BE49-F238E27FC236}">
                <a16:creationId xmlns:a16="http://schemas.microsoft.com/office/drawing/2014/main" id="{7B368B3B-CB9A-2B11-2C53-430B67C14E1F}"/>
              </a:ext>
            </a:extLst>
          </p:cNvPr>
          <p:cNvSpPr txBox="1"/>
          <p:nvPr userDrawn="1"/>
        </p:nvSpPr>
        <p:spPr>
          <a:xfrm>
            <a:off x="6802880" y="8287699"/>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4</a:t>
            </a:r>
          </a:p>
        </p:txBody>
      </p:sp>
      <p:cxnSp>
        <p:nvCxnSpPr>
          <p:cNvPr id="13" name="Google Shape;164;p37">
            <a:extLst>
              <a:ext uri="{FF2B5EF4-FFF2-40B4-BE49-F238E27FC236}">
                <a16:creationId xmlns:a16="http://schemas.microsoft.com/office/drawing/2014/main" id="{5991BC56-AAA0-E465-9AC1-50D541BE4CC8}"/>
              </a:ext>
            </a:extLst>
          </p:cNvPr>
          <p:cNvCxnSpPr>
            <a:cxnSpLocks/>
          </p:cNvCxnSpPr>
          <p:nvPr userDrawn="1"/>
        </p:nvCxnSpPr>
        <p:spPr>
          <a:xfrm>
            <a:off x="6802880" y="9121417"/>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4" name="Espaço Reservado para Texto 36">
            <a:extLst>
              <a:ext uri="{FF2B5EF4-FFF2-40B4-BE49-F238E27FC236}">
                <a16:creationId xmlns:a16="http://schemas.microsoft.com/office/drawing/2014/main" id="{AEE2E579-CD98-D37C-FE78-141FDCCA16E5}"/>
              </a:ext>
            </a:extLst>
          </p:cNvPr>
          <p:cNvSpPr>
            <a:spLocks noGrp="1"/>
          </p:cNvSpPr>
          <p:nvPr>
            <p:ph type="body" sz="quarter" idx="21"/>
          </p:nvPr>
        </p:nvSpPr>
        <p:spPr>
          <a:xfrm>
            <a:off x="7810500" y="914402"/>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5" name="Espaço Reservado para Texto 36">
            <a:extLst>
              <a:ext uri="{FF2B5EF4-FFF2-40B4-BE49-F238E27FC236}">
                <a16:creationId xmlns:a16="http://schemas.microsoft.com/office/drawing/2014/main" id="{E8BAC3AD-3484-8D56-B2FE-C840FDB0D3A6}"/>
              </a:ext>
            </a:extLst>
          </p:cNvPr>
          <p:cNvSpPr>
            <a:spLocks noGrp="1"/>
          </p:cNvSpPr>
          <p:nvPr>
            <p:ph type="body" sz="quarter" idx="22"/>
          </p:nvPr>
        </p:nvSpPr>
        <p:spPr>
          <a:xfrm>
            <a:off x="7810500" y="3117956"/>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6" name="Espaço Reservado para Texto 36">
            <a:extLst>
              <a:ext uri="{FF2B5EF4-FFF2-40B4-BE49-F238E27FC236}">
                <a16:creationId xmlns:a16="http://schemas.microsoft.com/office/drawing/2014/main" id="{A9EA8429-D773-7F56-9FE3-61DD76BBD127}"/>
              </a:ext>
            </a:extLst>
          </p:cNvPr>
          <p:cNvSpPr>
            <a:spLocks noGrp="1"/>
          </p:cNvSpPr>
          <p:nvPr>
            <p:ph type="body" sz="quarter" idx="23"/>
          </p:nvPr>
        </p:nvSpPr>
        <p:spPr>
          <a:xfrm>
            <a:off x="7810500" y="5306520"/>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7" name="Espaço Reservado para Texto 36">
            <a:extLst>
              <a:ext uri="{FF2B5EF4-FFF2-40B4-BE49-F238E27FC236}">
                <a16:creationId xmlns:a16="http://schemas.microsoft.com/office/drawing/2014/main" id="{57F476AA-8149-FB0D-8284-2AA34057A108}"/>
              </a:ext>
            </a:extLst>
          </p:cNvPr>
          <p:cNvSpPr>
            <a:spLocks noGrp="1"/>
          </p:cNvSpPr>
          <p:nvPr>
            <p:ph type="body" sz="quarter" idx="13"/>
          </p:nvPr>
        </p:nvSpPr>
        <p:spPr>
          <a:xfrm>
            <a:off x="7810500" y="7510074"/>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29091639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5_OqueAprendemos" userDrawn="1">
  <p:cSld name="5_OqueAprendemos">
    <p:spTree>
      <p:nvGrpSpPr>
        <p:cNvPr id="1" name="Shape 340"/>
        <p:cNvGrpSpPr/>
        <p:nvPr/>
      </p:nvGrpSpPr>
      <p:grpSpPr>
        <a:xfrm>
          <a:off x="0" y="0"/>
          <a:ext cx="0" cy="0"/>
          <a:chOff x="0" y="0"/>
          <a:chExt cx="0" cy="0"/>
        </a:xfrm>
      </p:grpSpPr>
      <p:pic>
        <p:nvPicPr>
          <p:cNvPr id="3" name="Google Shape;324;p32">
            <a:extLst>
              <a:ext uri="{FF2B5EF4-FFF2-40B4-BE49-F238E27FC236}">
                <a16:creationId xmlns:a16="http://schemas.microsoft.com/office/drawing/2014/main" id="{3CC9B972-2FC2-310D-2E4E-FAC046494CE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5662874" cy="10286974"/>
          </a:xfrm>
          <a:prstGeom prst="rect">
            <a:avLst/>
          </a:prstGeom>
          <a:noFill/>
          <a:ln>
            <a:noFill/>
          </a:ln>
        </p:spPr>
      </p:pic>
      <p:pic>
        <p:nvPicPr>
          <p:cNvPr id="342" name="Google Shape;342;p32"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98746" y="1042736"/>
            <a:ext cx="5734704" cy="5848915"/>
          </a:xfrm>
          <a:prstGeom prst="ellipse">
            <a:avLst/>
          </a:prstGeom>
          <a:noFill/>
          <a:ln>
            <a:noFill/>
          </a:ln>
        </p:spPr>
      </p:pic>
      <p:pic>
        <p:nvPicPr>
          <p:cNvPr id="10" name="Imagem 9">
            <a:extLst>
              <a:ext uri="{FF2B5EF4-FFF2-40B4-BE49-F238E27FC236}">
                <a16:creationId xmlns:a16="http://schemas.microsoft.com/office/drawing/2014/main" id="{DCFC9518-C470-C417-5D9B-9C1485112BA3}"/>
              </a:ext>
            </a:extLst>
          </p:cNvPr>
          <p:cNvPicPr>
            <a:picLocks/>
          </p:cNvPicPr>
          <p:nvPr userDrawn="1"/>
        </p:nvPicPr>
        <p:blipFill>
          <a:blip r:embed="rId4"/>
          <a:stretch>
            <a:fillRect/>
          </a:stretch>
        </p:blipFill>
        <p:spPr>
          <a:xfrm>
            <a:off x="2815204" y="5871609"/>
            <a:ext cx="3434405" cy="2390404"/>
          </a:xfrm>
          <a:prstGeom prst="rect">
            <a:avLst/>
          </a:prstGeom>
        </p:spPr>
      </p:pic>
      <p:sp>
        <p:nvSpPr>
          <p:cNvPr id="8" name="Google Shape;353;p32">
            <a:extLst>
              <a:ext uri="{FF2B5EF4-FFF2-40B4-BE49-F238E27FC236}">
                <a16:creationId xmlns:a16="http://schemas.microsoft.com/office/drawing/2014/main" id="{5B0C2897-579F-FE65-592E-938F0D032DAB}"/>
              </a:ext>
            </a:extLst>
          </p:cNvPr>
          <p:cNvSpPr txBox="1"/>
          <p:nvPr userDrawn="1"/>
        </p:nvSpPr>
        <p:spPr>
          <a:xfrm>
            <a:off x="3068680" y="6299311"/>
            <a:ext cx="3002646" cy="161582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a:ea typeface="Poppins Light"/>
                <a:cs typeface="Poppins Light"/>
                <a:sym typeface="Poppins Light"/>
              </a:rPr>
              <a:t>O que nós</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a:solidFill>
                  <a:schemeClr val="lt1"/>
                </a:solidFill>
                <a:latin typeface="Poppins"/>
                <a:ea typeface="Poppins"/>
                <a:cs typeface="Poppins"/>
                <a:sym typeface="Poppins"/>
              </a:rPr>
              <a:t>aprendemos hoje?</a:t>
            </a:r>
            <a:endParaRPr lang="pt-BR" sz="3500" b="0" i="0" u="none" strike="noStrike" cap="none" noProof="0">
              <a:solidFill>
                <a:schemeClr val="lt1"/>
              </a:solidFill>
              <a:latin typeface="Poppins Light"/>
              <a:ea typeface="Poppins Light"/>
              <a:cs typeface="Poppins Light"/>
              <a:sym typeface="Poppins Light"/>
            </a:endParaRPr>
          </a:p>
        </p:txBody>
      </p:sp>
      <p:sp>
        <p:nvSpPr>
          <p:cNvPr id="4" name="Google Shape;689;p48">
            <a:extLst>
              <a:ext uri="{FF2B5EF4-FFF2-40B4-BE49-F238E27FC236}">
                <a16:creationId xmlns:a16="http://schemas.microsoft.com/office/drawing/2014/main" id="{3A19ED95-0334-F47C-AF86-3309C91852AB}"/>
              </a:ext>
            </a:extLst>
          </p:cNvPr>
          <p:cNvSpPr txBox="1">
            <a:spLocks/>
          </p:cNvSpPr>
          <p:nvPr userDrawn="1"/>
        </p:nvSpPr>
        <p:spPr>
          <a:xfrm>
            <a:off x="1377140" y="6988180"/>
            <a:ext cx="1249754" cy="238087"/>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360"/>
              </a:spcBef>
              <a:buSzPts val="1200"/>
              <a:buFont typeface="Arial" pitchFamily="34" charset="0"/>
              <a:buNone/>
            </a:pPr>
            <a:r>
              <a:rPr lang="pt-BR" sz="1200">
                <a:solidFill>
                  <a:schemeClr val="bg1"/>
                </a:solidFill>
                <a:latin typeface="Poppins Light" panose="00000400000000000000" pitchFamily="2" charset="0"/>
                <a:cs typeface="Poppins Light" panose="00000400000000000000" pitchFamily="2" charset="0"/>
              </a:rPr>
              <a:t>© Getty </a:t>
            </a:r>
            <a:r>
              <a:rPr lang="pt-BR" sz="1200" err="1">
                <a:solidFill>
                  <a:schemeClr val="bg1"/>
                </a:solidFill>
                <a:latin typeface="Poppins Light" panose="00000400000000000000" pitchFamily="2" charset="0"/>
                <a:cs typeface="Poppins Light" panose="00000400000000000000" pitchFamily="2" charset="0"/>
              </a:rPr>
              <a:t>Images</a:t>
            </a:r>
            <a:endParaRPr lang="pt-BR" sz="1200">
              <a:solidFill>
                <a:schemeClr val="bg1"/>
              </a:solidFill>
              <a:latin typeface="Poppins Light" panose="00000400000000000000" pitchFamily="2" charset="0"/>
              <a:cs typeface="Poppins Light" panose="00000400000000000000" pitchFamily="2" charset="0"/>
            </a:endParaRPr>
          </a:p>
        </p:txBody>
      </p:sp>
      <p:sp>
        <p:nvSpPr>
          <p:cNvPr id="2" name="Google Shape;345;p32">
            <a:extLst>
              <a:ext uri="{FF2B5EF4-FFF2-40B4-BE49-F238E27FC236}">
                <a16:creationId xmlns:a16="http://schemas.microsoft.com/office/drawing/2014/main" id="{D958A6C2-8B71-D5A0-1C68-95723A4C4FE5}"/>
              </a:ext>
            </a:extLst>
          </p:cNvPr>
          <p:cNvSpPr txBox="1">
            <a:spLocks noGrp="1"/>
          </p:cNvSpPr>
          <p:nvPr>
            <p:ph type="body" idx="2"/>
          </p:nvPr>
        </p:nvSpPr>
        <p:spPr>
          <a:xfrm>
            <a:off x="7301898" y="2537432"/>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1" name="Google Shape;347;p32">
            <a:extLst>
              <a:ext uri="{FF2B5EF4-FFF2-40B4-BE49-F238E27FC236}">
                <a16:creationId xmlns:a16="http://schemas.microsoft.com/office/drawing/2014/main" id="{D60E57C9-84D4-8D99-0D6C-C59B32F7C630}"/>
              </a:ext>
            </a:extLst>
          </p:cNvPr>
          <p:cNvSpPr txBox="1">
            <a:spLocks noGrp="1"/>
          </p:cNvSpPr>
          <p:nvPr>
            <p:ph type="body" idx="3"/>
          </p:nvPr>
        </p:nvSpPr>
        <p:spPr>
          <a:xfrm>
            <a:off x="7301898" y="4620023"/>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4" name="Google Shape;349;p32">
            <a:extLst>
              <a:ext uri="{FF2B5EF4-FFF2-40B4-BE49-F238E27FC236}">
                <a16:creationId xmlns:a16="http://schemas.microsoft.com/office/drawing/2014/main" id="{142C7AEA-387E-A052-1D08-8A416B8497BB}"/>
              </a:ext>
            </a:extLst>
          </p:cNvPr>
          <p:cNvSpPr txBox="1">
            <a:spLocks noGrp="1"/>
          </p:cNvSpPr>
          <p:nvPr>
            <p:ph type="body" idx="4"/>
          </p:nvPr>
        </p:nvSpPr>
        <p:spPr>
          <a:xfrm>
            <a:off x="7301898" y="6736255"/>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3" name="Google Shape;233;p39">
            <a:extLst>
              <a:ext uri="{FF2B5EF4-FFF2-40B4-BE49-F238E27FC236}">
                <a16:creationId xmlns:a16="http://schemas.microsoft.com/office/drawing/2014/main" id="{23D223AE-6B47-5244-85DA-E25526DF3862}"/>
              </a:ext>
            </a:extLst>
          </p:cNvPr>
          <p:cNvSpPr txBox="1"/>
          <p:nvPr userDrawn="1"/>
        </p:nvSpPr>
        <p:spPr>
          <a:xfrm>
            <a:off x="6904767" y="2606438"/>
            <a:ext cx="331544" cy="883127"/>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4099" b="1" i="0" u="none" strike="noStrike" cap="none">
                <a:solidFill>
                  <a:schemeClr val="tx1"/>
                </a:solidFill>
                <a:latin typeface="Poppins"/>
                <a:ea typeface="Poppins"/>
                <a:cs typeface="Poppins"/>
                <a:sym typeface="Poppins"/>
              </a:rPr>
              <a:t>1</a:t>
            </a:r>
            <a:endParaRPr sz="1400" b="0" i="0" u="none" strike="noStrike" cap="none">
              <a:solidFill>
                <a:schemeClr val="tx1"/>
              </a:solidFill>
              <a:latin typeface="Arial"/>
              <a:ea typeface="Arial"/>
              <a:cs typeface="Arial"/>
              <a:sym typeface="Arial"/>
            </a:endParaRPr>
          </a:p>
        </p:txBody>
      </p:sp>
      <p:sp>
        <p:nvSpPr>
          <p:cNvPr id="16" name="Google Shape;235;p39">
            <a:extLst>
              <a:ext uri="{FF2B5EF4-FFF2-40B4-BE49-F238E27FC236}">
                <a16:creationId xmlns:a16="http://schemas.microsoft.com/office/drawing/2014/main" id="{607A1E13-022D-D9F1-086C-636AF8EAE3BA}"/>
              </a:ext>
            </a:extLst>
          </p:cNvPr>
          <p:cNvSpPr txBox="1"/>
          <p:nvPr userDrawn="1"/>
        </p:nvSpPr>
        <p:spPr>
          <a:xfrm>
            <a:off x="6862237" y="4401353"/>
            <a:ext cx="331544" cy="883127"/>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4099" b="1" i="0" u="none" strike="noStrike" cap="none">
                <a:solidFill>
                  <a:schemeClr val="tx1"/>
                </a:solidFill>
                <a:latin typeface="Poppins"/>
                <a:ea typeface="Poppins"/>
                <a:cs typeface="Poppins"/>
                <a:sym typeface="Poppins"/>
              </a:rPr>
              <a:t>2</a:t>
            </a:r>
            <a:endParaRPr sz="1400" b="0" i="0" u="none" strike="noStrike" cap="none">
              <a:solidFill>
                <a:schemeClr val="tx1"/>
              </a:solidFill>
              <a:latin typeface="Arial"/>
              <a:ea typeface="Arial"/>
              <a:cs typeface="Arial"/>
              <a:sym typeface="Arial"/>
            </a:endParaRPr>
          </a:p>
        </p:txBody>
      </p:sp>
      <p:sp>
        <p:nvSpPr>
          <p:cNvPr id="17" name="Google Shape;237;p39">
            <a:extLst>
              <a:ext uri="{FF2B5EF4-FFF2-40B4-BE49-F238E27FC236}">
                <a16:creationId xmlns:a16="http://schemas.microsoft.com/office/drawing/2014/main" id="{2E8F90B6-2731-530A-A552-FC88DAE9F7F9}"/>
              </a:ext>
            </a:extLst>
          </p:cNvPr>
          <p:cNvSpPr txBox="1"/>
          <p:nvPr userDrawn="1"/>
        </p:nvSpPr>
        <p:spPr>
          <a:xfrm>
            <a:off x="6862237" y="6196268"/>
            <a:ext cx="331544" cy="883127"/>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4099" b="1" i="0" u="none" strike="noStrike" cap="none">
                <a:solidFill>
                  <a:schemeClr val="tx1"/>
                </a:solidFill>
                <a:latin typeface="Poppins"/>
                <a:ea typeface="Poppins"/>
                <a:cs typeface="Poppins"/>
                <a:sym typeface="Poppins"/>
              </a:rPr>
              <a:t>3</a:t>
            </a:r>
            <a:endParaRPr sz="1400" b="0" i="0" u="none" strike="noStrike" cap="none">
              <a:solidFill>
                <a:schemeClr val="tx1"/>
              </a:solidFill>
              <a:latin typeface="Arial"/>
              <a:ea typeface="Arial"/>
              <a:cs typeface="Arial"/>
              <a:sym typeface="Arial"/>
            </a:endParaRPr>
          </a:p>
        </p:txBody>
      </p:sp>
      <p:sp>
        <p:nvSpPr>
          <p:cNvPr id="9" name="CaixaDeTexto 8">
            <a:extLst>
              <a:ext uri="{FF2B5EF4-FFF2-40B4-BE49-F238E27FC236}">
                <a16:creationId xmlns:a16="http://schemas.microsoft.com/office/drawing/2014/main" id="{7EBE2669-C701-CF93-6C9B-1A151924C387}"/>
              </a:ext>
            </a:extLst>
          </p:cNvPr>
          <p:cNvSpPr txBox="1"/>
          <p:nvPr userDrawn="1"/>
        </p:nvSpPr>
        <p:spPr>
          <a:xfrm>
            <a:off x="18454255" y="1357745"/>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2005588150"/>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5_OqueAprendemos" preserve="1" userDrawn="1">
  <p:cSld name="6_OqueAprendemos">
    <p:spTree>
      <p:nvGrpSpPr>
        <p:cNvPr id="1" name="Shape 340"/>
        <p:cNvGrpSpPr/>
        <p:nvPr/>
      </p:nvGrpSpPr>
      <p:grpSpPr>
        <a:xfrm>
          <a:off x="0" y="0"/>
          <a:ext cx="0" cy="0"/>
          <a:chOff x="0" y="0"/>
          <a:chExt cx="0" cy="0"/>
        </a:xfrm>
      </p:grpSpPr>
      <p:pic>
        <p:nvPicPr>
          <p:cNvPr id="3" name="Google Shape;324;p32">
            <a:extLst>
              <a:ext uri="{FF2B5EF4-FFF2-40B4-BE49-F238E27FC236}">
                <a16:creationId xmlns:a16="http://schemas.microsoft.com/office/drawing/2014/main" id="{E22AC8E9-5E0D-65AB-29C1-402DD6CDF5F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5662874" cy="10286974"/>
          </a:xfrm>
          <a:prstGeom prst="rect">
            <a:avLst/>
          </a:prstGeom>
          <a:noFill/>
          <a:ln>
            <a:noFill/>
          </a:ln>
        </p:spPr>
      </p:pic>
      <p:pic>
        <p:nvPicPr>
          <p:cNvPr id="342" name="Google Shape;342;p32"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98746" y="1042736"/>
            <a:ext cx="5734704" cy="5848915"/>
          </a:xfrm>
          <a:prstGeom prst="ellipse">
            <a:avLst/>
          </a:prstGeom>
          <a:noFill/>
          <a:ln>
            <a:noFill/>
          </a:ln>
        </p:spPr>
      </p:pic>
      <p:pic>
        <p:nvPicPr>
          <p:cNvPr id="9" name="Imagem 8">
            <a:extLst>
              <a:ext uri="{FF2B5EF4-FFF2-40B4-BE49-F238E27FC236}">
                <a16:creationId xmlns:a16="http://schemas.microsoft.com/office/drawing/2014/main" id="{5B479DA2-C311-48B9-D3F2-B06B5A9CD244}"/>
              </a:ext>
            </a:extLst>
          </p:cNvPr>
          <p:cNvPicPr>
            <a:picLocks/>
          </p:cNvPicPr>
          <p:nvPr userDrawn="1"/>
        </p:nvPicPr>
        <p:blipFill>
          <a:blip r:embed="rId4"/>
          <a:stretch>
            <a:fillRect/>
          </a:stretch>
        </p:blipFill>
        <p:spPr>
          <a:xfrm>
            <a:off x="2815204" y="5871609"/>
            <a:ext cx="3434405" cy="2390404"/>
          </a:xfrm>
          <a:prstGeom prst="rect">
            <a:avLst/>
          </a:prstGeom>
        </p:spPr>
      </p:pic>
      <p:sp>
        <p:nvSpPr>
          <p:cNvPr id="8" name="Google Shape;353;p32">
            <a:extLst>
              <a:ext uri="{FF2B5EF4-FFF2-40B4-BE49-F238E27FC236}">
                <a16:creationId xmlns:a16="http://schemas.microsoft.com/office/drawing/2014/main" id="{5B0C2897-579F-FE65-592E-938F0D032DAB}"/>
              </a:ext>
            </a:extLst>
          </p:cNvPr>
          <p:cNvSpPr txBox="1"/>
          <p:nvPr userDrawn="1"/>
        </p:nvSpPr>
        <p:spPr>
          <a:xfrm>
            <a:off x="3068680" y="6299311"/>
            <a:ext cx="3002646" cy="161582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a:ea typeface="Poppins Light"/>
                <a:cs typeface="Poppins Light"/>
                <a:sym typeface="Poppins Light"/>
              </a:rPr>
              <a:t>O que nós</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a:solidFill>
                  <a:schemeClr val="lt1"/>
                </a:solidFill>
                <a:latin typeface="Poppins"/>
                <a:ea typeface="Poppins"/>
                <a:cs typeface="Poppins"/>
                <a:sym typeface="Poppins"/>
              </a:rPr>
              <a:t>aprendemos hoje?</a:t>
            </a:r>
            <a:endParaRPr lang="pt-BR" sz="3500" b="0" i="0" u="none" strike="noStrike" cap="none" noProof="0">
              <a:solidFill>
                <a:schemeClr val="lt1"/>
              </a:solidFill>
              <a:latin typeface="Poppins Light"/>
              <a:ea typeface="Poppins Light"/>
              <a:cs typeface="Poppins Light"/>
              <a:sym typeface="Poppins Light"/>
            </a:endParaRPr>
          </a:p>
        </p:txBody>
      </p:sp>
      <p:sp>
        <p:nvSpPr>
          <p:cNvPr id="4" name="Google Shape;689;p48">
            <a:extLst>
              <a:ext uri="{FF2B5EF4-FFF2-40B4-BE49-F238E27FC236}">
                <a16:creationId xmlns:a16="http://schemas.microsoft.com/office/drawing/2014/main" id="{3A19ED95-0334-F47C-AF86-3309C91852AB}"/>
              </a:ext>
            </a:extLst>
          </p:cNvPr>
          <p:cNvSpPr txBox="1">
            <a:spLocks/>
          </p:cNvSpPr>
          <p:nvPr userDrawn="1"/>
        </p:nvSpPr>
        <p:spPr>
          <a:xfrm>
            <a:off x="1377140" y="6988180"/>
            <a:ext cx="1249754" cy="238087"/>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360"/>
              </a:spcBef>
              <a:buSzPts val="1200"/>
              <a:buFont typeface="Arial" pitchFamily="34" charset="0"/>
              <a:buNone/>
            </a:pPr>
            <a:r>
              <a:rPr lang="pt-BR" sz="1200">
                <a:solidFill>
                  <a:schemeClr val="bg1"/>
                </a:solidFill>
                <a:latin typeface="Poppins Light" panose="00000400000000000000" pitchFamily="2" charset="0"/>
                <a:cs typeface="Poppins Light" panose="00000400000000000000" pitchFamily="2" charset="0"/>
              </a:rPr>
              <a:t>© Getty </a:t>
            </a:r>
            <a:r>
              <a:rPr lang="pt-BR" sz="1200" err="1">
                <a:solidFill>
                  <a:schemeClr val="bg1"/>
                </a:solidFill>
                <a:latin typeface="Poppins Light" panose="00000400000000000000" pitchFamily="2" charset="0"/>
                <a:cs typeface="Poppins Light" panose="00000400000000000000" pitchFamily="2" charset="0"/>
              </a:rPr>
              <a:t>Images</a:t>
            </a:r>
            <a:endParaRPr lang="pt-BR" sz="1200">
              <a:solidFill>
                <a:schemeClr val="bg1"/>
              </a:solidFill>
              <a:latin typeface="Poppins Light" panose="00000400000000000000" pitchFamily="2" charset="0"/>
              <a:cs typeface="Poppins Light" panose="00000400000000000000" pitchFamily="2" charset="0"/>
            </a:endParaRPr>
          </a:p>
        </p:txBody>
      </p:sp>
      <p:sp>
        <p:nvSpPr>
          <p:cNvPr id="5" name="Espaço Reservado para Imagem 17">
            <a:extLst>
              <a:ext uri="{FF2B5EF4-FFF2-40B4-BE49-F238E27FC236}">
                <a16:creationId xmlns:a16="http://schemas.microsoft.com/office/drawing/2014/main" id="{625C6A0E-E0E0-2CE6-70A6-5C18B519DCF3}"/>
              </a:ext>
            </a:extLst>
          </p:cNvPr>
          <p:cNvSpPr>
            <a:spLocks noGrp="1"/>
          </p:cNvSpPr>
          <p:nvPr>
            <p:ph type="pic" sz="quarter" idx="10"/>
          </p:nvPr>
        </p:nvSpPr>
        <p:spPr>
          <a:xfrm>
            <a:off x="7302500" y="2536825"/>
            <a:ext cx="9531350" cy="6102350"/>
          </a:xfrm>
          <a:prstGeom prst="rect">
            <a:avLst/>
          </a:prstGeom>
          <a:solidFill>
            <a:schemeClr val="bg1">
              <a:lumMod val="85000"/>
            </a:schemeClr>
          </a:solidFill>
        </p:spPr>
        <p:txBody>
          <a:bodyPr/>
          <a:lstStyle>
            <a:lvl1pPr>
              <a:defRPr sz="1800" b="0" i="0">
                <a:latin typeface="Poppins" pitchFamily="2" charset="77"/>
                <a:cs typeface="Poppins" pitchFamily="2" charset="77"/>
              </a:defRPr>
            </a:lvl1pPr>
          </a:lstStyle>
          <a:p>
            <a:endParaRPr lang="pt-BR"/>
          </a:p>
        </p:txBody>
      </p:sp>
      <p:sp>
        <p:nvSpPr>
          <p:cNvPr id="12" name="Google Shape;741;p22">
            <a:extLst>
              <a:ext uri="{FF2B5EF4-FFF2-40B4-BE49-F238E27FC236}">
                <a16:creationId xmlns:a16="http://schemas.microsoft.com/office/drawing/2014/main" id="{4BD119D4-628D-2CB6-077F-AA969FD5DF91}"/>
              </a:ext>
            </a:extLst>
          </p:cNvPr>
          <p:cNvSpPr txBox="1">
            <a:spLocks/>
          </p:cNvSpPr>
          <p:nvPr userDrawn="1"/>
        </p:nvSpPr>
        <p:spPr>
          <a:xfrm>
            <a:off x="7015381" y="1101032"/>
            <a:ext cx="8160900" cy="107742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spcBef>
                <a:spcPts val="900"/>
              </a:spcBef>
              <a:buClr>
                <a:schemeClr val="dk1"/>
              </a:buClr>
              <a:buSzPts val="4500"/>
              <a:buFont typeface="Poppins"/>
              <a:buNone/>
            </a:pPr>
            <a:r>
              <a:rPr lang="pt-BR" sz="4500" b="1">
                <a:solidFill>
                  <a:srgbClr val="FF0000"/>
                </a:solidFill>
                <a:latin typeface="Poppins"/>
                <a:ea typeface="Poppins"/>
                <a:cs typeface="Poppins"/>
                <a:sym typeface="Poppins"/>
              </a:rPr>
              <a:t>Nuvem de palavras</a:t>
            </a:r>
          </a:p>
        </p:txBody>
      </p:sp>
    </p:spTree>
    <p:extLst>
      <p:ext uri="{BB962C8B-B14F-4D97-AF65-F5344CB8AC3E}">
        <p14:creationId xmlns:p14="http://schemas.microsoft.com/office/powerpoint/2010/main" val="3333225175"/>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3_Atividade_Seminario" userDrawn="1">
  <p:cSld name="4_Atividade_Seminario">
    <p:spTree>
      <p:nvGrpSpPr>
        <p:cNvPr id="1" name="Shape 353"/>
        <p:cNvGrpSpPr/>
        <p:nvPr/>
      </p:nvGrpSpPr>
      <p:grpSpPr>
        <a:xfrm>
          <a:off x="0" y="0"/>
          <a:ext cx="0" cy="0"/>
          <a:chOff x="0" y="0"/>
          <a:chExt cx="0" cy="0"/>
        </a:xfrm>
      </p:grpSpPr>
      <p:pic>
        <p:nvPicPr>
          <p:cNvPr id="5" name="Google Shape;142;p13">
            <a:extLst>
              <a:ext uri="{FF2B5EF4-FFF2-40B4-BE49-F238E27FC236}">
                <a16:creationId xmlns:a16="http://schemas.microsoft.com/office/drawing/2014/main" id="{3A4E29AB-E897-54A0-EF5B-495232186FBD}"/>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8" name="Google Shape;143;p13">
            <a:extLst>
              <a:ext uri="{FF2B5EF4-FFF2-40B4-BE49-F238E27FC236}">
                <a16:creationId xmlns:a16="http://schemas.microsoft.com/office/drawing/2014/main" id="{2F8AB1D9-1F91-C301-CADC-3280526D526F}"/>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4762"/>
            <a:ext cx="18288000" cy="852451"/>
          </a:xfrm>
          <a:prstGeom prst="rect">
            <a:avLst/>
          </a:prstGeom>
          <a:noFill/>
          <a:ln>
            <a:noFill/>
          </a:ln>
        </p:spPr>
      </p:pic>
      <p:sp>
        <p:nvSpPr>
          <p:cNvPr id="397" name="Google Shape;397;p33"/>
          <p:cNvSpPr txBox="1">
            <a:spLocks noGrp="1"/>
          </p:cNvSpPr>
          <p:nvPr>
            <p:ph type="body" idx="5"/>
          </p:nvPr>
        </p:nvSpPr>
        <p:spPr>
          <a:xfrm>
            <a:off x="2175792" y="2781300"/>
            <a:ext cx="12458810" cy="573436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0" name="Google Shape;624;p42">
            <a:extLst>
              <a:ext uri="{FF2B5EF4-FFF2-40B4-BE49-F238E27FC236}">
                <a16:creationId xmlns:a16="http://schemas.microsoft.com/office/drawing/2014/main" id="{690D8EE8-5EA4-845E-6984-D0C986969508}"/>
              </a:ext>
            </a:extLst>
          </p:cNvPr>
          <p:cNvSpPr txBox="1"/>
          <p:nvPr userDrawn="1"/>
        </p:nvSpPr>
        <p:spPr>
          <a:xfrm>
            <a:off x="2175792" y="1771334"/>
            <a:ext cx="9518400" cy="69249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pt-BR" sz="4500" b="1" i="0" u="none" strike="noStrike" cap="none" noProof="0">
                <a:solidFill>
                  <a:srgbClr val="FF161F"/>
                </a:solidFill>
                <a:latin typeface="Poppins"/>
                <a:ea typeface="Poppins"/>
                <a:cs typeface="Poppins"/>
                <a:sym typeface="Poppins"/>
              </a:rPr>
              <a:t>Referências</a:t>
            </a:r>
            <a:r>
              <a:rPr lang="en-US" sz="4500" b="1" i="0" u="none" strike="noStrike" cap="none">
                <a:solidFill>
                  <a:srgbClr val="FF161F"/>
                </a:solidFill>
                <a:latin typeface="Poppins"/>
                <a:ea typeface="Poppins"/>
                <a:cs typeface="Poppins"/>
                <a:sym typeface="Poppins"/>
              </a:rPr>
              <a:t> da aula</a:t>
            </a:r>
            <a:endParaRPr sz="1400" b="0" i="0" u="none" strike="noStrike" cap="none">
              <a:solidFill>
                <a:srgbClr val="FF161F"/>
              </a:solidFill>
              <a:latin typeface="Poppins"/>
              <a:ea typeface="Poppins"/>
              <a:cs typeface="Poppins"/>
              <a:sym typeface="Poppins"/>
            </a:endParaRPr>
          </a:p>
        </p:txBody>
      </p:sp>
    </p:spTree>
    <p:extLst>
      <p:ext uri="{BB962C8B-B14F-4D97-AF65-F5344CB8AC3E}">
        <p14:creationId xmlns:p14="http://schemas.microsoft.com/office/powerpoint/2010/main" val="6593096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1_Linha do Tempo1" preserve="1" userDrawn="1">
  <p:cSld name="3_Linha do Tempo1">
    <p:bg>
      <p:bgRef idx="1001">
        <a:schemeClr val="bg1"/>
      </p:bgRef>
    </p:bg>
    <p:spTree>
      <p:nvGrpSpPr>
        <p:cNvPr id="1" name="Shape 159"/>
        <p:cNvGrpSpPr/>
        <p:nvPr/>
      </p:nvGrpSpPr>
      <p:grpSpPr>
        <a:xfrm>
          <a:off x="0" y="0"/>
          <a:ext cx="0" cy="0"/>
          <a:chOff x="0" y="0"/>
          <a:chExt cx="0" cy="0"/>
        </a:xfrm>
      </p:grpSpPr>
      <p:pic>
        <p:nvPicPr>
          <p:cNvPr id="12" name="Google Shape;142;p13">
            <a:extLst>
              <a:ext uri="{FF2B5EF4-FFF2-40B4-BE49-F238E27FC236}">
                <a16:creationId xmlns:a16="http://schemas.microsoft.com/office/drawing/2014/main" id="{78E61B95-FA95-9482-303F-F8E9C7A0509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3" name="Google Shape;143;p13">
            <a:extLst>
              <a:ext uri="{FF2B5EF4-FFF2-40B4-BE49-F238E27FC236}">
                <a16:creationId xmlns:a16="http://schemas.microsoft.com/office/drawing/2014/main" id="{56ED5AE7-8A4A-D26D-0938-3A483027087E}"/>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cxnSp>
        <p:nvCxnSpPr>
          <p:cNvPr id="166" name="Google Shape;166;p14"/>
          <p:cNvCxnSpPr/>
          <p:nvPr/>
        </p:nvCxnSpPr>
        <p:spPr>
          <a:xfrm>
            <a:off x="1777896" y="5864062"/>
            <a:ext cx="16118958" cy="0"/>
          </a:xfrm>
          <a:prstGeom prst="straightConnector1">
            <a:avLst/>
          </a:prstGeom>
          <a:noFill/>
          <a:ln w="28575" cap="flat" cmpd="sng">
            <a:solidFill>
              <a:schemeClr val="dk1"/>
            </a:solidFill>
            <a:prstDash val="dot"/>
            <a:round/>
            <a:headEnd type="none" w="sm" len="sm"/>
            <a:tailEnd type="none" w="sm" len="sm"/>
          </a:ln>
        </p:spPr>
      </p:cxnSp>
      <p:cxnSp>
        <p:nvCxnSpPr>
          <p:cNvPr id="168" name="Google Shape;168;p14"/>
          <p:cNvCxnSpPr/>
          <p:nvPr/>
        </p:nvCxnSpPr>
        <p:spPr>
          <a:xfrm rot="10800000">
            <a:off x="930533" y="6936983"/>
            <a:ext cx="0" cy="2098562"/>
          </a:xfrm>
          <a:prstGeom prst="straightConnector1">
            <a:avLst/>
          </a:prstGeom>
          <a:noFill/>
          <a:ln w="19050" cap="flat" cmpd="sng">
            <a:solidFill>
              <a:schemeClr val="dk1"/>
            </a:solidFill>
            <a:prstDash val="solid"/>
            <a:round/>
            <a:headEnd type="diamond" w="med" len="med"/>
            <a:tailEnd type="none" w="sm" len="sm"/>
          </a:ln>
        </p:spPr>
      </p:cxnSp>
      <p:cxnSp>
        <p:nvCxnSpPr>
          <p:cNvPr id="169" name="Google Shape;169;p14"/>
          <p:cNvCxnSpPr/>
          <p:nvPr/>
        </p:nvCxnSpPr>
        <p:spPr>
          <a:xfrm rot="10800000">
            <a:off x="7894950" y="6936983"/>
            <a:ext cx="0" cy="2098562"/>
          </a:xfrm>
          <a:prstGeom prst="straightConnector1">
            <a:avLst/>
          </a:prstGeom>
          <a:noFill/>
          <a:ln w="19050" cap="flat" cmpd="sng">
            <a:solidFill>
              <a:schemeClr val="dk1"/>
            </a:solidFill>
            <a:prstDash val="solid"/>
            <a:round/>
            <a:headEnd type="diamond" w="med" len="med"/>
            <a:tailEnd type="none" w="sm" len="sm"/>
          </a:ln>
        </p:spPr>
      </p:cxnSp>
      <p:cxnSp>
        <p:nvCxnSpPr>
          <p:cNvPr id="170" name="Google Shape;170;p14"/>
          <p:cNvCxnSpPr/>
          <p:nvPr/>
        </p:nvCxnSpPr>
        <p:spPr>
          <a:xfrm>
            <a:off x="4438856" y="2388705"/>
            <a:ext cx="0" cy="2249421"/>
          </a:xfrm>
          <a:prstGeom prst="straightConnector1">
            <a:avLst/>
          </a:prstGeom>
          <a:noFill/>
          <a:ln w="19050" cap="flat" cmpd="sng">
            <a:solidFill>
              <a:schemeClr val="dk1"/>
            </a:solidFill>
            <a:prstDash val="solid"/>
            <a:round/>
            <a:headEnd type="diamond" w="med" len="med"/>
            <a:tailEnd type="none" w="sm" len="sm"/>
          </a:ln>
        </p:spPr>
      </p:cxnSp>
      <p:cxnSp>
        <p:nvCxnSpPr>
          <p:cNvPr id="171" name="Google Shape;171;p14"/>
          <p:cNvCxnSpPr/>
          <p:nvPr/>
        </p:nvCxnSpPr>
        <p:spPr>
          <a:xfrm>
            <a:off x="11383791" y="2366559"/>
            <a:ext cx="0" cy="2249421"/>
          </a:xfrm>
          <a:prstGeom prst="straightConnector1">
            <a:avLst/>
          </a:prstGeom>
          <a:noFill/>
          <a:ln w="19050" cap="flat" cmpd="sng">
            <a:solidFill>
              <a:schemeClr val="dk1"/>
            </a:solidFill>
            <a:prstDash val="solid"/>
            <a:round/>
            <a:headEnd type="diamond" w="med" len="med"/>
            <a:tailEnd type="none" w="sm" len="sm"/>
          </a:ln>
        </p:spPr>
      </p:cxnSp>
      <p:sp>
        <p:nvSpPr>
          <p:cNvPr id="172" name="Google Shape;172;p14"/>
          <p:cNvSpPr>
            <a:spLocks noGrp="1"/>
          </p:cNvSpPr>
          <p:nvPr>
            <p:ph type="pic" idx="2"/>
          </p:nvPr>
        </p:nvSpPr>
        <p:spPr>
          <a:xfrm>
            <a:off x="699925" y="4638675"/>
            <a:ext cx="2960521" cy="2516188"/>
          </a:xfrm>
          <a:prstGeom prst="rect">
            <a:avLst/>
          </a:prstGeom>
          <a:solidFill>
            <a:srgbClr val="D8D8D8"/>
          </a:solidFill>
          <a:ln>
            <a:noFill/>
          </a:ln>
        </p:spPr>
      </p:sp>
      <p:sp>
        <p:nvSpPr>
          <p:cNvPr id="173" name="Google Shape;173;p14"/>
          <p:cNvSpPr>
            <a:spLocks noGrp="1"/>
          </p:cNvSpPr>
          <p:nvPr>
            <p:ph type="pic" idx="3"/>
          </p:nvPr>
        </p:nvSpPr>
        <p:spPr>
          <a:xfrm>
            <a:off x="4154709" y="4638675"/>
            <a:ext cx="2960521" cy="2516188"/>
          </a:xfrm>
          <a:prstGeom prst="rect">
            <a:avLst/>
          </a:prstGeom>
          <a:solidFill>
            <a:srgbClr val="D8D8D8"/>
          </a:solidFill>
          <a:ln>
            <a:noFill/>
          </a:ln>
        </p:spPr>
      </p:sp>
      <p:sp>
        <p:nvSpPr>
          <p:cNvPr id="174" name="Google Shape;174;p14"/>
          <p:cNvSpPr>
            <a:spLocks noGrp="1"/>
          </p:cNvSpPr>
          <p:nvPr>
            <p:ph type="pic" idx="4"/>
          </p:nvPr>
        </p:nvSpPr>
        <p:spPr>
          <a:xfrm>
            <a:off x="7609493" y="4638675"/>
            <a:ext cx="2960521" cy="2516188"/>
          </a:xfrm>
          <a:prstGeom prst="rect">
            <a:avLst/>
          </a:prstGeom>
          <a:solidFill>
            <a:srgbClr val="D8D8D8"/>
          </a:solidFill>
          <a:ln>
            <a:noFill/>
          </a:ln>
        </p:spPr>
      </p:sp>
      <p:sp>
        <p:nvSpPr>
          <p:cNvPr id="175" name="Google Shape;175;p14"/>
          <p:cNvSpPr>
            <a:spLocks noGrp="1"/>
          </p:cNvSpPr>
          <p:nvPr>
            <p:ph type="pic" idx="5"/>
          </p:nvPr>
        </p:nvSpPr>
        <p:spPr>
          <a:xfrm>
            <a:off x="11064277" y="4638675"/>
            <a:ext cx="2960521" cy="2516188"/>
          </a:xfrm>
          <a:prstGeom prst="rect">
            <a:avLst/>
          </a:prstGeom>
          <a:solidFill>
            <a:srgbClr val="D8D8D8"/>
          </a:solidFill>
          <a:ln>
            <a:noFill/>
          </a:ln>
        </p:spPr>
      </p:sp>
      <p:pic>
        <p:nvPicPr>
          <p:cNvPr id="11" name="Imagem 10">
            <a:extLst>
              <a:ext uri="{FF2B5EF4-FFF2-40B4-BE49-F238E27FC236}">
                <a16:creationId xmlns:a16="http://schemas.microsoft.com/office/drawing/2014/main" id="{488C602B-4873-892E-2E67-B757A0C10BA5}"/>
              </a:ext>
            </a:extLst>
          </p:cNvPr>
          <p:cNvPicPr>
            <a:picLocks/>
          </p:cNvPicPr>
          <p:nvPr userDrawn="1"/>
        </p:nvPicPr>
        <p:blipFill>
          <a:blip r:embed="rId4"/>
          <a:stretch>
            <a:fillRect/>
          </a:stretch>
        </p:blipFill>
        <p:spPr>
          <a:xfrm>
            <a:off x="734401" y="691201"/>
            <a:ext cx="3434405" cy="2390404"/>
          </a:xfrm>
          <a:prstGeom prst="rect">
            <a:avLst/>
          </a:prstGeom>
        </p:spPr>
      </p:pic>
      <p:sp>
        <p:nvSpPr>
          <p:cNvPr id="167" name="Google Shape;167;p14"/>
          <p:cNvSpPr txBox="1"/>
          <p:nvPr/>
        </p:nvSpPr>
        <p:spPr>
          <a:xfrm>
            <a:off x="1086896" y="1400003"/>
            <a:ext cx="2240915"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1" i="0" u="none" strike="noStrike" cap="none">
                <a:solidFill>
                  <a:schemeClr val="lt1"/>
                </a:solidFill>
                <a:latin typeface="Poppins"/>
                <a:ea typeface="Poppins"/>
                <a:cs typeface="Poppins"/>
                <a:sym typeface="Poppins"/>
              </a:rPr>
              <a:t>Exposição</a:t>
            </a:r>
            <a:endParaRPr sz="3000" b="0" i="0" u="none" strike="noStrike" cap="none">
              <a:solidFill>
                <a:schemeClr val="lt1"/>
              </a:solidFill>
              <a:latin typeface="Poppins Light"/>
              <a:ea typeface="Poppins Light"/>
              <a:cs typeface="Poppins Light"/>
              <a:sym typeface="Poppins Light"/>
            </a:endParaRPr>
          </a:p>
        </p:txBody>
      </p:sp>
      <p:sp>
        <p:nvSpPr>
          <p:cNvPr id="4" name="Espaço Reservado para Texto 16">
            <a:extLst>
              <a:ext uri="{FF2B5EF4-FFF2-40B4-BE49-F238E27FC236}">
                <a16:creationId xmlns:a16="http://schemas.microsoft.com/office/drawing/2014/main" id="{C618C07E-990C-6244-83E2-82CCEA46A7A7}"/>
              </a:ext>
            </a:extLst>
          </p:cNvPr>
          <p:cNvSpPr>
            <a:spLocks noGrp="1"/>
          </p:cNvSpPr>
          <p:nvPr>
            <p:ph type="body" sz="quarter" idx="10" hasCustomPrompt="1"/>
          </p:nvPr>
        </p:nvSpPr>
        <p:spPr>
          <a:xfrm>
            <a:off x="4507939" y="1437080"/>
            <a:ext cx="12420748" cy="677863"/>
          </a:xfrm>
          <a:prstGeom prst="rect">
            <a:avLst/>
          </a:prstGeo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3000" b="1" i="0" u="none" strike="noStrike" kern="0" cap="none" spc="0" normalizeH="0" baseline="0" noProof="0">
                <a:ln>
                  <a:noFill/>
                </a:ln>
                <a:solidFill>
                  <a:srgbClr val="FF0000"/>
                </a:solidFill>
                <a:effectLst/>
                <a:uLnTx/>
                <a:uFillTx/>
                <a:latin typeface="Poppins"/>
                <a:ea typeface="Poppins"/>
                <a:cs typeface="Poppins"/>
                <a:sym typeface="Poppins"/>
              </a:rPr>
              <a:t>Exemplo de linha do tempo com foto</a:t>
            </a:r>
          </a:p>
        </p:txBody>
      </p:sp>
      <p:sp>
        <p:nvSpPr>
          <p:cNvPr id="8" name="Google Shape;77;p5">
            <a:extLst>
              <a:ext uri="{FF2B5EF4-FFF2-40B4-BE49-F238E27FC236}">
                <a16:creationId xmlns:a16="http://schemas.microsoft.com/office/drawing/2014/main" id="{CD5A9689-805B-758E-F148-9C6E588745B9}"/>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pitchFamily="2" charset="77"/>
                <a:ea typeface="Poppins"/>
                <a:cs typeface="Poppins Light" pitchFamily="2" charset="77"/>
                <a:sym typeface="Poppins"/>
              </a:rPr>
              <a:t>Construindo o </a:t>
            </a:r>
            <a:r>
              <a:rPr lang="pt-BR" sz="3500" b="1" i="0" u="none" strike="noStrike" cap="none" noProof="0">
                <a:solidFill>
                  <a:schemeClr val="lt1"/>
                </a:solidFill>
                <a:latin typeface="Poppins"/>
                <a:ea typeface="Poppins"/>
                <a:cs typeface="Poppins"/>
                <a:sym typeface="Poppins"/>
              </a:rPr>
              <a:t>conceito</a:t>
            </a:r>
            <a:endParaRPr lang="pt-BR" sz="3500" b="0" i="0" u="none" strike="noStrike" cap="none" noProof="0">
              <a:solidFill>
                <a:schemeClr val="lt1"/>
              </a:solidFill>
              <a:latin typeface="Poppins Light"/>
              <a:ea typeface="Poppins Light"/>
              <a:cs typeface="Poppins Light"/>
              <a:sym typeface="Poppins Light"/>
            </a:endParaRPr>
          </a:p>
        </p:txBody>
      </p:sp>
      <p:sp>
        <p:nvSpPr>
          <p:cNvPr id="3" name="Google Shape;175;p14">
            <a:extLst>
              <a:ext uri="{FF2B5EF4-FFF2-40B4-BE49-F238E27FC236}">
                <a16:creationId xmlns:a16="http://schemas.microsoft.com/office/drawing/2014/main" id="{31BB5FD1-7D85-8BF7-238F-C0DC0EAC62A8}"/>
              </a:ext>
            </a:extLst>
          </p:cNvPr>
          <p:cNvSpPr>
            <a:spLocks noGrp="1"/>
          </p:cNvSpPr>
          <p:nvPr>
            <p:ph type="pic" idx="11"/>
          </p:nvPr>
        </p:nvSpPr>
        <p:spPr>
          <a:xfrm>
            <a:off x="14519061" y="4638675"/>
            <a:ext cx="2960521" cy="2516188"/>
          </a:xfrm>
          <a:prstGeom prst="rect">
            <a:avLst/>
          </a:prstGeom>
          <a:solidFill>
            <a:srgbClr val="D8D8D8"/>
          </a:solidFill>
          <a:ln>
            <a:noFill/>
          </a:ln>
        </p:spPr>
      </p:sp>
      <p:cxnSp>
        <p:nvCxnSpPr>
          <p:cNvPr id="5" name="Google Shape;169;p14">
            <a:extLst>
              <a:ext uri="{FF2B5EF4-FFF2-40B4-BE49-F238E27FC236}">
                <a16:creationId xmlns:a16="http://schemas.microsoft.com/office/drawing/2014/main" id="{2021DE16-A9E6-6366-89AC-3B893A9FD23A}"/>
              </a:ext>
            </a:extLst>
          </p:cNvPr>
          <p:cNvCxnSpPr/>
          <p:nvPr userDrawn="1"/>
        </p:nvCxnSpPr>
        <p:spPr>
          <a:xfrm rot="10800000">
            <a:off x="14803750" y="6936983"/>
            <a:ext cx="0" cy="2098562"/>
          </a:xfrm>
          <a:prstGeom prst="straightConnector1">
            <a:avLst/>
          </a:prstGeom>
          <a:noFill/>
          <a:ln w="19050" cap="flat" cmpd="sng">
            <a:solidFill>
              <a:schemeClr val="dk1"/>
            </a:solidFill>
            <a:prstDash val="solid"/>
            <a:round/>
            <a:headEnd type="diamond" w="med" len="med"/>
            <a:tailEnd type="none" w="sm" len="sm"/>
          </a:ln>
        </p:spPr>
      </p:cxnSp>
    </p:spTree>
    <p:extLst>
      <p:ext uri="{BB962C8B-B14F-4D97-AF65-F5344CB8AC3E}">
        <p14:creationId xmlns:p14="http://schemas.microsoft.com/office/powerpoint/2010/main" val="365745364"/>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1_Linha do Tempo1" preserve="1" userDrawn="1">
  <p:cSld name="3_Linha do Tempo1">
    <p:bg>
      <p:bgRef idx="1001">
        <a:schemeClr val="bg1"/>
      </p:bgRef>
    </p:bg>
    <p:spTree>
      <p:nvGrpSpPr>
        <p:cNvPr id="1" name="Shape 159"/>
        <p:cNvGrpSpPr/>
        <p:nvPr/>
      </p:nvGrpSpPr>
      <p:grpSpPr>
        <a:xfrm>
          <a:off x="0" y="0"/>
          <a:ext cx="0" cy="0"/>
          <a:chOff x="0" y="0"/>
          <a:chExt cx="0" cy="0"/>
        </a:xfrm>
      </p:grpSpPr>
      <p:pic>
        <p:nvPicPr>
          <p:cNvPr id="4" name="Google Shape;142;p13">
            <a:extLst>
              <a:ext uri="{FF2B5EF4-FFF2-40B4-BE49-F238E27FC236}">
                <a16:creationId xmlns:a16="http://schemas.microsoft.com/office/drawing/2014/main" id="{55594D94-EA93-240A-5848-0F4C472AAAF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6" name="Google Shape;143;p13">
            <a:extLst>
              <a:ext uri="{FF2B5EF4-FFF2-40B4-BE49-F238E27FC236}">
                <a16:creationId xmlns:a16="http://schemas.microsoft.com/office/drawing/2014/main" id="{503005C4-694D-DCF7-F54E-77C762AA3BA2}"/>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172" name="Google Shape;172;p14"/>
          <p:cNvSpPr>
            <a:spLocks noGrp="1"/>
          </p:cNvSpPr>
          <p:nvPr>
            <p:ph type="pic" idx="2"/>
          </p:nvPr>
        </p:nvSpPr>
        <p:spPr>
          <a:xfrm>
            <a:off x="4691715" y="1626877"/>
            <a:ext cx="3722376" cy="2617180"/>
          </a:xfrm>
          <a:prstGeom prst="rect">
            <a:avLst/>
          </a:prstGeom>
          <a:solidFill>
            <a:srgbClr val="D8D8D8"/>
          </a:solidFill>
          <a:ln>
            <a:noFill/>
          </a:ln>
        </p:spPr>
      </p:sp>
      <p:sp>
        <p:nvSpPr>
          <p:cNvPr id="173" name="Google Shape;173;p14"/>
          <p:cNvSpPr>
            <a:spLocks noGrp="1"/>
          </p:cNvSpPr>
          <p:nvPr>
            <p:ph type="pic" idx="3"/>
          </p:nvPr>
        </p:nvSpPr>
        <p:spPr>
          <a:xfrm>
            <a:off x="4691715" y="5755897"/>
            <a:ext cx="3722376" cy="2617180"/>
          </a:xfrm>
          <a:prstGeom prst="rect">
            <a:avLst/>
          </a:prstGeom>
          <a:solidFill>
            <a:srgbClr val="D8D8D8"/>
          </a:solidFill>
          <a:ln>
            <a:noFill/>
          </a:ln>
        </p:spPr>
      </p:sp>
      <p:sp>
        <p:nvSpPr>
          <p:cNvPr id="174" name="Google Shape;174;p14"/>
          <p:cNvSpPr>
            <a:spLocks noGrp="1"/>
          </p:cNvSpPr>
          <p:nvPr>
            <p:ph type="pic" idx="4"/>
          </p:nvPr>
        </p:nvSpPr>
        <p:spPr>
          <a:xfrm>
            <a:off x="13139294" y="5755897"/>
            <a:ext cx="3722376" cy="2617180"/>
          </a:xfrm>
          <a:prstGeom prst="rect">
            <a:avLst/>
          </a:prstGeom>
          <a:solidFill>
            <a:srgbClr val="D8D8D8"/>
          </a:solidFill>
          <a:ln>
            <a:noFill/>
          </a:ln>
        </p:spPr>
      </p:sp>
      <p:sp>
        <p:nvSpPr>
          <p:cNvPr id="175" name="Google Shape;175;p14"/>
          <p:cNvSpPr>
            <a:spLocks noGrp="1"/>
          </p:cNvSpPr>
          <p:nvPr>
            <p:ph type="pic" idx="5"/>
          </p:nvPr>
        </p:nvSpPr>
        <p:spPr>
          <a:xfrm>
            <a:off x="13139293" y="1626877"/>
            <a:ext cx="3722376" cy="2617180"/>
          </a:xfrm>
          <a:prstGeom prst="rect">
            <a:avLst/>
          </a:prstGeom>
          <a:solidFill>
            <a:srgbClr val="D8D8D8"/>
          </a:solidFill>
          <a:ln>
            <a:noFill/>
          </a:ln>
        </p:spPr>
      </p:sp>
      <p:pic>
        <p:nvPicPr>
          <p:cNvPr id="11" name="Imagem 10">
            <a:extLst>
              <a:ext uri="{FF2B5EF4-FFF2-40B4-BE49-F238E27FC236}">
                <a16:creationId xmlns:a16="http://schemas.microsoft.com/office/drawing/2014/main" id="{57326392-FAEC-7E95-F2B6-F5244A0908DF}"/>
              </a:ext>
            </a:extLst>
          </p:cNvPr>
          <p:cNvPicPr>
            <a:picLocks/>
          </p:cNvPicPr>
          <p:nvPr userDrawn="1"/>
        </p:nvPicPr>
        <p:blipFill>
          <a:blip r:embed="rId4"/>
          <a:stretch>
            <a:fillRect/>
          </a:stretch>
        </p:blipFill>
        <p:spPr>
          <a:xfrm>
            <a:off x="734401" y="691201"/>
            <a:ext cx="3434405" cy="2390404"/>
          </a:xfrm>
          <a:prstGeom prst="rect">
            <a:avLst/>
          </a:prstGeom>
        </p:spPr>
      </p:pic>
      <p:sp>
        <p:nvSpPr>
          <p:cNvPr id="167" name="Google Shape;167;p14"/>
          <p:cNvSpPr txBox="1"/>
          <p:nvPr/>
        </p:nvSpPr>
        <p:spPr>
          <a:xfrm>
            <a:off x="1086896" y="1400003"/>
            <a:ext cx="2240915"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1" i="0" u="none" strike="noStrike" cap="none">
                <a:solidFill>
                  <a:schemeClr val="lt1"/>
                </a:solidFill>
                <a:latin typeface="Poppins"/>
                <a:ea typeface="Poppins"/>
                <a:cs typeface="Poppins"/>
                <a:sym typeface="Poppins"/>
              </a:rPr>
              <a:t>Exposição</a:t>
            </a:r>
            <a:endParaRPr sz="3000" b="0" i="0" u="none" strike="noStrike" cap="none">
              <a:solidFill>
                <a:schemeClr val="lt1"/>
              </a:solidFill>
              <a:latin typeface="Poppins Light"/>
              <a:ea typeface="Poppins Light"/>
              <a:cs typeface="Poppins Light"/>
              <a:sym typeface="Poppins Light"/>
            </a:endParaRPr>
          </a:p>
        </p:txBody>
      </p:sp>
      <p:sp>
        <p:nvSpPr>
          <p:cNvPr id="8" name="Google Shape;77;p5">
            <a:extLst>
              <a:ext uri="{FF2B5EF4-FFF2-40B4-BE49-F238E27FC236}">
                <a16:creationId xmlns:a16="http://schemas.microsoft.com/office/drawing/2014/main" id="{CD5A9689-805B-758E-F148-9C6E588745B9}"/>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pitchFamily="2" charset="77"/>
                <a:ea typeface="Poppins"/>
                <a:cs typeface="Poppins Light" pitchFamily="2" charset="77"/>
                <a:sym typeface="Poppins"/>
              </a:rPr>
              <a:t>Construindo o </a:t>
            </a:r>
            <a:r>
              <a:rPr lang="pt-BR" sz="3500" b="1" i="0" u="none" strike="noStrike" cap="none" noProof="0">
                <a:solidFill>
                  <a:schemeClr val="lt1"/>
                </a:solidFill>
                <a:latin typeface="Poppins"/>
                <a:ea typeface="Poppins"/>
                <a:cs typeface="Poppins"/>
                <a:sym typeface="Poppins"/>
              </a:rPr>
              <a:t>conceito</a:t>
            </a:r>
            <a:endParaRPr lang="pt-BR" sz="3500" b="0" i="0" u="none" strike="noStrike" cap="none" noProof="0">
              <a:solidFill>
                <a:schemeClr val="lt1"/>
              </a:solidFill>
              <a:latin typeface="Poppins Light"/>
              <a:ea typeface="Poppins Light"/>
              <a:cs typeface="Poppins Light"/>
              <a:sym typeface="Poppins Light"/>
            </a:endParaRPr>
          </a:p>
        </p:txBody>
      </p:sp>
      <p:sp>
        <p:nvSpPr>
          <p:cNvPr id="3" name="Google Shape;175;p14">
            <a:extLst>
              <a:ext uri="{FF2B5EF4-FFF2-40B4-BE49-F238E27FC236}">
                <a16:creationId xmlns:a16="http://schemas.microsoft.com/office/drawing/2014/main" id="{56C71D41-77D9-DF79-58BE-9365F966EF69}"/>
              </a:ext>
            </a:extLst>
          </p:cNvPr>
          <p:cNvSpPr>
            <a:spLocks noGrp="1"/>
          </p:cNvSpPr>
          <p:nvPr>
            <p:ph type="pic" idx="10"/>
          </p:nvPr>
        </p:nvSpPr>
        <p:spPr>
          <a:xfrm>
            <a:off x="8915504" y="3954441"/>
            <a:ext cx="3722376" cy="2617180"/>
          </a:xfrm>
          <a:prstGeom prst="rect">
            <a:avLst/>
          </a:prstGeom>
          <a:solidFill>
            <a:srgbClr val="D8D8D8"/>
          </a:solidFill>
          <a:ln>
            <a:noFill/>
          </a:ln>
        </p:spPr>
      </p:sp>
      <p:sp>
        <p:nvSpPr>
          <p:cNvPr id="5" name="Google Shape;461;p35">
            <a:extLst>
              <a:ext uri="{FF2B5EF4-FFF2-40B4-BE49-F238E27FC236}">
                <a16:creationId xmlns:a16="http://schemas.microsoft.com/office/drawing/2014/main" id="{33D0D6C5-8715-0F40-FA0E-D48893B501E0}"/>
              </a:ext>
            </a:extLst>
          </p:cNvPr>
          <p:cNvSpPr txBox="1">
            <a:spLocks noGrp="1"/>
          </p:cNvSpPr>
          <p:nvPr>
            <p:ph type="body" idx="1"/>
          </p:nvPr>
        </p:nvSpPr>
        <p:spPr>
          <a:xfrm>
            <a:off x="4691715" y="436241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2" name="Google Shape;461;p35">
            <a:extLst>
              <a:ext uri="{FF2B5EF4-FFF2-40B4-BE49-F238E27FC236}">
                <a16:creationId xmlns:a16="http://schemas.microsoft.com/office/drawing/2014/main" id="{942739D9-B2BA-79B7-5ED1-B62B55D3F5ED}"/>
              </a:ext>
            </a:extLst>
          </p:cNvPr>
          <p:cNvSpPr txBox="1">
            <a:spLocks noGrp="1"/>
          </p:cNvSpPr>
          <p:nvPr>
            <p:ph type="body" idx="11"/>
          </p:nvPr>
        </p:nvSpPr>
        <p:spPr>
          <a:xfrm>
            <a:off x="4691715" y="848544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3" name="Google Shape;461;p35">
            <a:extLst>
              <a:ext uri="{FF2B5EF4-FFF2-40B4-BE49-F238E27FC236}">
                <a16:creationId xmlns:a16="http://schemas.microsoft.com/office/drawing/2014/main" id="{EE04D1B5-9360-A915-C219-497C2ACFCD81}"/>
              </a:ext>
            </a:extLst>
          </p:cNvPr>
          <p:cNvSpPr txBox="1">
            <a:spLocks noGrp="1"/>
          </p:cNvSpPr>
          <p:nvPr>
            <p:ph type="body" idx="12"/>
          </p:nvPr>
        </p:nvSpPr>
        <p:spPr>
          <a:xfrm>
            <a:off x="13141449" y="436241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4" name="Google Shape;461;p35">
            <a:extLst>
              <a:ext uri="{FF2B5EF4-FFF2-40B4-BE49-F238E27FC236}">
                <a16:creationId xmlns:a16="http://schemas.microsoft.com/office/drawing/2014/main" id="{7394943A-CEBB-AB48-ECBE-BBC2776C35A1}"/>
              </a:ext>
            </a:extLst>
          </p:cNvPr>
          <p:cNvSpPr txBox="1">
            <a:spLocks noGrp="1"/>
          </p:cNvSpPr>
          <p:nvPr>
            <p:ph type="body" idx="13"/>
          </p:nvPr>
        </p:nvSpPr>
        <p:spPr>
          <a:xfrm>
            <a:off x="13141449" y="848544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5" name="Google Shape;461;p35">
            <a:extLst>
              <a:ext uri="{FF2B5EF4-FFF2-40B4-BE49-F238E27FC236}">
                <a16:creationId xmlns:a16="http://schemas.microsoft.com/office/drawing/2014/main" id="{114A61D5-AD8F-FCAE-D28D-A4A6D7992919}"/>
              </a:ext>
            </a:extLst>
          </p:cNvPr>
          <p:cNvSpPr txBox="1">
            <a:spLocks noGrp="1"/>
          </p:cNvSpPr>
          <p:nvPr>
            <p:ph type="body" idx="14"/>
          </p:nvPr>
        </p:nvSpPr>
        <p:spPr>
          <a:xfrm>
            <a:off x="8925049" y="6665345"/>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912060252"/>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4. Exposição" preserve="1" userDrawn="1">
  <p:cSld name="2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6203092" y="-155695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13589449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4. Exposição" preserve="1" userDrawn="1">
  <p:cSld name="2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6203092" y="-155695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cxnSp>
        <p:nvCxnSpPr>
          <p:cNvPr id="15" name="Conector recto 4">
            <a:extLst>
              <a:ext uri="{FF2B5EF4-FFF2-40B4-BE49-F238E27FC236}">
                <a16:creationId xmlns:a16="http://schemas.microsoft.com/office/drawing/2014/main" id="{B00161AD-4B62-D867-A528-21DF01B13D4D}"/>
              </a:ext>
            </a:extLst>
          </p:cNvPr>
          <p:cNvCxnSpPr>
            <a:cxnSpLocks/>
          </p:cNvCxnSpPr>
          <p:nvPr userDrawn="1"/>
        </p:nvCxnSpPr>
        <p:spPr>
          <a:xfrm>
            <a:off x="514532" y="913691"/>
            <a:ext cx="11244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Google Shape;66;g1f520272227_0_4">
            <a:extLst>
              <a:ext uri="{FF2B5EF4-FFF2-40B4-BE49-F238E27FC236}">
                <a16:creationId xmlns:a16="http://schemas.microsoft.com/office/drawing/2014/main" id="{0064257B-305A-F007-6406-534D4CA5B979}"/>
              </a:ext>
            </a:extLst>
          </p:cNvPr>
          <p:cNvSpPr txBox="1"/>
          <p:nvPr userDrawn="1"/>
        </p:nvSpPr>
        <p:spPr>
          <a:xfrm>
            <a:off x="514531" y="572423"/>
            <a:ext cx="6230397" cy="432396"/>
          </a:xfrm>
          <a:prstGeom prst="rect">
            <a:avLst/>
          </a:prstGeom>
          <a:noFill/>
          <a:ln>
            <a:noFill/>
          </a:ln>
        </p:spPr>
        <p:txBody>
          <a:bodyPr spcFirstLastPara="1" wrap="square" lIns="91425" tIns="91425" rIns="91425" bIns="91425" anchor="ctr" anchorCtr="0">
            <a:spAutoFit/>
          </a:bodyPr>
          <a:lstStyle/>
          <a:p>
            <a:pPr marL="0" marR="0" lvl="0" indent="0" algn="l" rtl="0">
              <a:lnSpc>
                <a:spcPct val="115000"/>
              </a:lnSpc>
              <a:spcBef>
                <a:spcPts val="0"/>
              </a:spcBef>
              <a:buClr>
                <a:srgbClr val="000000"/>
              </a:buClr>
              <a:buSzPts val="3400"/>
              <a:buFont typeface="Arial"/>
              <a:buNone/>
            </a:pPr>
            <a:r>
              <a:rPr lang="pt-BR" b="1">
                <a:latin typeface="Arial" panose="020B0604020202020204" pitchFamily="34" charset="0"/>
                <a:ea typeface="Verdana"/>
                <a:cs typeface="Arial" panose="020B0604020202020204" pitchFamily="34" charset="0"/>
                <a:sym typeface="Verdana"/>
              </a:rPr>
              <a:t>Diversas aplicações</a:t>
            </a:r>
            <a:endParaRPr lang="pt-BR" sz="1400" b="1" i="0" u="none" strike="noStrike" cap="none">
              <a:latin typeface="Arial" panose="020B0604020202020204" pitchFamily="34" charset="0"/>
              <a:ea typeface="Verdana"/>
              <a:cs typeface="Arial" panose="020B0604020202020204" pitchFamily="34" charset="0"/>
              <a:sym typeface="Verdana"/>
            </a:endParaRPr>
          </a:p>
        </p:txBody>
      </p:sp>
    </p:spTree>
    <p:extLst>
      <p:ext uri="{BB962C8B-B14F-4D97-AF65-F5344CB8AC3E}">
        <p14:creationId xmlns:p14="http://schemas.microsoft.com/office/powerpoint/2010/main" val="111788540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4. Exposição" preserve="1" userDrawn="1">
  <p:cSld name="2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6203092" y="-155695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4423805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1_3. Conteudo" userDrawn="1">
  <p:cSld name="1_3. Conteudo">
    <p:bg>
      <p:bgPr>
        <a:solidFill>
          <a:srgbClr val="28566E"/>
        </a:solidFill>
        <a:effectLst/>
      </p:bgPr>
    </p:bg>
    <p:spTree>
      <p:nvGrpSpPr>
        <p:cNvPr id="1" name="Shape 114"/>
        <p:cNvGrpSpPr/>
        <p:nvPr/>
      </p:nvGrpSpPr>
      <p:grpSpPr>
        <a:xfrm>
          <a:off x="0" y="0"/>
          <a:ext cx="0" cy="0"/>
          <a:chOff x="0" y="0"/>
          <a:chExt cx="0" cy="0"/>
        </a:xfrm>
      </p:grpSpPr>
      <p:pic>
        <p:nvPicPr>
          <p:cNvPr id="5" name="Google Shape;107;p9">
            <a:extLst>
              <a:ext uri="{FF2B5EF4-FFF2-40B4-BE49-F238E27FC236}">
                <a16:creationId xmlns:a16="http://schemas.microsoft.com/office/drawing/2014/main" id="{D54E56DD-72E1-D32E-4FDD-D05A2DDB5A1E}"/>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1" y="0"/>
            <a:ext cx="6946227" cy="10286974"/>
          </a:xfrm>
          <a:prstGeom prst="rect">
            <a:avLst/>
          </a:prstGeom>
          <a:noFill/>
          <a:ln>
            <a:noFill/>
          </a:ln>
        </p:spPr>
      </p:pic>
      <p:pic>
        <p:nvPicPr>
          <p:cNvPr id="7" name="Imagem 6" descr="Câmera fotográfica preta&#10;&#10;Descrição gerada automaticamente">
            <a:extLst>
              <a:ext uri="{FF2B5EF4-FFF2-40B4-BE49-F238E27FC236}">
                <a16:creationId xmlns:a16="http://schemas.microsoft.com/office/drawing/2014/main" id="{BF48B4D9-DB80-F129-858C-B92D49CF1F05}"/>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t="-268"/>
          <a:stretch/>
        </p:blipFill>
        <p:spPr>
          <a:xfrm>
            <a:off x="643197" y="580139"/>
            <a:ext cx="4864916" cy="4864916"/>
          </a:xfrm>
          <a:prstGeom prst="ellipse">
            <a:avLst/>
          </a:prstGeom>
        </p:spPr>
      </p:pic>
      <p:pic>
        <p:nvPicPr>
          <p:cNvPr id="11" name="Imagem 10">
            <a:extLst>
              <a:ext uri="{FF2B5EF4-FFF2-40B4-BE49-F238E27FC236}">
                <a16:creationId xmlns:a16="http://schemas.microsoft.com/office/drawing/2014/main" id="{7CD7032A-472F-7C62-E255-1DAB2E7223EB}"/>
              </a:ext>
            </a:extLst>
          </p:cNvPr>
          <p:cNvPicPr>
            <a:picLocks/>
          </p:cNvPicPr>
          <p:nvPr userDrawn="1"/>
        </p:nvPicPr>
        <p:blipFill>
          <a:blip r:embed="rId4"/>
          <a:stretch>
            <a:fillRect/>
          </a:stretch>
        </p:blipFill>
        <p:spPr>
          <a:xfrm>
            <a:off x="3297605" y="4060806"/>
            <a:ext cx="3434405" cy="2390404"/>
          </a:xfrm>
          <a:prstGeom prst="rect">
            <a:avLst/>
          </a:prstGeom>
        </p:spPr>
      </p:pic>
      <p:sp>
        <p:nvSpPr>
          <p:cNvPr id="4" name="Google Shape;689;p48">
            <a:extLst>
              <a:ext uri="{FF2B5EF4-FFF2-40B4-BE49-F238E27FC236}">
                <a16:creationId xmlns:a16="http://schemas.microsoft.com/office/drawing/2014/main" id="{FAFCC758-61EC-406C-1EF8-25D2434CEA07}"/>
              </a:ext>
            </a:extLst>
          </p:cNvPr>
          <p:cNvSpPr txBox="1">
            <a:spLocks/>
          </p:cNvSpPr>
          <p:nvPr userDrawn="1"/>
        </p:nvSpPr>
        <p:spPr>
          <a:xfrm>
            <a:off x="728496" y="5195702"/>
            <a:ext cx="1249754" cy="238087"/>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360"/>
              </a:spcBef>
              <a:buSzPts val="1200"/>
              <a:buFont typeface="Arial" pitchFamily="34" charset="0"/>
              <a:buNone/>
            </a:pPr>
            <a:r>
              <a:rPr lang="pt-BR" sz="1200">
                <a:solidFill>
                  <a:schemeClr val="bg1"/>
                </a:solidFill>
                <a:latin typeface="Poppins Light" panose="00000400000000000000" pitchFamily="2" charset="0"/>
                <a:cs typeface="Poppins Light" panose="00000400000000000000" pitchFamily="2" charset="0"/>
              </a:rPr>
              <a:t>© Getty Images</a:t>
            </a:r>
          </a:p>
        </p:txBody>
      </p:sp>
      <p:sp>
        <p:nvSpPr>
          <p:cNvPr id="9" name="Google Shape;77;p5">
            <a:extLst>
              <a:ext uri="{FF2B5EF4-FFF2-40B4-BE49-F238E27FC236}">
                <a16:creationId xmlns:a16="http://schemas.microsoft.com/office/drawing/2014/main" id="{A02C9CDC-CF3E-FA16-3B21-86962F525C8A}"/>
              </a:ext>
            </a:extLst>
          </p:cNvPr>
          <p:cNvSpPr txBox="1"/>
          <p:nvPr userDrawn="1"/>
        </p:nvSpPr>
        <p:spPr>
          <a:xfrm>
            <a:off x="3812890" y="4779742"/>
            <a:ext cx="2542511" cy="98488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200" b="0" i="0" u="none" strike="noStrike" cap="none" noProof="0">
                <a:solidFill>
                  <a:schemeClr val="lt1"/>
                </a:solidFill>
                <a:latin typeface="Poppins Light" pitchFamily="2" charset="77"/>
                <a:ea typeface="Poppins"/>
                <a:cs typeface="Poppins Light" pitchFamily="2" charset="77"/>
                <a:sym typeface="Poppins"/>
              </a:rPr>
              <a:t>Construindo o </a:t>
            </a:r>
            <a:r>
              <a:rPr lang="pt-BR" sz="3200" b="1" i="0" u="none" strike="noStrike" cap="none" noProof="0">
                <a:solidFill>
                  <a:schemeClr val="lt1"/>
                </a:solidFill>
                <a:latin typeface="Poppins"/>
                <a:ea typeface="Poppins"/>
                <a:cs typeface="Poppins"/>
                <a:sym typeface="Poppins"/>
              </a:rPr>
              <a:t>conceito</a:t>
            </a:r>
            <a:endParaRPr lang="pt-BR" sz="3200" b="0" i="0" u="none" strike="noStrike" cap="none" noProof="0">
              <a:solidFill>
                <a:schemeClr val="lt1"/>
              </a:solidFill>
              <a:latin typeface="Poppins Light"/>
              <a:ea typeface="Poppins Light"/>
              <a:cs typeface="Poppins Light"/>
              <a:sym typeface="Poppins Light"/>
            </a:endParaRPr>
          </a:p>
        </p:txBody>
      </p:sp>
      <p:sp>
        <p:nvSpPr>
          <p:cNvPr id="2" name="Google Shape;117;p9">
            <a:extLst>
              <a:ext uri="{FF2B5EF4-FFF2-40B4-BE49-F238E27FC236}">
                <a16:creationId xmlns:a16="http://schemas.microsoft.com/office/drawing/2014/main" id="{AAC95801-93B0-A8EF-1651-81C380895E40}"/>
              </a:ext>
            </a:extLst>
          </p:cNvPr>
          <p:cNvSpPr txBox="1">
            <a:spLocks noGrp="1"/>
          </p:cNvSpPr>
          <p:nvPr>
            <p:ph type="body" idx="2"/>
          </p:nvPr>
        </p:nvSpPr>
        <p:spPr>
          <a:xfrm>
            <a:off x="7692272" y="622298"/>
            <a:ext cx="8437715" cy="1436520"/>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900"/>
              </a:spcBef>
              <a:spcAft>
                <a:spcPts val="0"/>
              </a:spcAft>
              <a:buClr>
                <a:schemeClr val="lt1"/>
              </a:buClr>
              <a:buSzPts val="4500"/>
              <a:buFont typeface="Poppins"/>
              <a:buNone/>
              <a:defRPr sz="45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lt1"/>
              </a:buClr>
              <a:buSzPts val="2800"/>
              <a:buFont typeface="Poppins"/>
              <a:buChar char="–"/>
              <a:defRPr sz="2800"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lt1"/>
              </a:buClr>
              <a:buSzPts val="2400"/>
              <a:buFont typeface="Poppins"/>
              <a:buChar char="•"/>
              <a:defRPr sz="24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9pPr>
          </a:lstStyle>
          <a:p>
            <a:endParaRPr/>
          </a:p>
        </p:txBody>
      </p:sp>
      <p:sp>
        <p:nvSpPr>
          <p:cNvPr id="3" name="Google Shape;116;p9">
            <a:extLst>
              <a:ext uri="{FF2B5EF4-FFF2-40B4-BE49-F238E27FC236}">
                <a16:creationId xmlns:a16="http://schemas.microsoft.com/office/drawing/2014/main" id="{EE2838AB-5016-933A-466D-0229559B6BF7}"/>
              </a:ext>
            </a:extLst>
          </p:cNvPr>
          <p:cNvSpPr txBox="1">
            <a:spLocks noGrp="1"/>
          </p:cNvSpPr>
          <p:nvPr>
            <p:ph type="body" idx="1"/>
          </p:nvPr>
        </p:nvSpPr>
        <p:spPr>
          <a:xfrm>
            <a:off x="7692272" y="2171129"/>
            <a:ext cx="9830595" cy="1436521"/>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560"/>
              </a:spcBef>
              <a:spcAft>
                <a:spcPts val="0"/>
              </a:spcAft>
              <a:buClr>
                <a:schemeClr val="lt1"/>
              </a:buClr>
              <a:buSzPts val="2800"/>
              <a:buFont typeface="Poppins"/>
              <a:buNone/>
              <a:defRPr sz="2800" b="0" i="0" u="none" strike="noStrike" cap="none">
                <a:solidFill>
                  <a:schemeClr val="lt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lt1"/>
              </a:buClr>
              <a:buSzPts val="2800"/>
              <a:buFont typeface="Poppins"/>
              <a:buChar char="–"/>
              <a:defRPr sz="2800"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lt1"/>
              </a:buClr>
              <a:buSzPts val="2400"/>
              <a:buFont typeface="Poppins"/>
              <a:buChar char="•"/>
              <a:defRPr sz="24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9pPr>
          </a:lstStyle>
          <a:p>
            <a:endParaRPr/>
          </a:p>
        </p:txBody>
      </p:sp>
      <p:sp>
        <p:nvSpPr>
          <p:cNvPr id="13" name="Google Shape;139;p11">
            <a:extLst>
              <a:ext uri="{FF2B5EF4-FFF2-40B4-BE49-F238E27FC236}">
                <a16:creationId xmlns:a16="http://schemas.microsoft.com/office/drawing/2014/main" id="{59386DD0-5AAE-08B8-E3DA-A2064E890B33}"/>
              </a:ext>
            </a:extLst>
          </p:cNvPr>
          <p:cNvSpPr txBox="1">
            <a:spLocks noGrp="1"/>
          </p:cNvSpPr>
          <p:nvPr>
            <p:ph type="body" idx="11"/>
          </p:nvPr>
        </p:nvSpPr>
        <p:spPr>
          <a:xfrm>
            <a:off x="7692272" y="8957839"/>
            <a:ext cx="9829800" cy="235962"/>
          </a:xfrm>
          <a:prstGeom prst="rect">
            <a:avLst/>
          </a:prstGeom>
          <a:noFill/>
          <a:ln>
            <a:noFill/>
          </a:ln>
        </p:spPr>
        <p:txBody>
          <a:bodyPr spcFirstLastPara="1" wrap="square" lIns="0" tIns="0" rIns="0" bIns="0" anchor="t" anchorCtr="0">
            <a:spAutoFit/>
          </a:bodyPr>
          <a:lstStyle>
            <a:lvl1pPr marL="0" marR="0" lvl="0" indent="0" algn="l" rtl="0">
              <a:lnSpc>
                <a:spcPct val="100000"/>
              </a:lnSpc>
              <a:spcBef>
                <a:spcPts val="360"/>
              </a:spcBef>
              <a:spcAft>
                <a:spcPts val="0"/>
              </a:spcAft>
              <a:buClr>
                <a:schemeClr val="dk1"/>
              </a:buClr>
              <a:buSzPts val="1200"/>
              <a:buFont typeface="Poppins"/>
              <a:buNone/>
              <a:defRPr sz="1200" b="0" i="0" u="none" strike="noStrike" cap="none">
                <a:solidFill>
                  <a:schemeClr val="bg1"/>
                </a:solidFill>
                <a:latin typeface="Poppins" pitchFamily="2" charset="77"/>
                <a:ea typeface="Poppins" pitchFamily="2" charset="77"/>
                <a:cs typeface="Poppins" pitchFamily="2" charset="77"/>
                <a:sym typeface="Poppins Light"/>
              </a:defRPr>
            </a:lvl1pPr>
            <a:lvl2pPr marL="914400" marR="0" lvl="1" indent="-304800" algn="l" rtl="0">
              <a:lnSpc>
                <a:spcPct val="100000"/>
              </a:lnSpc>
              <a:spcBef>
                <a:spcPts val="56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48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9pPr>
          </a:lstStyle>
          <a:p>
            <a:endParaRPr/>
          </a:p>
        </p:txBody>
      </p:sp>
      <p:sp>
        <p:nvSpPr>
          <p:cNvPr id="14" name="Espaço Reservado para Texto 18">
            <a:extLst>
              <a:ext uri="{FF2B5EF4-FFF2-40B4-BE49-F238E27FC236}">
                <a16:creationId xmlns:a16="http://schemas.microsoft.com/office/drawing/2014/main" id="{DD7BF362-949F-D39B-33DB-46D9024EEC64}"/>
              </a:ext>
            </a:extLst>
          </p:cNvPr>
          <p:cNvSpPr>
            <a:spLocks noGrp="1"/>
          </p:cNvSpPr>
          <p:nvPr>
            <p:ph type="body" sz="quarter" idx="10" hasCustomPrompt="1"/>
          </p:nvPr>
        </p:nvSpPr>
        <p:spPr>
          <a:xfrm>
            <a:off x="7692272" y="3821945"/>
            <a:ext cx="9829800" cy="4975691"/>
          </a:xfrm>
          <a:prstGeom prst="rect">
            <a:avLst/>
          </a:prstGeom>
        </p:spPr>
        <p:txBody>
          <a:bodyPr/>
          <a:lstStyle>
            <a:lvl1pPr>
              <a:defRPr sz="1800" b="0" i="0">
                <a:latin typeface="Poppins" pitchFamily="2" charset="77"/>
                <a:cs typeface="Poppins" pitchFamily="2" charset="77"/>
              </a:defRPr>
            </a:lvl1pPr>
          </a:lstStyle>
          <a:p>
            <a:r>
              <a:rPr lang="pt-BR" sz="1400">
                <a:solidFill>
                  <a:schemeClr val="bg1"/>
                </a:solidFill>
                <a:latin typeface="Poppins Light" pitchFamily="2" charset="77"/>
                <a:cs typeface="Poppins Light" pitchFamily="2" charset="77"/>
              </a:rPr>
              <a:t>Inserir &gt; Mídia &gt; Vídeo &gt; Vídeos online</a:t>
            </a:r>
          </a:p>
        </p:txBody>
      </p:sp>
      <p:sp>
        <p:nvSpPr>
          <p:cNvPr id="6" name="CaixaDeTexto 5">
            <a:extLst>
              <a:ext uri="{FF2B5EF4-FFF2-40B4-BE49-F238E27FC236}">
                <a16:creationId xmlns:a16="http://schemas.microsoft.com/office/drawing/2014/main" id="{F16908F7-5FD9-B3F2-C0F3-AECEF2865FC9}"/>
              </a:ext>
            </a:extLst>
          </p:cNvPr>
          <p:cNvSpPr txBox="1"/>
          <p:nvPr userDrawn="1"/>
        </p:nvSpPr>
        <p:spPr>
          <a:xfrm>
            <a:off x="8651631" y="-1125415"/>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24276655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3_EstudoCaso" userDrawn="1">
  <p:cSld name="3_EstudoCaso">
    <p:spTree>
      <p:nvGrpSpPr>
        <p:cNvPr id="1" name="Shape 513"/>
        <p:cNvGrpSpPr/>
        <p:nvPr/>
      </p:nvGrpSpPr>
      <p:grpSpPr>
        <a:xfrm>
          <a:off x="0" y="0"/>
          <a:ext cx="0" cy="0"/>
          <a:chOff x="0" y="0"/>
          <a:chExt cx="0" cy="0"/>
        </a:xfrm>
      </p:grpSpPr>
      <p:pic>
        <p:nvPicPr>
          <p:cNvPr id="10" name="Google Shape;118;p10">
            <a:extLst>
              <a:ext uri="{FF2B5EF4-FFF2-40B4-BE49-F238E27FC236}">
                <a16:creationId xmlns:a16="http://schemas.microsoft.com/office/drawing/2014/main" id="{2B6B7417-9D57-C29A-7679-6B86C4F2879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827177" cy="10286974"/>
          </a:xfrm>
          <a:prstGeom prst="rect">
            <a:avLst/>
          </a:prstGeom>
          <a:noFill/>
          <a:ln>
            <a:noFill/>
          </a:ln>
        </p:spPr>
      </p:pic>
      <p:pic>
        <p:nvPicPr>
          <p:cNvPr id="7" name="Imagem 6">
            <a:extLst>
              <a:ext uri="{FF2B5EF4-FFF2-40B4-BE49-F238E27FC236}">
                <a16:creationId xmlns:a16="http://schemas.microsoft.com/office/drawing/2014/main" id="{5645A8CF-A1E9-8AEC-6BE1-84FF5EAB1540}"/>
              </a:ext>
            </a:extLst>
          </p:cNvPr>
          <p:cNvPicPr>
            <a:picLocks/>
          </p:cNvPicPr>
          <p:nvPr userDrawn="1"/>
        </p:nvPicPr>
        <p:blipFill>
          <a:blip r:embed="rId3"/>
          <a:stretch>
            <a:fillRect/>
          </a:stretch>
        </p:blipFill>
        <p:spPr>
          <a:xfrm>
            <a:off x="381601" y="327600"/>
            <a:ext cx="3434405" cy="2390404"/>
          </a:xfrm>
          <a:prstGeom prst="rect">
            <a:avLst/>
          </a:prstGeom>
        </p:spPr>
      </p:pic>
      <p:sp>
        <p:nvSpPr>
          <p:cNvPr id="3" name="Espaço Reservado para Texto 3">
            <a:extLst>
              <a:ext uri="{FF2B5EF4-FFF2-40B4-BE49-F238E27FC236}">
                <a16:creationId xmlns:a16="http://schemas.microsoft.com/office/drawing/2014/main" id="{87D9BE86-9078-4427-9656-B39826D967AC}"/>
              </a:ext>
            </a:extLst>
          </p:cNvPr>
          <p:cNvSpPr>
            <a:spLocks noGrp="1"/>
          </p:cNvSpPr>
          <p:nvPr>
            <p:ph type="body" sz="quarter" idx="10" hasCustomPrompt="1"/>
          </p:nvPr>
        </p:nvSpPr>
        <p:spPr>
          <a:xfrm>
            <a:off x="5461627" y="1816101"/>
            <a:ext cx="11415713" cy="4238336"/>
          </a:xfrm>
          <a:prstGeom prst="rect">
            <a:avLst/>
          </a:prstGeom>
          <a:solidFill>
            <a:srgbClr val="D9D9D9"/>
          </a:solidFill>
        </p:spPr>
        <p:txBody>
          <a:bodyPr/>
          <a:lstStyle>
            <a:lvl1pPr>
              <a:defRPr sz="1800">
                <a:latin typeface="Poppins" pitchFamily="2" charset="77"/>
                <a:cs typeface="Poppins" pitchFamily="2" charset="77"/>
              </a:defRPr>
            </a:lvl1pPr>
          </a:lstStyle>
          <a:p>
            <a:pPr lvl="0"/>
            <a:r>
              <a:rPr lang="pt-BR"/>
              <a:t>Inserir &gt; Mídia &gt; Vídeo &gt; Vídeos online</a:t>
            </a:r>
          </a:p>
        </p:txBody>
      </p:sp>
      <p:sp>
        <p:nvSpPr>
          <p:cNvPr id="8" name="CaixaDeTexto 7">
            <a:extLst>
              <a:ext uri="{FF2B5EF4-FFF2-40B4-BE49-F238E27FC236}">
                <a16:creationId xmlns:a16="http://schemas.microsoft.com/office/drawing/2014/main" id="{AF5469AD-51F8-FC13-26BB-CEAB108EE398}"/>
              </a:ext>
            </a:extLst>
          </p:cNvPr>
          <p:cNvSpPr txBox="1"/>
          <p:nvPr userDrawn="1"/>
        </p:nvSpPr>
        <p:spPr>
          <a:xfrm>
            <a:off x="7104185" y="-96715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325667776"/>
      </p:ext>
    </p:extLst>
  </p:cSld>
  <p:clrMapOvr>
    <a:masterClrMapping/>
  </p:clrMapOvr>
  <p:extLst>
    <p:ext uri="{DCECCB84-F9BA-43D5-87BE-67443E8EF086}">
      <p15:sldGuideLst xmlns:p15="http://schemas.microsoft.com/office/powerpoint/2012/main">
        <p15:guide id="1" orient="horz" pos="813">
          <p15:clr>
            <a:srgbClr val="FBAE40"/>
          </p15:clr>
        </p15:guide>
        <p15:guide id="2" pos="342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1_4. Exposição">
  <p:cSld name="1_4. Exposição">
    <p:spTree>
      <p:nvGrpSpPr>
        <p:cNvPr id="1" name="Shape 141"/>
        <p:cNvGrpSpPr/>
        <p:nvPr/>
      </p:nvGrpSpPr>
      <p:grpSpPr>
        <a:xfrm>
          <a:off x="0" y="0"/>
          <a:ext cx="0" cy="0"/>
          <a:chOff x="0" y="0"/>
          <a:chExt cx="0" cy="0"/>
        </a:xfrm>
      </p:grpSpPr>
      <p:pic>
        <p:nvPicPr>
          <p:cNvPr id="4" name="Google Shape;134;p12">
            <a:extLst>
              <a:ext uri="{FF2B5EF4-FFF2-40B4-BE49-F238E27FC236}">
                <a16:creationId xmlns:a16="http://schemas.microsoft.com/office/drawing/2014/main" id="{FBAFECC8-99B0-4DB2-0613-0EB8F8835C8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t="921" r="920"/>
          <a:stretch/>
        </p:blipFill>
        <p:spPr>
          <a:xfrm>
            <a:off x="6" y="0"/>
            <a:ext cx="18288000" cy="10286983"/>
          </a:xfrm>
          <a:prstGeom prst="rect">
            <a:avLst/>
          </a:prstGeom>
          <a:noFill/>
          <a:ln>
            <a:noFill/>
          </a:ln>
        </p:spPr>
      </p:pic>
      <p:pic>
        <p:nvPicPr>
          <p:cNvPr id="6" name="Imagem 5">
            <a:extLst>
              <a:ext uri="{FF2B5EF4-FFF2-40B4-BE49-F238E27FC236}">
                <a16:creationId xmlns:a16="http://schemas.microsoft.com/office/drawing/2014/main" id="{027EA2B9-B50B-C956-6332-50F824136988}"/>
              </a:ext>
            </a:extLst>
          </p:cNvPr>
          <p:cNvPicPr>
            <a:picLocks/>
          </p:cNvPicPr>
          <p:nvPr userDrawn="1"/>
        </p:nvPicPr>
        <p:blipFill>
          <a:blip r:embed="rId3"/>
          <a:stretch>
            <a:fillRect/>
          </a:stretch>
        </p:blipFill>
        <p:spPr>
          <a:xfrm>
            <a:off x="7891212" y="457201"/>
            <a:ext cx="9831615" cy="8352013"/>
          </a:xfrm>
          <a:prstGeom prst="rect">
            <a:avLst/>
          </a:prstGeom>
        </p:spPr>
      </p:pic>
      <p:sp>
        <p:nvSpPr>
          <p:cNvPr id="146" name="Google Shape;146;p12"/>
          <p:cNvSpPr txBox="1">
            <a:spLocks noGrp="1"/>
          </p:cNvSpPr>
          <p:nvPr>
            <p:ph type="body" idx="1"/>
          </p:nvPr>
        </p:nvSpPr>
        <p:spPr>
          <a:xfrm>
            <a:off x="9131813" y="2067004"/>
            <a:ext cx="7607700" cy="34443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60"/>
              </a:spcBef>
              <a:spcAft>
                <a:spcPts val="0"/>
              </a:spcAft>
              <a:buClr>
                <a:schemeClr val="dk1"/>
              </a:buClr>
              <a:buSzPts val="2800"/>
              <a:buFont typeface="Poppins"/>
              <a:buNone/>
              <a:defRPr sz="28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81094706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rilha_SIS_5_3">
    <p:bg>
      <p:bgPr>
        <a:solidFill>
          <a:srgbClr val="EFEFEF"/>
        </a:solidFill>
        <a:effectLst/>
      </p:bgPr>
    </p:bg>
    <p:spTree>
      <p:nvGrpSpPr>
        <p:cNvPr id="1" name=""/>
        <p:cNvGrpSpPr/>
        <p:nvPr/>
      </p:nvGrpSpPr>
      <p:grpSpPr>
        <a:xfrm>
          <a:off x="0" y="0"/>
          <a:ext cx="0" cy="0"/>
          <a:chOff x="0" y="0"/>
          <a:chExt cx="0" cy="0"/>
        </a:xfrm>
      </p:grpSpPr>
      <p:sp>
        <p:nvSpPr>
          <p:cNvPr id="17" name="Elipse 16"/>
          <p:cNvSpPr/>
          <p:nvPr userDrawn="1"/>
        </p:nvSpPr>
        <p:spPr>
          <a:xfrm rot="16200000" flipV="1">
            <a:off x="3396908" y="7274877"/>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grpSp>
        <p:nvGrpSpPr>
          <p:cNvPr id="18" name="Grupo 17"/>
          <p:cNvGrpSpPr/>
          <p:nvPr userDrawn="1"/>
        </p:nvGrpSpPr>
        <p:grpSpPr>
          <a:xfrm>
            <a:off x="11481857" y="3631122"/>
            <a:ext cx="1357851" cy="351000"/>
            <a:chOff x="7061962" y="2141288"/>
            <a:chExt cx="905234" cy="234000"/>
          </a:xfrm>
        </p:grpSpPr>
        <p:sp>
          <p:nvSpPr>
            <p:cNvPr id="26" name="Elipse 25"/>
            <p:cNvSpPr/>
            <p:nvPr/>
          </p:nvSpPr>
          <p:spPr>
            <a:xfrm>
              <a:off x="7061962" y="2141288"/>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27" name="Conector reto 26"/>
            <p:cNvCxnSpPr/>
            <p:nvPr/>
          </p:nvCxnSpPr>
          <p:spPr>
            <a:xfrm rot="10800000" flipH="1" flipV="1">
              <a:off x="7269723" y="2256208"/>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32" name="Imagem 3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8735965" y="1211362"/>
            <a:ext cx="955549" cy="1046990"/>
          </a:xfrm>
          <a:prstGeom prst="rect">
            <a:avLst/>
          </a:prstGeom>
        </p:spPr>
      </p:pic>
      <p:pic>
        <p:nvPicPr>
          <p:cNvPr id="33" name="Imagem 32"/>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2489020" y="3174631"/>
            <a:ext cx="960122" cy="1046990"/>
          </a:xfrm>
          <a:prstGeom prst="rect">
            <a:avLst/>
          </a:prstGeom>
        </p:spPr>
      </p:pic>
      <p:cxnSp>
        <p:nvCxnSpPr>
          <p:cNvPr id="37" name="Conector reto 36"/>
          <p:cNvCxnSpPr/>
          <p:nvPr userDrawn="1"/>
        </p:nvCxnSpPr>
        <p:spPr>
          <a:xfrm rot="10800000" flipH="1" flipV="1">
            <a:off x="2469065" y="7473401"/>
            <a:ext cx="1046210" cy="224"/>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9" name="Imagem 38"/>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903672" y="6886253"/>
            <a:ext cx="955550" cy="1042004"/>
          </a:xfrm>
          <a:prstGeom prst="rect">
            <a:avLst/>
          </a:prstGeom>
        </p:spPr>
      </p:pic>
      <p:sp>
        <p:nvSpPr>
          <p:cNvPr id="40" name="CaixaDeTexto 39"/>
          <p:cNvSpPr txBox="1"/>
          <p:nvPr/>
        </p:nvSpPr>
        <p:spPr>
          <a:xfrm>
            <a:off x="2036621" y="7100206"/>
            <a:ext cx="822600" cy="848129"/>
          </a:xfrm>
          <a:prstGeom prst="rect">
            <a:avLst/>
          </a:prstGeom>
          <a:noFill/>
        </p:spPr>
        <p:txBody>
          <a:bodyPr wrap="square" rtlCol="0" anchor="ctr">
            <a:noAutofit/>
          </a:bodyPr>
          <a:lstStyle/>
          <a:p>
            <a:pPr algn="ctr"/>
            <a:endParaRPr lang="pt-BR" sz="4050" b="1">
              <a:solidFill>
                <a:schemeClr val="bg1"/>
              </a:solidFill>
              <a:latin typeface="Poppins" panose="00000500000000000000" pitchFamily="2" charset="0"/>
              <a:cs typeface="Poppins" panose="00000500000000000000" pitchFamily="2" charset="0"/>
            </a:endParaRPr>
          </a:p>
        </p:txBody>
      </p:sp>
      <p:grpSp>
        <p:nvGrpSpPr>
          <p:cNvPr id="41" name="Grupo 40"/>
          <p:cNvGrpSpPr/>
          <p:nvPr userDrawn="1"/>
        </p:nvGrpSpPr>
        <p:grpSpPr>
          <a:xfrm rot="5400000">
            <a:off x="8638738" y="2447375"/>
            <a:ext cx="1289486" cy="351000"/>
            <a:chOff x="6518136" y="4850711"/>
            <a:chExt cx="859657" cy="234000"/>
          </a:xfrm>
        </p:grpSpPr>
        <p:sp>
          <p:nvSpPr>
            <p:cNvPr id="42" name="Elipse 41"/>
            <p:cNvSpPr/>
            <p:nvPr/>
          </p:nvSpPr>
          <p:spPr>
            <a:xfrm>
              <a:off x="7143793" y="4850711"/>
              <a:ext cx="234000" cy="234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3" name="Conector reto 42"/>
            <p:cNvCxnSpPr/>
            <p:nvPr/>
          </p:nvCxnSpPr>
          <p:spPr>
            <a:xfrm rot="10800000" flipH="1" flipV="1">
              <a:off x="6518136" y="4972537"/>
              <a:ext cx="697473" cy="149"/>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sp>
        <p:nvSpPr>
          <p:cNvPr id="14" name="Espaço Reservado para Texto 13"/>
          <p:cNvSpPr>
            <a:spLocks noGrp="1"/>
          </p:cNvSpPr>
          <p:nvPr userDrawn="1">
            <p:ph type="body" sz="quarter" idx="12" hasCustomPrompt="1"/>
          </p:nvPr>
        </p:nvSpPr>
        <p:spPr>
          <a:xfrm>
            <a:off x="447932" y="8029858"/>
            <a:ext cx="2674143" cy="906974"/>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6" name="Espaço Reservado para Texto 13"/>
          <p:cNvSpPr>
            <a:spLocks noGrp="1"/>
          </p:cNvSpPr>
          <p:nvPr>
            <p:ph type="body" sz="quarter" idx="13" hasCustomPrompt="1"/>
          </p:nvPr>
        </p:nvSpPr>
        <p:spPr>
          <a:xfrm>
            <a:off x="9766953" y="1149659"/>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19" name="Espaço Reservado para Texto 18"/>
          <p:cNvSpPr>
            <a:spLocks noGrp="1"/>
          </p:cNvSpPr>
          <p:nvPr userDrawn="1">
            <p:ph type="body" sz="quarter" idx="14" hasCustomPrompt="1"/>
          </p:nvPr>
        </p:nvSpPr>
        <p:spPr>
          <a:xfrm>
            <a:off x="2031101" y="7021334"/>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20" name="Espaço Reservado para Texto 9"/>
          <p:cNvSpPr>
            <a:spLocks noGrp="1"/>
          </p:cNvSpPr>
          <p:nvPr userDrawn="1">
            <p:ph type="body" sz="quarter" idx="15" hasCustomPrompt="1"/>
          </p:nvPr>
        </p:nvSpPr>
        <p:spPr>
          <a:xfrm>
            <a:off x="13530021" y="2761219"/>
            <a:ext cx="3463023" cy="1326356"/>
          </a:xfrm>
          <a:prstGeom prst="rect">
            <a:avLst/>
          </a:prstGeom>
        </p:spPr>
        <p:txBody>
          <a:bodyPr anchor="b"/>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2" name="Espaço Reservado para Texto 9"/>
          <p:cNvSpPr>
            <a:spLocks noGrp="1"/>
          </p:cNvSpPr>
          <p:nvPr>
            <p:ph type="body" sz="quarter" idx="17" hasCustomPrompt="1"/>
          </p:nvPr>
        </p:nvSpPr>
        <p:spPr>
          <a:xfrm>
            <a:off x="9764360" y="1532502"/>
            <a:ext cx="2998494" cy="84031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3" name="Espaço Reservado para Texto 18"/>
          <p:cNvSpPr>
            <a:spLocks noGrp="1"/>
          </p:cNvSpPr>
          <p:nvPr>
            <p:ph type="body" sz="quarter" idx="18" hasCustomPrompt="1"/>
          </p:nvPr>
        </p:nvSpPr>
        <p:spPr>
          <a:xfrm>
            <a:off x="8870164" y="1349604"/>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24" name="Espaço Reservado para Texto 18"/>
          <p:cNvSpPr>
            <a:spLocks noGrp="1"/>
          </p:cNvSpPr>
          <p:nvPr userDrawn="1">
            <p:ph type="body" sz="quarter" idx="19" hasCustomPrompt="1"/>
          </p:nvPr>
        </p:nvSpPr>
        <p:spPr>
          <a:xfrm>
            <a:off x="12612568" y="3331409"/>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grpSp>
        <p:nvGrpSpPr>
          <p:cNvPr id="38" name="Grupo 37"/>
          <p:cNvGrpSpPr/>
          <p:nvPr userDrawn="1"/>
        </p:nvGrpSpPr>
        <p:grpSpPr>
          <a:xfrm rot="10800000">
            <a:off x="5638118" y="6056550"/>
            <a:ext cx="1289486" cy="351000"/>
            <a:chOff x="6518136" y="4850711"/>
            <a:chExt cx="859657" cy="234000"/>
          </a:xfrm>
        </p:grpSpPr>
        <p:sp>
          <p:nvSpPr>
            <p:cNvPr id="44" name="Elipse 43"/>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5" name="Conector reto 44"/>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46" name="Imagem 45"/>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517283" y="5602796"/>
            <a:ext cx="960122" cy="1046990"/>
          </a:xfrm>
          <a:prstGeom prst="rect">
            <a:avLst/>
          </a:prstGeom>
        </p:spPr>
      </p:pic>
      <p:sp>
        <p:nvSpPr>
          <p:cNvPr id="47" name="Subtítulo 2"/>
          <p:cNvSpPr>
            <a:spLocks noGrp="1"/>
          </p:cNvSpPr>
          <p:nvPr>
            <p:ph type="subTitle" idx="1" hasCustomPrompt="1"/>
          </p:nvPr>
        </p:nvSpPr>
        <p:spPr>
          <a:xfrm>
            <a:off x="6632978" y="5818854"/>
            <a:ext cx="847800" cy="847800"/>
          </a:xfrm>
          <a:prstGeom prst="rect">
            <a:avLst/>
          </a:prstGeom>
        </p:spPr>
        <p:txBody>
          <a:bodyPr anchor="ctr"/>
          <a:lstStyle>
            <a:lvl1pPr marL="0" indent="0" algn="ctr">
              <a:buNone/>
              <a:defRPr sz="2700" b="1">
                <a:solidFill>
                  <a:schemeClr val="bg1"/>
                </a:solidFill>
                <a:latin typeface="Poppins" panose="00000500000000000000" pitchFamily="2" charset="0"/>
                <a:cs typeface="Poppins" panose="00000500000000000000"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pPr lvl="0"/>
            <a:r>
              <a:rPr lang="pt-BR"/>
              <a:t>nº</a:t>
            </a:r>
          </a:p>
        </p:txBody>
      </p:sp>
      <p:sp>
        <p:nvSpPr>
          <p:cNvPr id="48" name="Espaço Reservado para Texto 9"/>
          <p:cNvSpPr>
            <a:spLocks noGrp="1"/>
          </p:cNvSpPr>
          <p:nvPr>
            <p:ph type="body" sz="quarter" idx="10" hasCustomPrompt="1"/>
          </p:nvPr>
        </p:nvSpPr>
        <p:spPr>
          <a:xfrm>
            <a:off x="6493496" y="6748048"/>
            <a:ext cx="3463023" cy="132635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36" name="Elipse 35"/>
          <p:cNvSpPr/>
          <p:nvPr userDrawn="1"/>
        </p:nvSpPr>
        <p:spPr>
          <a:xfrm rot="5400000">
            <a:off x="13332906" y="7462803"/>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9" name="Conector angulado 48"/>
          <p:cNvCxnSpPr>
            <a:stCxn id="36" idx="6"/>
          </p:cNvCxnSpPr>
          <p:nvPr userDrawn="1"/>
        </p:nvCxnSpPr>
        <p:spPr>
          <a:xfrm rot="16200000" flipH="1">
            <a:off x="13358726" y="7963483"/>
            <a:ext cx="1198094" cy="898733"/>
          </a:xfrm>
          <a:prstGeom prst="bentConnector3">
            <a:avLst>
              <a:gd name="adj1" fmla="val 92688"/>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50" name="Imagem 49"/>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3877174" y="8308940"/>
            <a:ext cx="960122" cy="1046990"/>
          </a:xfrm>
          <a:prstGeom prst="rect">
            <a:avLst/>
          </a:prstGeom>
        </p:spPr>
      </p:pic>
      <p:sp>
        <p:nvSpPr>
          <p:cNvPr id="51" name="Espaço Reservado para Texto 9"/>
          <p:cNvSpPr>
            <a:spLocks noGrp="1"/>
          </p:cNvSpPr>
          <p:nvPr>
            <p:ph type="body" sz="quarter" idx="16" hasCustomPrompt="1"/>
          </p:nvPr>
        </p:nvSpPr>
        <p:spPr>
          <a:xfrm>
            <a:off x="14904856" y="8742941"/>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52" name="Espaço Reservado para Texto 18"/>
          <p:cNvSpPr>
            <a:spLocks noGrp="1"/>
          </p:cNvSpPr>
          <p:nvPr>
            <p:ph type="body" sz="quarter" idx="20" hasCustomPrompt="1"/>
          </p:nvPr>
        </p:nvSpPr>
        <p:spPr>
          <a:xfrm>
            <a:off x="13999862" y="8451236"/>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Tree>
    <p:extLst>
      <p:ext uri="{BB962C8B-B14F-4D97-AF65-F5344CB8AC3E}">
        <p14:creationId xmlns:p14="http://schemas.microsoft.com/office/powerpoint/2010/main" val="236027390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rilha_SIS_1">
    <p:spTree>
      <p:nvGrpSpPr>
        <p:cNvPr id="1" name=""/>
        <p:cNvGrpSpPr/>
        <p:nvPr/>
      </p:nvGrpSpPr>
      <p:grpSpPr>
        <a:xfrm>
          <a:off x="0" y="0"/>
          <a:ext cx="0" cy="0"/>
          <a:chOff x="0" y="0"/>
          <a:chExt cx="0" cy="0"/>
        </a:xfrm>
      </p:grpSpPr>
      <p:pic>
        <p:nvPicPr>
          <p:cNvPr id="3" name="Imagem 2" descr="Forma&#10;&#10;Descrição gerada automaticamente com confiança média">
            <a:extLst>
              <a:ext uri="{FF2B5EF4-FFF2-40B4-BE49-F238E27FC236}">
                <a16:creationId xmlns:a16="http://schemas.microsoft.com/office/drawing/2014/main" id="{80DEC414-B9BB-D43D-CEAE-AE24D519E556}"/>
              </a:ext>
            </a:extLst>
          </p:cNvPr>
          <p:cNvPicPr>
            <a:picLocks noChangeAspect="1"/>
          </p:cNvPicPr>
          <p:nvPr userDrawn="1"/>
        </p:nvPicPr>
        <p:blipFill>
          <a:blip r:embed="rId2" cstate="print">
            <a:alphaModFix amt="4000"/>
            <a:extLst>
              <a:ext uri="{28A0092B-C50C-407E-A947-70E740481C1C}">
                <a14:useLocalDpi xmlns:a14="http://schemas.microsoft.com/office/drawing/2010/main"/>
              </a:ext>
            </a:extLst>
          </a:blip>
          <a:stretch>
            <a:fillRect/>
          </a:stretch>
        </p:blipFill>
        <p:spPr>
          <a:xfrm>
            <a:off x="7292" y="0"/>
            <a:ext cx="18273416" cy="10287000"/>
          </a:xfrm>
          <a:prstGeom prst="rect">
            <a:avLst/>
          </a:prstGeom>
        </p:spPr>
      </p:pic>
      <p:pic>
        <p:nvPicPr>
          <p:cNvPr id="4" name="Imagem 3">
            <a:extLst>
              <a:ext uri="{FF2B5EF4-FFF2-40B4-BE49-F238E27FC236}">
                <a16:creationId xmlns:a16="http://schemas.microsoft.com/office/drawing/2014/main" id="{9EABDEFB-34C2-857E-ADD2-E7314C1D8A30}"/>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a:off x="11699858" y="1367208"/>
            <a:ext cx="6615378" cy="8919792"/>
          </a:xfrm>
          <a:prstGeom prst="rect">
            <a:avLst/>
          </a:prstGeom>
        </p:spPr>
      </p:pic>
    </p:spTree>
    <p:extLst>
      <p:ext uri="{BB962C8B-B14F-4D97-AF65-F5344CB8AC3E}">
        <p14:creationId xmlns:p14="http://schemas.microsoft.com/office/powerpoint/2010/main" val="341271361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theme" Target="../theme/theme2.xml"/><Relationship Id="rId1" Type="http://schemas.openxmlformats.org/officeDocument/2006/relationships/slideLayout" Target="../slideLayouts/slideLayout35.xml"/><Relationship Id="rId4" Type="http://schemas.openxmlformats.org/officeDocument/2006/relationships/image" Target="../media/image21.png"/></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20" r:id="rId1"/>
    <p:sldLayoutId id="2147483693" r:id="rId2"/>
    <p:sldLayoutId id="2147483648" r:id="rId3"/>
    <p:sldLayoutId id="2147483731" r:id="rId4"/>
    <p:sldLayoutId id="2147483709" r:id="rId5"/>
    <p:sldLayoutId id="2147483710" r:id="rId6"/>
    <p:sldLayoutId id="2147483735" r:id="rId7"/>
    <p:sldLayoutId id="2147483741" r:id="rId8"/>
    <p:sldLayoutId id="2147483740" r:id="rId9"/>
    <p:sldLayoutId id="2147483739" r:id="rId10"/>
    <p:sldLayoutId id="2147483738" r:id="rId11"/>
    <p:sldLayoutId id="2147483737" r:id="rId12"/>
    <p:sldLayoutId id="2147483736" r:id="rId13"/>
    <p:sldLayoutId id="2147483711" r:id="rId14"/>
    <p:sldLayoutId id="2147483712" r:id="rId15"/>
    <p:sldLayoutId id="2147483694" r:id="rId16"/>
    <p:sldLayoutId id="2147483713" r:id="rId17"/>
    <p:sldLayoutId id="2147483742" r:id="rId18"/>
    <p:sldLayoutId id="2147483690" r:id="rId19"/>
    <p:sldLayoutId id="2147483698" r:id="rId20"/>
    <p:sldLayoutId id="2147483714" r:id="rId21"/>
    <p:sldLayoutId id="2147483701" r:id="rId22"/>
    <p:sldLayoutId id="2147483727" r:id="rId23"/>
    <p:sldLayoutId id="2147483705" r:id="rId24"/>
    <p:sldLayoutId id="2147483728" r:id="rId25"/>
    <p:sldLayoutId id="2147483707" r:id="rId26"/>
    <p:sldLayoutId id="2147483734" r:id="rId27"/>
    <p:sldLayoutId id="2147483729" r:id="rId28"/>
    <p:sldLayoutId id="2147483730" r:id="rId29"/>
    <p:sldLayoutId id="2147483733" r:id="rId30"/>
    <p:sldLayoutId id="2147483732" r:id="rId31"/>
    <p:sldLayoutId id="2147483744" r:id="rId32"/>
    <p:sldLayoutId id="2147483745" r:id="rId33"/>
    <p:sldLayoutId id="2147483746" r:id="rId3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3" name="Imagem 2" descr="Forma&#10;&#10;Descrição gerada automaticamente com confiança média">
            <a:extLst>
              <a:ext uri="{FF2B5EF4-FFF2-40B4-BE49-F238E27FC236}">
                <a16:creationId xmlns:a16="http://schemas.microsoft.com/office/drawing/2014/main" id="{3D332D16-D093-7673-384E-58BA9D33837F}"/>
              </a:ext>
            </a:extLst>
          </p:cNvPr>
          <p:cNvPicPr>
            <a:picLocks noChangeAspect="1"/>
          </p:cNvPicPr>
          <p:nvPr userDrawn="1"/>
        </p:nvPicPr>
        <p:blipFill>
          <a:blip r:embed="rId3" cstate="print">
            <a:alphaModFix amt="4000"/>
            <a:extLst>
              <a:ext uri="{28A0092B-C50C-407E-A947-70E740481C1C}">
                <a14:useLocalDpi xmlns:a14="http://schemas.microsoft.com/office/drawing/2010/main"/>
              </a:ext>
            </a:extLst>
          </a:blip>
          <a:stretch>
            <a:fillRect/>
          </a:stretch>
        </p:blipFill>
        <p:spPr>
          <a:xfrm>
            <a:off x="7292" y="0"/>
            <a:ext cx="18273416" cy="10287000"/>
          </a:xfrm>
          <a:prstGeom prst="rect">
            <a:avLst/>
          </a:prstGeom>
        </p:spPr>
      </p:pic>
      <p:pic>
        <p:nvPicPr>
          <p:cNvPr id="36" name="Imagem 35"/>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2287" y="1954884"/>
            <a:ext cx="18283427" cy="7316112"/>
          </a:xfrm>
          <a:prstGeom prst="rect">
            <a:avLst/>
          </a:prstGeom>
        </p:spPr>
      </p:pic>
    </p:spTree>
    <p:extLst>
      <p:ext uri="{BB962C8B-B14F-4D97-AF65-F5344CB8AC3E}">
        <p14:creationId xmlns:p14="http://schemas.microsoft.com/office/powerpoint/2010/main" val="2225554464"/>
      </p:ext>
    </p:extLst>
  </p:cSld>
  <p:clrMap bg1="lt1" tx1="dk1" bg2="lt2" tx2="dk2" accent1="accent1" accent2="accent2" accent3="accent3" accent4="accent4" accent5="accent5" accent6="accent6" hlink="hlink" folHlink="folHlink"/>
  <p:sldLayoutIdLst>
    <p:sldLayoutId id="2147483979" r:id="rId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pt-BR"/>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EFEFE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7512124"/>
      </p:ext>
    </p:extLst>
  </p:cSld>
  <p:clrMap bg1="lt1" tx1="dk1" bg2="lt2" tx2="dk2" accent1="accent1" accent2="accent2" accent3="accent3" accent4="accent4" accent5="accent5" accent6="accent6" hlink="hlink" folHlink="folHlink"/>
  <p:sldLayoutIdLst>
    <p:sldLayoutId id="2147483985" r:id="rId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pt-BR"/>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35.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36.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2.xml"/><Relationship Id="rId1" Type="http://schemas.openxmlformats.org/officeDocument/2006/relationships/video" Target="https://www.youtube.com/embed/wxLvvMxzc1Q?feature=oembed" TargetMode="External"/><Relationship Id="rId6" Type="http://schemas.openxmlformats.org/officeDocument/2006/relationships/image" Target="../media/image31.jpeg"/><Relationship Id="rId5" Type="http://schemas.openxmlformats.org/officeDocument/2006/relationships/hyperlink" Target="https://www.youtube.com/watch?v=wxLvvMxzc1Q" TargetMode="External"/><Relationship Id="rId4" Type="http://schemas.openxmlformats.org/officeDocument/2006/relationships/image" Target="../media/image30.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3" Type="http://schemas.openxmlformats.org/officeDocument/2006/relationships/hyperlink" Target="https://youtu.be/T8wuWnHTC_Q" TargetMode="External"/><Relationship Id="rId2" Type="http://schemas.openxmlformats.org/officeDocument/2006/relationships/notesSlide" Target="../notesSlides/notesSlide13.xml"/><Relationship Id="rId1" Type="http://schemas.openxmlformats.org/officeDocument/2006/relationships/slideLayout" Target="../slideLayouts/slideLayout34.xml"/><Relationship Id="rId4" Type="http://schemas.openxmlformats.org/officeDocument/2006/relationships/hyperlink" Target="https://www.youtube.com/watch?v=T8wuWnHTC_Q" TargetMode="External"/></Relationships>
</file>

<file path=ppt/slides/_rels/slide14.xml.rels><?xml version="1.0" encoding="UTF-8" standalone="yes"?>
<Relationships xmlns="http://schemas.openxmlformats.org/package/2006/relationships"><Relationship Id="rId8" Type="http://schemas.openxmlformats.org/officeDocument/2006/relationships/hyperlink" Target="https://kubernetes.io/pt-br/" TargetMode="External"/><Relationship Id="rId3" Type="http://schemas.openxmlformats.org/officeDocument/2006/relationships/hyperlink" Target="https://www.youtube.com/watch?v=wxLvvMxzc1Q" TargetMode="External"/><Relationship Id="rId7" Type="http://schemas.openxmlformats.org/officeDocument/2006/relationships/hyperlink" Target="https://cloud.google.com/video-intelligence/docs/streaming/docker-kubernetes?hl=pt-br" TargetMode="External"/><Relationship Id="rId2" Type="http://schemas.openxmlformats.org/officeDocument/2006/relationships/notesSlide" Target="../notesSlides/notesSlide14.xml"/><Relationship Id="rId1" Type="http://schemas.openxmlformats.org/officeDocument/2006/relationships/slideLayout" Target="../slideLayouts/slideLayout26.xml"/><Relationship Id="rId6" Type="http://schemas.openxmlformats.org/officeDocument/2006/relationships/hyperlink" Target="https://www.youtube.com/watch?v=T8wuWnHTC_Q" TargetMode="External"/><Relationship Id="rId5" Type="http://schemas.openxmlformats.org/officeDocument/2006/relationships/hyperlink" Target="https://www.youtube.com/watch?v=fAbALIrVfck" TargetMode="External"/><Relationship Id="rId10" Type="http://schemas.openxmlformats.org/officeDocument/2006/relationships/hyperlink" Target="https://www.alura.com.br/conteudo/integracao-continua-automatizando-entrega-kubernetes" TargetMode="External"/><Relationship Id="rId4" Type="http://schemas.openxmlformats.org/officeDocument/2006/relationships/hyperlink" Target="https://www.docker.com/" TargetMode="External"/><Relationship Id="rId9" Type="http://schemas.openxmlformats.org/officeDocument/2006/relationships/hyperlink" Target="https://www.linkedin.com/pulse/uso-do-docker-em-ambientes-devops-e-suas-aplica%C3%A7%C3%B5es-na-machado-kd3cf/"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29.xml"/><Relationship Id="rId4" Type="http://schemas.openxmlformats.org/officeDocument/2006/relationships/image" Target="../media/image33.svg"/></Relationships>
</file>

<file path=ppt/slides/_rels/slide18.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notesSlide" Target="../notesSlides/notesSlide18.xml"/><Relationship Id="rId1" Type="http://schemas.openxmlformats.org/officeDocument/2006/relationships/slideLayout" Target="../slideLayouts/slideLayout29.xml"/><Relationship Id="rId5" Type="http://schemas.openxmlformats.org/officeDocument/2006/relationships/image" Target="../media/image32.png"/><Relationship Id="rId4" Type="http://schemas.openxmlformats.org/officeDocument/2006/relationships/image" Target="../media/image35.sv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47118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7" name="Google Shape;643;p43">
            <a:extLst>
              <a:ext uri="{FF2B5EF4-FFF2-40B4-BE49-F238E27FC236}">
                <a16:creationId xmlns:a16="http://schemas.microsoft.com/office/drawing/2014/main" id="{7894E3BE-B414-0F09-61B0-337BC78F1418}"/>
              </a:ext>
            </a:extLst>
          </p:cNvPr>
          <p:cNvSpPr txBox="1">
            <a:spLocks/>
          </p:cNvSpPr>
          <p:nvPr/>
        </p:nvSpPr>
        <p:spPr>
          <a:xfrm>
            <a:off x="919771" y="3203009"/>
            <a:ext cx="10222120" cy="70367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dk1"/>
              </a:buClr>
              <a:buSzPts val="4500"/>
            </a:pPr>
            <a:r>
              <a:rPr lang="pt-BR" sz="3600" b="1" dirty="0">
                <a:solidFill>
                  <a:schemeClr val="tx1"/>
                </a:solidFill>
                <a:latin typeface="Poppins" pitchFamily="2" charset="77"/>
                <a:cs typeface="Poppins" pitchFamily="2" charset="77"/>
              </a:rPr>
              <a:t>Técnicas de esteiras de entrega contínua</a:t>
            </a:r>
          </a:p>
        </p:txBody>
      </p:sp>
      <p:sp>
        <p:nvSpPr>
          <p:cNvPr id="8" name="Google Shape;644;p43">
            <a:extLst>
              <a:ext uri="{FF2B5EF4-FFF2-40B4-BE49-F238E27FC236}">
                <a16:creationId xmlns:a16="http://schemas.microsoft.com/office/drawing/2014/main" id="{38B14DE2-B36E-A166-7418-0BCC262D9727}"/>
              </a:ext>
            </a:extLst>
          </p:cNvPr>
          <p:cNvSpPr txBox="1">
            <a:spLocks/>
          </p:cNvSpPr>
          <p:nvPr/>
        </p:nvSpPr>
        <p:spPr>
          <a:xfrm>
            <a:off x="919768" y="5331458"/>
            <a:ext cx="10222121" cy="104884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dk1"/>
              </a:buClr>
              <a:buSzPts val="2500"/>
            </a:pPr>
            <a:r>
              <a:rPr lang="pt-BR" sz="2500">
                <a:latin typeface="Poppins"/>
                <a:cs typeface="Poppins"/>
              </a:rPr>
              <a:t>Código da aula: [SIS]ANO2C3B4S23A3	</a:t>
            </a:r>
          </a:p>
        </p:txBody>
      </p:sp>
      <p:sp>
        <p:nvSpPr>
          <p:cNvPr id="9" name="Google Shape;643;p43">
            <a:extLst>
              <a:ext uri="{FF2B5EF4-FFF2-40B4-BE49-F238E27FC236}">
                <a16:creationId xmlns:a16="http://schemas.microsoft.com/office/drawing/2014/main" id="{44C24A69-BA95-9909-516F-994C0772D844}"/>
              </a:ext>
            </a:extLst>
          </p:cNvPr>
          <p:cNvSpPr txBox="1">
            <a:spLocks/>
          </p:cNvSpPr>
          <p:nvPr/>
        </p:nvSpPr>
        <p:spPr>
          <a:xfrm>
            <a:off x="919769" y="1285904"/>
            <a:ext cx="10222120" cy="80314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dirty="0">
                <a:solidFill>
                  <a:srgbClr val="FF161F"/>
                </a:solidFill>
              </a:rPr>
              <a:t>Integração com serviços externos e esteiras de entrega</a:t>
            </a:r>
          </a:p>
        </p:txBody>
      </p:sp>
      <p:sp>
        <p:nvSpPr>
          <p:cNvPr id="10" name="Google Shape;644;p43">
            <a:extLst>
              <a:ext uri="{FF2B5EF4-FFF2-40B4-BE49-F238E27FC236}">
                <a16:creationId xmlns:a16="http://schemas.microsoft.com/office/drawing/2014/main" id="{9D103B63-758A-7270-9691-88696E89FE79}"/>
              </a:ext>
            </a:extLst>
          </p:cNvPr>
          <p:cNvSpPr txBox="1">
            <a:spLocks/>
          </p:cNvSpPr>
          <p:nvPr/>
        </p:nvSpPr>
        <p:spPr>
          <a:xfrm>
            <a:off x="919769" y="4430920"/>
            <a:ext cx="10222121" cy="80314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500"/>
              </a:spcBef>
              <a:spcAft>
                <a:spcPts val="0"/>
              </a:spcAft>
              <a:buClr>
                <a:schemeClr val="dk1"/>
              </a:buClr>
              <a:buSzPts val="2500"/>
              <a:buFont typeface="Arial"/>
              <a:buNone/>
              <a:defRPr sz="2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1"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Arial"/>
              <a:buChar char="•"/>
              <a:defRPr sz="2400" b="1"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Arial"/>
              <a:buChar char="–"/>
              <a:defRPr sz="2000" b="1"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Arial"/>
              <a:buChar char="»"/>
              <a:defRPr sz="2000" b="1"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b="0" dirty="0">
                <a:solidFill>
                  <a:srgbClr val="BFBFBF"/>
                </a:solidFill>
                <a:latin typeface="Poppins Medium" panose="00000600000000000000" pitchFamily="2" charset="0"/>
                <a:cs typeface="Poppins Medium" panose="00000600000000000000" pitchFamily="2" charset="0"/>
              </a:rPr>
              <a:t>Aula 3: </a:t>
            </a:r>
            <a:r>
              <a:rPr lang="pt-BR" b="0" dirty="0" err="1">
                <a:solidFill>
                  <a:srgbClr val="BFBFBF"/>
                </a:solidFill>
                <a:latin typeface="Poppins Medium" panose="00000600000000000000" pitchFamily="2" charset="0"/>
                <a:cs typeface="Poppins Medium" panose="00000600000000000000" pitchFamily="2" charset="0"/>
              </a:rPr>
              <a:t>Deploy</a:t>
            </a:r>
            <a:r>
              <a:rPr lang="pt-BR" b="0" dirty="0">
                <a:solidFill>
                  <a:srgbClr val="BFBFBF"/>
                </a:solidFill>
                <a:latin typeface="Poppins Medium" panose="00000600000000000000" pitchFamily="2" charset="0"/>
                <a:cs typeface="Poppins Medium" panose="00000600000000000000" pitchFamily="2" charset="0"/>
              </a:rPr>
              <a:t> contínuo com Docker e </a:t>
            </a:r>
            <a:r>
              <a:rPr lang="pt-BR" b="0" dirty="0" err="1">
                <a:solidFill>
                  <a:srgbClr val="BFBFBF"/>
                </a:solidFill>
                <a:latin typeface="Poppins Medium" panose="00000600000000000000" pitchFamily="2" charset="0"/>
                <a:cs typeface="Poppins Medium" panose="00000600000000000000" pitchFamily="2" charset="0"/>
              </a:rPr>
              <a:t>Kubernetes</a:t>
            </a:r>
            <a:endParaRPr lang="pt-BR" b="0" dirty="0">
              <a:solidFill>
                <a:srgbClr val="BFBFBF"/>
              </a:solidFill>
              <a:latin typeface="Poppins Medium" panose="00000600000000000000" pitchFamily="2" charset="0"/>
              <a:cs typeface="Poppins Medium" panose="00000600000000000000" pitchFamily="2" charset="0"/>
            </a:endParaRPr>
          </a:p>
        </p:txBody>
      </p:sp>
      <p:pic>
        <p:nvPicPr>
          <p:cNvPr id="3" name="Imagem 2">
            <a:extLst>
              <a:ext uri="{FF2B5EF4-FFF2-40B4-BE49-F238E27FC236}">
                <a16:creationId xmlns:a16="http://schemas.microsoft.com/office/drawing/2014/main" id="{C3026AB0-B2DD-AE0F-2F86-04C5AA865277}"/>
              </a:ext>
            </a:extLst>
          </p:cNvPr>
          <p:cNvPicPr>
            <a:picLocks/>
          </p:cNvPicPr>
          <p:nvPr/>
        </p:nvPicPr>
        <p:blipFill>
          <a:blip r:embed="rId3"/>
          <a:stretch>
            <a:fillRect/>
          </a:stretch>
        </p:blipFill>
        <p:spPr>
          <a:xfrm>
            <a:off x="15602424" y="9136814"/>
            <a:ext cx="2685604" cy="1152002"/>
          </a:xfrm>
          <a:prstGeom prst="rect">
            <a:avLst/>
          </a:prstGeom>
        </p:spPr>
      </p:pic>
      <p:pic>
        <p:nvPicPr>
          <p:cNvPr id="5" name="Imagem 4">
            <a:extLst>
              <a:ext uri="{FF2B5EF4-FFF2-40B4-BE49-F238E27FC236}">
                <a16:creationId xmlns:a16="http://schemas.microsoft.com/office/drawing/2014/main" id="{64B75DDE-0F14-FE87-55E1-BAA3D8A860F5}"/>
              </a:ext>
            </a:extLst>
          </p:cNvPr>
          <p:cNvPicPr>
            <a:picLocks/>
          </p:cNvPicPr>
          <p:nvPr/>
        </p:nvPicPr>
        <p:blipFill>
          <a:blip r:embed="rId4"/>
          <a:stretch>
            <a:fillRect/>
          </a:stretch>
        </p:blipFill>
        <p:spPr>
          <a:xfrm>
            <a:off x="15804024" y="9190814"/>
            <a:ext cx="2307604" cy="1044002"/>
          </a:xfrm>
          <a:prstGeom prst="rect">
            <a:avLst/>
          </a:prstGeom>
        </p:spPr>
      </p:pic>
      <p:pic>
        <p:nvPicPr>
          <p:cNvPr id="4" name="Imagem 3">
            <a:extLst>
              <a:ext uri="{FF2B5EF4-FFF2-40B4-BE49-F238E27FC236}">
                <a16:creationId xmlns:a16="http://schemas.microsoft.com/office/drawing/2014/main" id="{C3AED5D5-B2F6-43EC-E73C-5B183888ECC0}"/>
              </a:ext>
            </a:extLst>
          </p:cNvPr>
          <p:cNvPicPr>
            <a:picLocks/>
          </p:cNvPicPr>
          <p:nvPr/>
        </p:nvPicPr>
        <p:blipFill>
          <a:blip r:embed="rId3"/>
          <a:stretch>
            <a:fillRect/>
          </a:stretch>
        </p:blipFill>
        <p:spPr>
          <a:xfrm>
            <a:off x="15602424" y="9136814"/>
            <a:ext cx="2685604" cy="1152002"/>
          </a:xfrm>
          <a:prstGeom prst="rect">
            <a:avLst/>
          </a:prstGeom>
        </p:spPr>
      </p:pic>
      <p:pic>
        <p:nvPicPr>
          <p:cNvPr id="11" name="Imagem 10">
            <a:extLst>
              <a:ext uri="{FF2B5EF4-FFF2-40B4-BE49-F238E27FC236}">
                <a16:creationId xmlns:a16="http://schemas.microsoft.com/office/drawing/2014/main" id="{711ADEC7-C9D0-233A-9C5A-69AE2BA89A72}"/>
              </a:ext>
            </a:extLst>
          </p:cNvPr>
          <p:cNvPicPr>
            <a:picLocks/>
          </p:cNvPicPr>
          <p:nvPr/>
        </p:nvPicPr>
        <p:blipFill>
          <a:blip r:embed="rId4"/>
          <a:stretch>
            <a:fillRect/>
          </a:stretch>
        </p:blipFill>
        <p:spPr>
          <a:xfrm>
            <a:off x="15804024" y="9190814"/>
            <a:ext cx="2307604" cy="1044002"/>
          </a:xfrm>
          <a:prstGeom prst="rect">
            <a:avLst/>
          </a:prstGeom>
        </p:spPr>
      </p:pic>
    </p:spTree>
    <p:extLst>
      <p:ext uri="{BB962C8B-B14F-4D97-AF65-F5344CB8AC3E}">
        <p14:creationId xmlns:p14="http://schemas.microsoft.com/office/powerpoint/2010/main" val="1959707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CB4FF-A915-0254-1399-E7957BD10BF4}"/>
            </a:ext>
          </a:extLst>
        </p:cNvPr>
        <p:cNvGrpSpPr/>
        <p:nvPr/>
      </p:nvGrpSpPr>
      <p:grpSpPr>
        <a:xfrm>
          <a:off x="0" y="0"/>
          <a:ext cx="0" cy="0"/>
          <a:chOff x="0" y="0"/>
          <a:chExt cx="0" cy="0"/>
        </a:xfrm>
      </p:grpSpPr>
      <p:sp>
        <p:nvSpPr>
          <p:cNvPr id="30" name="Espaço Reservado para Texto 29">
            <a:extLst>
              <a:ext uri="{FF2B5EF4-FFF2-40B4-BE49-F238E27FC236}">
                <a16:creationId xmlns:a16="http://schemas.microsoft.com/office/drawing/2014/main" id="{FF0A49B0-CC55-8E15-C2DC-FB5FA24BEE80}"/>
              </a:ext>
            </a:extLst>
          </p:cNvPr>
          <p:cNvSpPr>
            <a:spLocks noGrp="1"/>
          </p:cNvSpPr>
          <p:nvPr>
            <p:ph type="body" sz="quarter" idx="12"/>
          </p:nvPr>
        </p:nvSpPr>
        <p:spPr/>
        <p:txBody>
          <a:bodyPr/>
          <a:lstStyle/>
          <a:p>
            <a:r>
              <a:rPr lang="pt-BR" dirty="0"/>
              <a:t>Serviços de autenticação e monitoramento</a:t>
            </a:r>
          </a:p>
        </p:txBody>
      </p:sp>
      <p:sp>
        <p:nvSpPr>
          <p:cNvPr id="31" name="Espaço Reservado para Texto 30">
            <a:extLst>
              <a:ext uri="{FF2B5EF4-FFF2-40B4-BE49-F238E27FC236}">
                <a16:creationId xmlns:a16="http://schemas.microsoft.com/office/drawing/2014/main" id="{024D8F6F-A6FF-8AC2-4793-1B4952FA398B}"/>
              </a:ext>
            </a:extLst>
          </p:cNvPr>
          <p:cNvSpPr>
            <a:spLocks noGrp="1"/>
          </p:cNvSpPr>
          <p:nvPr>
            <p:ph type="body" sz="quarter" idx="13"/>
          </p:nvPr>
        </p:nvSpPr>
        <p:spPr/>
        <p:txBody>
          <a:bodyPr/>
          <a:lstStyle/>
          <a:p>
            <a:r>
              <a:rPr lang="pt-BR"/>
              <a:t>Você está aqui!</a:t>
            </a:r>
          </a:p>
        </p:txBody>
      </p:sp>
      <p:sp>
        <p:nvSpPr>
          <p:cNvPr id="32" name="Espaço Reservado para Texto 31">
            <a:extLst>
              <a:ext uri="{FF2B5EF4-FFF2-40B4-BE49-F238E27FC236}">
                <a16:creationId xmlns:a16="http://schemas.microsoft.com/office/drawing/2014/main" id="{2FB3E6DD-A94B-58B6-6871-DDDEBA6DC342}"/>
              </a:ext>
            </a:extLst>
          </p:cNvPr>
          <p:cNvSpPr>
            <a:spLocks noGrp="1"/>
          </p:cNvSpPr>
          <p:nvPr>
            <p:ph type="body" sz="quarter" idx="14"/>
          </p:nvPr>
        </p:nvSpPr>
        <p:spPr/>
        <p:txBody>
          <a:bodyPr/>
          <a:lstStyle/>
          <a:p>
            <a:r>
              <a:rPr lang="pt-BR"/>
              <a:t>21</a:t>
            </a:r>
          </a:p>
        </p:txBody>
      </p:sp>
      <p:sp>
        <p:nvSpPr>
          <p:cNvPr id="33" name="Espaço Reservado para Texto 32">
            <a:extLst>
              <a:ext uri="{FF2B5EF4-FFF2-40B4-BE49-F238E27FC236}">
                <a16:creationId xmlns:a16="http://schemas.microsoft.com/office/drawing/2014/main" id="{01E97709-53D4-9E1F-B773-C59CD4E94DCC}"/>
              </a:ext>
            </a:extLst>
          </p:cNvPr>
          <p:cNvSpPr>
            <a:spLocks noGrp="1"/>
          </p:cNvSpPr>
          <p:nvPr>
            <p:ph type="body" sz="quarter" idx="15"/>
          </p:nvPr>
        </p:nvSpPr>
        <p:spPr/>
        <p:txBody>
          <a:bodyPr/>
          <a:lstStyle/>
          <a:p>
            <a:r>
              <a:rPr lang="pt-BR" dirty="0"/>
              <a:t>Integração de serviços externos e CI/CD</a:t>
            </a:r>
          </a:p>
        </p:txBody>
      </p:sp>
      <p:sp>
        <p:nvSpPr>
          <p:cNvPr id="35" name="Espaço Reservado para Texto 34">
            <a:extLst>
              <a:ext uri="{FF2B5EF4-FFF2-40B4-BE49-F238E27FC236}">
                <a16:creationId xmlns:a16="http://schemas.microsoft.com/office/drawing/2014/main" id="{43AA7BB4-A480-4A58-09E6-7355C8E32C4F}"/>
              </a:ext>
            </a:extLst>
          </p:cNvPr>
          <p:cNvSpPr>
            <a:spLocks noGrp="1"/>
          </p:cNvSpPr>
          <p:nvPr>
            <p:ph type="body" sz="quarter" idx="17"/>
          </p:nvPr>
        </p:nvSpPr>
        <p:spPr/>
        <p:txBody>
          <a:bodyPr/>
          <a:lstStyle/>
          <a:p>
            <a:r>
              <a:rPr lang="pt-BR" dirty="0"/>
              <a:t>Técnicas de esteiras de entrega contínua</a:t>
            </a:r>
          </a:p>
        </p:txBody>
      </p:sp>
      <p:sp>
        <p:nvSpPr>
          <p:cNvPr id="36" name="Espaço Reservado para Texto 35">
            <a:extLst>
              <a:ext uri="{FF2B5EF4-FFF2-40B4-BE49-F238E27FC236}">
                <a16:creationId xmlns:a16="http://schemas.microsoft.com/office/drawing/2014/main" id="{F02FCF9A-E205-1100-A9C7-DE1284C7A585}"/>
              </a:ext>
            </a:extLst>
          </p:cNvPr>
          <p:cNvSpPr>
            <a:spLocks noGrp="1"/>
          </p:cNvSpPr>
          <p:nvPr>
            <p:ph type="body" sz="quarter" idx="18"/>
          </p:nvPr>
        </p:nvSpPr>
        <p:spPr/>
        <p:txBody>
          <a:bodyPr/>
          <a:lstStyle/>
          <a:p>
            <a:r>
              <a:rPr lang="pt-BR"/>
              <a:t>23</a:t>
            </a:r>
          </a:p>
        </p:txBody>
      </p:sp>
      <p:sp>
        <p:nvSpPr>
          <p:cNvPr id="37" name="Espaço Reservado para Texto 36">
            <a:extLst>
              <a:ext uri="{FF2B5EF4-FFF2-40B4-BE49-F238E27FC236}">
                <a16:creationId xmlns:a16="http://schemas.microsoft.com/office/drawing/2014/main" id="{7C3ADBA8-05CE-BCEB-0C1D-B19A26ED59CD}"/>
              </a:ext>
            </a:extLst>
          </p:cNvPr>
          <p:cNvSpPr>
            <a:spLocks noGrp="1"/>
          </p:cNvSpPr>
          <p:nvPr>
            <p:ph type="body" sz="quarter" idx="19"/>
          </p:nvPr>
        </p:nvSpPr>
        <p:spPr/>
        <p:txBody>
          <a:bodyPr/>
          <a:lstStyle/>
          <a:p>
            <a:r>
              <a:rPr lang="pt-BR"/>
              <a:t>27</a:t>
            </a:r>
          </a:p>
        </p:txBody>
      </p:sp>
      <p:sp>
        <p:nvSpPr>
          <p:cNvPr id="28" name="Subtítulo 27">
            <a:extLst>
              <a:ext uri="{FF2B5EF4-FFF2-40B4-BE49-F238E27FC236}">
                <a16:creationId xmlns:a16="http://schemas.microsoft.com/office/drawing/2014/main" id="{FF30976F-9DE4-BEFA-8158-84C83CA95A51}"/>
              </a:ext>
            </a:extLst>
          </p:cNvPr>
          <p:cNvSpPr>
            <a:spLocks noGrp="1"/>
          </p:cNvSpPr>
          <p:nvPr>
            <p:ph type="subTitle" idx="1"/>
          </p:nvPr>
        </p:nvSpPr>
        <p:spPr/>
        <p:txBody>
          <a:bodyPr/>
          <a:lstStyle/>
          <a:p>
            <a:r>
              <a:rPr lang="pt-BR"/>
              <a:t>22</a:t>
            </a:r>
          </a:p>
        </p:txBody>
      </p:sp>
      <p:sp>
        <p:nvSpPr>
          <p:cNvPr id="29" name="Espaço Reservado para Texto 28">
            <a:extLst>
              <a:ext uri="{FF2B5EF4-FFF2-40B4-BE49-F238E27FC236}">
                <a16:creationId xmlns:a16="http://schemas.microsoft.com/office/drawing/2014/main" id="{F4CE9968-417C-0D7A-5900-52C67982ACB2}"/>
              </a:ext>
            </a:extLst>
          </p:cNvPr>
          <p:cNvSpPr>
            <a:spLocks noGrp="1"/>
          </p:cNvSpPr>
          <p:nvPr>
            <p:ph type="body" sz="quarter" idx="10"/>
          </p:nvPr>
        </p:nvSpPr>
        <p:spPr/>
        <p:txBody>
          <a:bodyPr/>
          <a:lstStyle/>
          <a:p>
            <a:r>
              <a:rPr lang="pt-BR" dirty="0"/>
              <a:t>Avançando na integração com serviços externos</a:t>
            </a:r>
          </a:p>
        </p:txBody>
      </p:sp>
      <p:sp>
        <p:nvSpPr>
          <p:cNvPr id="34" name="Espaço Reservado para Texto 33">
            <a:extLst>
              <a:ext uri="{FF2B5EF4-FFF2-40B4-BE49-F238E27FC236}">
                <a16:creationId xmlns:a16="http://schemas.microsoft.com/office/drawing/2014/main" id="{2266F7B2-B3ED-59D0-ACF3-7880D5306FC9}"/>
              </a:ext>
            </a:extLst>
          </p:cNvPr>
          <p:cNvSpPr>
            <a:spLocks noGrp="1"/>
          </p:cNvSpPr>
          <p:nvPr>
            <p:ph type="body" sz="quarter" idx="16"/>
          </p:nvPr>
        </p:nvSpPr>
        <p:spPr/>
        <p:txBody>
          <a:bodyPr/>
          <a:lstStyle/>
          <a:p>
            <a:r>
              <a:rPr lang="pt-BR"/>
              <a:t>Testes e Monitoramento de Aplicações</a:t>
            </a:r>
          </a:p>
        </p:txBody>
      </p:sp>
      <p:sp>
        <p:nvSpPr>
          <p:cNvPr id="38" name="Espaço Reservado para Texto 37">
            <a:extLst>
              <a:ext uri="{FF2B5EF4-FFF2-40B4-BE49-F238E27FC236}">
                <a16:creationId xmlns:a16="http://schemas.microsoft.com/office/drawing/2014/main" id="{163636CF-529C-1847-409C-EFF3CB5058A0}"/>
              </a:ext>
            </a:extLst>
          </p:cNvPr>
          <p:cNvSpPr>
            <a:spLocks noGrp="1"/>
          </p:cNvSpPr>
          <p:nvPr>
            <p:ph type="body" sz="quarter" idx="20"/>
          </p:nvPr>
        </p:nvSpPr>
        <p:spPr/>
        <p:txBody>
          <a:bodyPr/>
          <a:lstStyle/>
          <a:p>
            <a:r>
              <a:rPr lang="pt-BR"/>
              <a:t>28</a:t>
            </a:r>
          </a:p>
        </p:txBody>
      </p:sp>
      <p:pic>
        <p:nvPicPr>
          <p:cNvPr id="5" name="Imagem 4">
            <a:extLst>
              <a:ext uri="{FF2B5EF4-FFF2-40B4-BE49-F238E27FC236}">
                <a16:creationId xmlns:a16="http://schemas.microsoft.com/office/drawing/2014/main" id="{D1BEEF20-C935-6F70-E023-E371A8B93E62}"/>
              </a:ext>
            </a:extLst>
          </p:cNvPr>
          <p:cNvPicPr>
            <a:picLocks/>
          </p:cNvPicPr>
          <p:nvPr/>
        </p:nvPicPr>
        <p:blipFill>
          <a:blip r:embed="rId3"/>
          <a:stretch>
            <a:fillRect/>
          </a:stretch>
        </p:blipFill>
        <p:spPr>
          <a:xfrm>
            <a:off x="172800" y="1335602"/>
            <a:ext cx="3150005" cy="2354404"/>
          </a:xfrm>
          <a:prstGeom prst="rect">
            <a:avLst/>
          </a:prstGeom>
        </p:spPr>
      </p:pic>
      <p:pic>
        <p:nvPicPr>
          <p:cNvPr id="3" name="Imagem 2">
            <a:extLst>
              <a:ext uri="{FF2B5EF4-FFF2-40B4-BE49-F238E27FC236}">
                <a16:creationId xmlns:a16="http://schemas.microsoft.com/office/drawing/2014/main" id="{9182382E-0A0F-C025-9CFC-F21EFA1D259F}"/>
              </a:ext>
            </a:extLst>
          </p:cNvPr>
          <p:cNvPicPr>
            <a:picLocks/>
          </p:cNvPicPr>
          <p:nvPr/>
        </p:nvPicPr>
        <p:blipFill>
          <a:blip r:embed="rId4"/>
          <a:stretch>
            <a:fillRect/>
          </a:stretch>
        </p:blipFill>
        <p:spPr>
          <a:xfrm>
            <a:off x="3117605" y="320401"/>
            <a:ext cx="3348005" cy="2484004"/>
          </a:xfrm>
          <a:prstGeom prst="rect">
            <a:avLst/>
          </a:prstGeom>
        </p:spPr>
      </p:pic>
      <p:sp>
        <p:nvSpPr>
          <p:cNvPr id="41" name="CaixaDeTexto 40">
            <a:extLst>
              <a:ext uri="{FF2B5EF4-FFF2-40B4-BE49-F238E27FC236}">
                <a16:creationId xmlns:a16="http://schemas.microsoft.com/office/drawing/2014/main" id="{905BCC74-204D-9EB4-60FC-160B1457EC4A}"/>
              </a:ext>
            </a:extLst>
          </p:cNvPr>
          <p:cNvSpPr txBox="1"/>
          <p:nvPr/>
        </p:nvSpPr>
        <p:spPr>
          <a:xfrm>
            <a:off x="3170905" y="873904"/>
            <a:ext cx="3148235" cy="1361911"/>
          </a:xfrm>
          <a:prstGeom prst="rect">
            <a:avLst/>
          </a:prstGeom>
          <a:noFill/>
        </p:spPr>
        <p:txBody>
          <a:bodyPr wrap="square" rtlCol="0">
            <a:spAutoFit/>
          </a:bodyPr>
          <a:lstStyle/>
          <a:p>
            <a:pPr algn="ctr"/>
            <a:r>
              <a:rPr lang="pt-BR" sz="2750" b="1">
                <a:solidFill>
                  <a:schemeClr val="bg1"/>
                </a:solidFill>
                <a:latin typeface="Poppins" panose="00000500000000000000" pitchFamily="2" charset="0"/>
                <a:cs typeface="Poppins" panose="00000500000000000000" pitchFamily="2" charset="0"/>
              </a:rPr>
              <a:t>Mapa da </a:t>
            </a:r>
          </a:p>
          <a:p>
            <a:pPr algn="ctr"/>
            <a:r>
              <a:rPr lang="pt-BR" sz="2750" b="1">
                <a:solidFill>
                  <a:schemeClr val="bg1"/>
                </a:solidFill>
                <a:latin typeface="Poppins" panose="00000500000000000000" pitchFamily="2" charset="0"/>
                <a:cs typeface="Poppins" panose="00000500000000000000" pitchFamily="2" charset="0"/>
              </a:rPr>
              <a:t>Unidade 4   Componente 3</a:t>
            </a:r>
          </a:p>
        </p:txBody>
      </p:sp>
      <p:sp>
        <p:nvSpPr>
          <p:cNvPr id="42" name="Google Shape;329;p3">
            <a:extLst>
              <a:ext uri="{FF2B5EF4-FFF2-40B4-BE49-F238E27FC236}">
                <a16:creationId xmlns:a16="http://schemas.microsoft.com/office/drawing/2014/main" id="{A3F7D284-05A9-FE33-0FBF-0B0CB737034B}"/>
              </a:ext>
            </a:extLst>
          </p:cNvPr>
          <p:cNvSpPr txBox="1"/>
          <p:nvPr/>
        </p:nvSpPr>
        <p:spPr>
          <a:xfrm>
            <a:off x="231264" y="1818844"/>
            <a:ext cx="2798372" cy="923289"/>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2000"/>
              <a:buFont typeface="Arial"/>
              <a:buNone/>
            </a:pPr>
            <a:r>
              <a:rPr lang="pt-BR" sz="1800" b="1" dirty="0">
                <a:solidFill>
                  <a:schemeClr val="bg1"/>
                </a:solidFill>
                <a:latin typeface="Poppins" panose="00000500000000000000" pitchFamily="2" charset="0"/>
                <a:cs typeface="Poppins" panose="00000500000000000000" pitchFamily="2" charset="0"/>
              </a:rPr>
              <a:t>Integração com serviços externos e esteiras de entrega</a:t>
            </a:r>
          </a:p>
        </p:txBody>
      </p:sp>
    </p:spTree>
    <p:extLst>
      <p:ext uri="{BB962C8B-B14F-4D97-AF65-F5344CB8AC3E}">
        <p14:creationId xmlns:p14="http://schemas.microsoft.com/office/powerpoint/2010/main" val="1976127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2AB8E-A8AB-23B8-FF06-5B2A6280A83D}"/>
            </a:ext>
          </a:extLst>
        </p:cNvPr>
        <p:cNvGrpSpPr/>
        <p:nvPr/>
      </p:nvGrpSpPr>
      <p:grpSpPr>
        <a:xfrm>
          <a:off x="0" y="0"/>
          <a:ext cx="0" cy="0"/>
          <a:chOff x="0" y="0"/>
          <a:chExt cx="0" cy="0"/>
        </a:xfrm>
      </p:grpSpPr>
      <p:sp>
        <p:nvSpPr>
          <p:cNvPr id="42" name="Google Shape;344;p4">
            <a:extLst>
              <a:ext uri="{FF2B5EF4-FFF2-40B4-BE49-F238E27FC236}">
                <a16:creationId xmlns:a16="http://schemas.microsoft.com/office/drawing/2014/main" id="{D2907E5A-C6EF-2B34-8C6F-8B926E2B5D11}"/>
              </a:ext>
            </a:extLst>
          </p:cNvPr>
          <p:cNvSpPr txBox="1"/>
          <p:nvPr/>
        </p:nvSpPr>
        <p:spPr>
          <a:xfrm>
            <a:off x="2412396" y="6405425"/>
            <a:ext cx="6731604" cy="1200290"/>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rtl="0">
              <a:lnSpc>
                <a:spcPct val="100000"/>
              </a:lnSpc>
              <a:spcBef>
                <a:spcPts val="0"/>
              </a:spcBef>
              <a:spcAft>
                <a:spcPts val="0"/>
              </a:spcAft>
              <a:buClr>
                <a:srgbClr val="000000"/>
              </a:buClr>
              <a:buSzPts val="3200"/>
              <a:buFont typeface="Arial"/>
              <a:buNone/>
            </a:pPr>
            <a:r>
              <a:rPr lang="pt-BR" sz="3600" u="none" strike="noStrike" cap="none" dirty="0">
                <a:solidFill>
                  <a:srgbClr val="000000"/>
                </a:solidFill>
                <a:latin typeface="Poppins" pitchFamily="2" charset="77"/>
                <a:ea typeface="Poppins Light"/>
                <a:cs typeface="Poppins" pitchFamily="2" charset="77"/>
                <a:sym typeface="Poppins Light"/>
              </a:rPr>
              <a:t>Técnicas de esteiras de entrega contínua</a:t>
            </a:r>
          </a:p>
        </p:txBody>
      </p:sp>
      <p:sp>
        <p:nvSpPr>
          <p:cNvPr id="43" name="Google Shape;345;p4">
            <a:extLst>
              <a:ext uri="{FF2B5EF4-FFF2-40B4-BE49-F238E27FC236}">
                <a16:creationId xmlns:a16="http://schemas.microsoft.com/office/drawing/2014/main" id="{253BE6BA-C464-2EF6-F2E2-F01DFA4CB641}"/>
              </a:ext>
            </a:extLst>
          </p:cNvPr>
          <p:cNvSpPr txBox="1"/>
          <p:nvPr/>
        </p:nvSpPr>
        <p:spPr>
          <a:xfrm>
            <a:off x="5361887" y="3664359"/>
            <a:ext cx="7564226" cy="1107957"/>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ctr">
              <a:buClr>
                <a:srgbClr val="000000"/>
              </a:buClr>
              <a:buSzPts val="3000"/>
            </a:pPr>
            <a:r>
              <a:rPr lang="pt-BR" sz="6600" b="1">
                <a:solidFill>
                  <a:srgbClr val="FA161E"/>
                </a:solidFill>
                <a:latin typeface="Poppins"/>
                <a:ea typeface="Poppins"/>
                <a:cs typeface="Poppins"/>
                <a:sym typeface="Poppins"/>
              </a:rPr>
              <a:t>Você está aqui!</a:t>
            </a:r>
            <a:endParaRPr sz="2400">
              <a:solidFill>
                <a:srgbClr val="000000"/>
              </a:solidFill>
              <a:latin typeface="Arial"/>
              <a:ea typeface="Arial"/>
              <a:cs typeface="Arial"/>
              <a:sym typeface="Arial"/>
            </a:endParaRPr>
          </a:p>
        </p:txBody>
      </p:sp>
      <p:sp>
        <p:nvSpPr>
          <p:cNvPr id="44" name="Google Shape;349;p4">
            <a:extLst>
              <a:ext uri="{FF2B5EF4-FFF2-40B4-BE49-F238E27FC236}">
                <a16:creationId xmlns:a16="http://schemas.microsoft.com/office/drawing/2014/main" id="{AADB6B12-557F-DAD5-5F00-F13176EF21D9}"/>
              </a:ext>
            </a:extLst>
          </p:cNvPr>
          <p:cNvSpPr txBox="1"/>
          <p:nvPr/>
        </p:nvSpPr>
        <p:spPr>
          <a:xfrm>
            <a:off x="2412396" y="9201216"/>
            <a:ext cx="6731604" cy="1048848"/>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00000"/>
              </a:lnSpc>
              <a:spcBef>
                <a:spcPts val="0"/>
              </a:spcBef>
              <a:spcAft>
                <a:spcPts val="0"/>
              </a:spcAft>
              <a:buClr>
                <a:srgbClr val="000000"/>
              </a:buClr>
              <a:buSzPts val="2500"/>
              <a:buFont typeface="Arial"/>
              <a:buNone/>
            </a:pPr>
            <a:r>
              <a:rPr lang="pt-BR" sz="2500" b="0" i="0" u="none" strike="noStrike" cap="none" dirty="0">
                <a:solidFill>
                  <a:srgbClr val="000000"/>
                </a:solidFill>
                <a:latin typeface="Poppins"/>
                <a:ea typeface="Poppins"/>
                <a:cs typeface="Poppins"/>
                <a:sym typeface="Poppins"/>
              </a:rPr>
              <a:t>Código da aula: [</a:t>
            </a:r>
            <a:r>
              <a:rPr lang="pt-BR" sz="2500" dirty="0">
                <a:latin typeface="Poppins"/>
                <a:ea typeface="Poppins"/>
                <a:cs typeface="Poppins"/>
                <a:sym typeface="Poppins"/>
              </a:rPr>
              <a:t>SIS</a:t>
            </a:r>
            <a:r>
              <a:rPr lang="pt-BR" sz="2500" b="0" i="0" u="none" strike="noStrike" cap="none" dirty="0">
                <a:solidFill>
                  <a:srgbClr val="000000"/>
                </a:solidFill>
                <a:latin typeface="Poppins"/>
                <a:ea typeface="Poppins"/>
                <a:cs typeface="Poppins"/>
                <a:sym typeface="Poppins"/>
              </a:rPr>
              <a:t>]ANO2</a:t>
            </a:r>
            <a:r>
              <a:rPr lang="pt-BR" sz="2500" dirty="0">
                <a:latin typeface="Poppins"/>
                <a:ea typeface="Poppins"/>
                <a:cs typeface="Poppins"/>
                <a:sym typeface="Poppins"/>
              </a:rPr>
              <a:t>C3B4S23A3</a:t>
            </a:r>
            <a:endParaRPr lang="pt-BR" sz="1400" b="0" i="0" u="none" strike="noStrike" cap="none" dirty="0">
              <a:solidFill>
                <a:srgbClr val="000000"/>
              </a:solidFill>
              <a:latin typeface="Arial"/>
              <a:ea typeface="Arial"/>
              <a:cs typeface="Arial"/>
              <a:sym typeface="Arial"/>
            </a:endParaRPr>
          </a:p>
        </p:txBody>
      </p:sp>
      <p:sp>
        <p:nvSpPr>
          <p:cNvPr id="45" name="Google Shape;350;p4">
            <a:extLst>
              <a:ext uri="{FF2B5EF4-FFF2-40B4-BE49-F238E27FC236}">
                <a16:creationId xmlns:a16="http://schemas.microsoft.com/office/drawing/2014/main" id="{BB132381-8708-6B8D-38BF-4DBB9E653F52}"/>
              </a:ext>
            </a:extLst>
          </p:cNvPr>
          <p:cNvSpPr txBox="1"/>
          <p:nvPr/>
        </p:nvSpPr>
        <p:spPr>
          <a:xfrm>
            <a:off x="2412396" y="7879844"/>
            <a:ext cx="7564225" cy="1048848"/>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buClr>
                <a:schemeClr val="dk1"/>
              </a:buClr>
              <a:buSzPts val="2500"/>
            </a:pPr>
            <a:r>
              <a:rPr lang="pt-BR" sz="3600" b="1" dirty="0">
                <a:solidFill>
                  <a:schemeClr val="dk1"/>
                </a:solidFill>
                <a:latin typeface="Poppins"/>
                <a:ea typeface="Poppins"/>
                <a:cs typeface="Poppins"/>
                <a:sym typeface="Poppins"/>
              </a:rPr>
              <a:t>Aula 3: </a:t>
            </a:r>
            <a:r>
              <a:rPr lang="pt-BR" sz="3600" b="1" dirty="0" err="1">
                <a:solidFill>
                  <a:schemeClr val="dk1"/>
                </a:solidFill>
                <a:latin typeface="Poppins"/>
                <a:ea typeface="Poppins"/>
                <a:cs typeface="Poppins"/>
                <a:sym typeface="Poppins"/>
              </a:rPr>
              <a:t>Deploy</a:t>
            </a:r>
            <a:r>
              <a:rPr lang="pt-BR" sz="3600" b="1" dirty="0">
                <a:solidFill>
                  <a:schemeClr val="dk1"/>
                </a:solidFill>
                <a:latin typeface="Poppins"/>
                <a:ea typeface="Poppins"/>
                <a:cs typeface="Poppins"/>
                <a:sym typeface="Poppins"/>
              </a:rPr>
              <a:t> contínuo com Docker e </a:t>
            </a:r>
            <a:r>
              <a:rPr lang="pt-BR" sz="3600" b="1" dirty="0" err="1">
                <a:solidFill>
                  <a:schemeClr val="dk1"/>
                </a:solidFill>
                <a:latin typeface="Poppins"/>
                <a:ea typeface="Poppins"/>
                <a:cs typeface="Poppins"/>
                <a:sym typeface="Poppins"/>
              </a:rPr>
              <a:t>Kubernetes</a:t>
            </a:r>
            <a:endParaRPr lang="pt-BR" sz="3600" b="1" dirty="0">
              <a:solidFill>
                <a:schemeClr val="dk1"/>
              </a:solidFill>
              <a:latin typeface="Poppins"/>
              <a:ea typeface="Poppins"/>
              <a:cs typeface="Poppins"/>
              <a:sym typeface="Poppins"/>
            </a:endParaRPr>
          </a:p>
        </p:txBody>
      </p:sp>
      <p:sp>
        <p:nvSpPr>
          <p:cNvPr id="46" name="Google Shape;341;p4">
            <a:extLst>
              <a:ext uri="{FF2B5EF4-FFF2-40B4-BE49-F238E27FC236}">
                <a16:creationId xmlns:a16="http://schemas.microsoft.com/office/drawing/2014/main" id="{D29AE39E-B2C8-8C27-5C60-4FBA03853A5B}"/>
              </a:ext>
            </a:extLst>
          </p:cNvPr>
          <p:cNvSpPr/>
          <p:nvPr/>
        </p:nvSpPr>
        <p:spPr>
          <a:xfrm rot="-3438299">
            <a:off x="12818211" y="8497676"/>
            <a:ext cx="612000" cy="612000"/>
          </a:xfrm>
          <a:prstGeom prst="ellipse">
            <a:avLst/>
          </a:prstGeom>
          <a:solidFill>
            <a:schemeClr val="bg1"/>
          </a:solidFill>
          <a:ln w="57150">
            <a:solidFill>
              <a:srgbClr val="FA161E"/>
            </a:solidFill>
          </a:ln>
        </p:spPr>
        <p:style>
          <a:lnRef idx="0">
            <a:scrgbClr r="0" g="0" b="0"/>
          </a:lnRef>
          <a:fillRef idx="0">
            <a:scrgbClr r="0" g="0" b="0"/>
          </a:fillRef>
          <a:effectRef idx="0">
            <a:scrgbClr r="0" g="0" b="0"/>
          </a:effectRef>
          <a:fontRef idx="major"/>
        </p:style>
        <p:txBody>
          <a:bodyPr spcFirstLastPara="1" wrap="square" lIns="91425" tIns="45701" rIns="91425" bIns="45701" anchor="ctr"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r">
              <a:buClr>
                <a:srgbClr val="000000"/>
              </a:buClr>
              <a:buSzPts val="2700"/>
            </a:pPr>
            <a:endParaRPr sz="4050">
              <a:solidFill>
                <a:srgbClr val="FFFFFF"/>
              </a:solidFill>
              <a:latin typeface="Calibri"/>
              <a:ea typeface="Calibri"/>
              <a:cs typeface="Calibri"/>
              <a:sym typeface="Calibri"/>
            </a:endParaRPr>
          </a:p>
        </p:txBody>
      </p:sp>
      <p:sp>
        <p:nvSpPr>
          <p:cNvPr id="47" name="Google Shape;342;p4">
            <a:extLst>
              <a:ext uri="{FF2B5EF4-FFF2-40B4-BE49-F238E27FC236}">
                <a16:creationId xmlns:a16="http://schemas.microsoft.com/office/drawing/2014/main" id="{484C4651-BA71-C09C-9E09-DF6711DB8892}"/>
              </a:ext>
            </a:extLst>
          </p:cNvPr>
          <p:cNvSpPr/>
          <p:nvPr/>
        </p:nvSpPr>
        <p:spPr>
          <a:xfrm>
            <a:off x="9231085" y="5658662"/>
            <a:ext cx="1975814" cy="1975814"/>
          </a:xfrm>
          <a:prstGeom prst="ellipse">
            <a:avLst/>
          </a:prstGeom>
          <a:solidFill>
            <a:srgbClr val="FA161E"/>
          </a:solidFill>
          <a:ln>
            <a:noFill/>
          </a:ln>
        </p:spPr>
        <p:style>
          <a:lnRef idx="0">
            <a:scrgbClr r="0" g="0" b="0"/>
          </a:lnRef>
          <a:fillRef idx="0">
            <a:scrgbClr r="0" g="0" b="0"/>
          </a:fillRef>
          <a:effectRef idx="0">
            <a:scrgbClr r="0" g="0" b="0"/>
          </a:effectRef>
          <a:fontRef idx="major"/>
        </p:style>
        <p:txBody>
          <a:bodyPr spcFirstLastPara="1" wrap="square" lIns="54000" tIns="54000" rIns="54000" bIns="54000" anchor="ctr"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ctr">
              <a:buClr>
                <a:srgbClr val="000000"/>
              </a:buClr>
              <a:buSzPts val="6000"/>
            </a:pPr>
            <a:r>
              <a:rPr lang="pt-BR" sz="6000" b="1">
                <a:solidFill>
                  <a:srgbClr val="FFFFFF"/>
                </a:solidFill>
                <a:latin typeface="Poppins"/>
                <a:ea typeface="Calibri"/>
                <a:cs typeface="Poppins"/>
                <a:sym typeface="Poppins"/>
              </a:rPr>
              <a:t>23</a:t>
            </a:r>
            <a:endParaRPr sz="6000">
              <a:solidFill>
                <a:srgbClr val="FFFFFF"/>
              </a:solidFill>
              <a:latin typeface="Calibri"/>
              <a:ea typeface="Calibri"/>
              <a:cs typeface="Calibri"/>
              <a:sym typeface="Calibri"/>
            </a:endParaRPr>
          </a:p>
        </p:txBody>
      </p:sp>
      <p:cxnSp>
        <p:nvCxnSpPr>
          <p:cNvPr id="48" name="Google Shape;343;p4">
            <a:extLst>
              <a:ext uri="{FF2B5EF4-FFF2-40B4-BE49-F238E27FC236}">
                <a16:creationId xmlns:a16="http://schemas.microsoft.com/office/drawing/2014/main" id="{1D86F29F-1747-7FED-D5FD-4896F55FA754}"/>
              </a:ext>
            </a:extLst>
          </p:cNvPr>
          <p:cNvCxnSpPr>
            <a:cxnSpLocks/>
            <a:endCxn id="46" idx="0"/>
          </p:cNvCxnSpPr>
          <p:nvPr/>
        </p:nvCxnSpPr>
        <p:spPr>
          <a:xfrm>
            <a:off x="10857617" y="7316621"/>
            <a:ext cx="2009078" cy="1321764"/>
          </a:xfrm>
          <a:prstGeom prst="straightConnector1">
            <a:avLst/>
          </a:prstGeom>
          <a:noFill/>
          <a:ln w="19050" cap="flat" cmpd="sng">
            <a:solidFill>
              <a:srgbClr val="FA161E"/>
            </a:solidFill>
            <a:prstDash val="solid"/>
            <a:round/>
            <a:headEnd type="none" w="sm" len="sm"/>
            <a:tailEnd type="none" w="sm" len="sm"/>
          </a:ln>
        </p:spPr>
      </p:cxnSp>
      <p:pic>
        <p:nvPicPr>
          <p:cNvPr id="5" name="Imagem 4">
            <a:extLst>
              <a:ext uri="{FF2B5EF4-FFF2-40B4-BE49-F238E27FC236}">
                <a16:creationId xmlns:a16="http://schemas.microsoft.com/office/drawing/2014/main" id="{60E9267F-F05A-BB90-C762-017F5DB13746}"/>
              </a:ext>
            </a:extLst>
          </p:cNvPr>
          <p:cNvPicPr>
            <a:picLocks/>
          </p:cNvPicPr>
          <p:nvPr/>
        </p:nvPicPr>
        <p:blipFill>
          <a:blip r:embed="rId3"/>
          <a:stretch>
            <a:fillRect/>
          </a:stretch>
        </p:blipFill>
        <p:spPr>
          <a:xfrm>
            <a:off x="172800" y="1335602"/>
            <a:ext cx="3150005" cy="2354404"/>
          </a:xfrm>
          <a:prstGeom prst="rect">
            <a:avLst/>
          </a:prstGeom>
        </p:spPr>
      </p:pic>
      <p:pic>
        <p:nvPicPr>
          <p:cNvPr id="3" name="Imagem 2">
            <a:extLst>
              <a:ext uri="{FF2B5EF4-FFF2-40B4-BE49-F238E27FC236}">
                <a16:creationId xmlns:a16="http://schemas.microsoft.com/office/drawing/2014/main" id="{253CF877-8290-FD53-BA5F-73A21DF3EA1F}"/>
              </a:ext>
            </a:extLst>
          </p:cNvPr>
          <p:cNvPicPr>
            <a:picLocks/>
          </p:cNvPicPr>
          <p:nvPr/>
        </p:nvPicPr>
        <p:blipFill>
          <a:blip r:embed="rId4"/>
          <a:stretch>
            <a:fillRect/>
          </a:stretch>
        </p:blipFill>
        <p:spPr>
          <a:xfrm>
            <a:off x="3117605" y="320401"/>
            <a:ext cx="3348005" cy="2484004"/>
          </a:xfrm>
          <a:prstGeom prst="rect">
            <a:avLst/>
          </a:prstGeom>
        </p:spPr>
      </p:pic>
      <p:sp>
        <p:nvSpPr>
          <p:cNvPr id="16" name="CaixaDeTexto 15">
            <a:extLst>
              <a:ext uri="{FF2B5EF4-FFF2-40B4-BE49-F238E27FC236}">
                <a16:creationId xmlns:a16="http://schemas.microsoft.com/office/drawing/2014/main" id="{AA75AB32-9904-480A-8EC1-5E625C00C5D4}"/>
              </a:ext>
            </a:extLst>
          </p:cNvPr>
          <p:cNvSpPr txBox="1"/>
          <p:nvPr/>
        </p:nvSpPr>
        <p:spPr>
          <a:xfrm>
            <a:off x="3170905" y="873904"/>
            <a:ext cx="3148235" cy="1361911"/>
          </a:xfrm>
          <a:prstGeom prst="rect">
            <a:avLst/>
          </a:prstGeom>
          <a:noFill/>
        </p:spPr>
        <p:txBody>
          <a:bodyPr wrap="square" rtlCol="0">
            <a:spAutoFit/>
          </a:bodyPr>
          <a:lstStyle/>
          <a:p>
            <a:pPr algn="ctr"/>
            <a:r>
              <a:rPr lang="pt-BR" sz="2750" b="1">
                <a:solidFill>
                  <a:schemeClr val="bg1"/>
                </a:solidFill>
                <a:latin typeface="Poppins" panose="00000500000000000000" pitchFamily="2" charset="0"/>
                <a:cs typeface="Poppins" panose="00000500000000000000" pitchFamily="2" charset="0"/>
              </a:rPr>
              <a:t>Mapa da </a:t>
            </a:r>
          </a:p>
          <a:p>
            <a:pPr algn="ctr"/>
            <a:r>
              <a:rPr lang="pt-BR" sz="2750" b="1">
                <a:solidFill>
                  <a:schemeClr val="bg1"/>
                </a:solidFill>
                <a:latin typeface="Poppins" panose="00000500000000000000" pitchFamily="2" charset="0"/>
                <a:cs typeface="Poppins" panose="00000500000000000000" pitchFamily="2" charset="0"/>
              </a:rPr>
              <a:t>Unidade 4   Componente 3</a:t>
            </a:r>
          </a:p>
        </p:txBody>
      </p:sp>
      <p:sp>
        <p:nvSpPr>
          <p:cNvPr id="17" name="Google Shape;329;p3">
            <a:extLst>
              <a:ext uri="{FF2B5EF4-FFF2-40B4-BE49-F238E27FC236}">
                <a16:creationId xmlns:a16="http://schemas.microsoft.com/office/drawing/2014/main" id="{201F3D49-09C8-2657-3F63-C8C3597D89DC}"/>
              </a:ext>
            </a:extLst>
          </p:cNvPr>
          <p:cNvSpPr txBox="1"/>
          <p:nvPr/>
        </p:nvSpPr>
        <p:spPr>
          <a:xfrm>
            <a:off x="231264" y="1818844"/>
            <a:ext cx="2798372" cy="923289"/>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2000"/>
              <a:buFont typeface="Arial"/>
              <a:buNone/>
            </a:pPr>
            <a:r>
              <a:rPr lang="pt-BR" sz="1800" b="1" dirty="0">
                <a:solidFill>
                  <a:schemeClr val="bg1"/>
                </a:solidFill>
                <a:latin typeface="Poppins" panose="00000500000000000000" pitchFamily="2" charset="0"/>
                <a:cs typeface="Poppins" panose="00000500000000000000" pitchFamily="2" charset="0"/>
              </a:rPr>
              <a:t>Integração com serviços externos e esteiras de entrega</a:t>
            </a:r>
          </a:p>
        </p:txBody>
      </p:sp>
    </p:spTree>
    <p:extLst>
      <p:ext uri="{BB962C8B-B14F-4D97-AF65-F5344CB8AC3E}">
        <p14:creationId xmlns:p14="http://schemas.microsoft.com/office/powerpoint/2010/main" val="1117176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sp>
        <p:nvSpPr>
          <p:cNvPr id="4" name="Espaço Reservado para Texto 7">
            <a:extLst>
              <a:ext uri="{FF2B5EF4-FFF2-40B4-BE49-F238E27FC236}">
                <a16:creationId xmlns:a16="http://schemas.microsoft.com/office/drawing/2014/main" id="{94495801-E3A7-5C9C-58B6-5A613616DE41}"/>
              </a:ext>
            </a:extLst>
          </p:cNvPr>
          <p:cNvSpPr>
            <a:spLocks noGrp="1"/>
          </p:cNvSpPr>
          <p:nvPr>
            <p:ph type="body" sz="quarter" idx="10"/>
          </p:nvPr>
        </p:nvSpPr>
        <p:spPr>
          <a:xfrm>
            <a:off x="2201863" y="2085975"/>
            <a:ext cx="6067478" cy="2096544"/>
          </a:xfrm>
          <a:prstGeom prst="rect">
            <a:avLst/>
          </a:prstGeom>
        </p:spPr>
        <p:txBody>
          <a:bodyPr/>
          <a:lstStyle>
            <a:lvl1pPr marL="342900" indent="-342900">
              <a:buClr>
                <a:schemeClr val="tx1"/>
              </a:buClr>
              <a:buFont typeface="Arial" panose="020B0604020202020204" pitchFamily="34" charset="0"/>
              <a:buChar char="•"/>
              <a:defRPr sz="2000">
                <a:latin typeface="Poppins" pitchFamily="2" charset="77"/>
                <a:cs typeface="Poppins" pitchFamily="2" charset="77"/>
              </a:defRPr>
            </a:lvl1pPr>
          </a:lstStyle>
          <a:p>
            <a:pPr lvl="0"/>
            <a:r>
              <a:rPr lang="pt-BR" dirty="0">
                <a:latin typeface="Poppins" panose="00000500000000000000" pitchFamily="2" charset="0"/>
                <a:cs typeface="Poppins" panose="00000500000000000000" pitchFamily="2" charset="0"/>
              </a:rPr>
              <a:t>Realizar </a:t>
            </a:r>
            <a:r>
              <a:rPr lang="pt-BR" dirty="0" err="1">
                <a:latin typeface="Poppins" panose="00000500000000000000" pitchFamily="2" charset="0"/>
                <a:cs typeface="Poppins" panose="00000500000000000000" pitchFamily="2" charset="0"/>
              </a:rPr>
              <a:t>deploy</a:t>
            </a:r>
            <a:r>
              <a:rPr lang="pt-BR" dirty="0">
                <a:latin typeface="Poppins" panose="00000500000000000000" pitchFamily="2" charset="0"/>
                <a:cs typeface="Poppins" panose="00000500000000000000" pitchFamily="2" charset="0"/>
              </a:rPr>
              <a:t> contínuo utilizando Docker e </a:t>
            </a:r>
            <a:r>
              <a:rPr lang="pt-BR" dirty="0" err="1">
                <a:latin typeface="Poppins" panose="00000500000000000000" pitchFamily="2" charset="0"/>
                <a:cs typeface="Poppins" panose="00000500000000000000" pitchFamily="2" charset="0"/>
              </a:rPr>
              <a:t>Kubernetes</a:t>
            </a:r>
            <a:r>
              <a:rPr lang="pt-BR" dirty="0">
                <a:latin typeface="Poppins" panose="00000500000000000000" pitchFamily="2" charset="0"/>
                <a:cs typeface="Poppins" panose="00000500000000000000" pitchFamily="2" charset="0"/>
              </a:rPr>
              <a:t>.</a:t>
            </a:r>
          </a:p>
        </p:txBody>
      </p:sp>
      <p:sp>
        <p:nvSpPr>
          <p:cNvPr id="5" name="Espaço Reservado para Texto 7">
            <a:extLst>
              <a:ext uri="{FF2B5EF4-FFF2-40B4-BE49-F238E27FC236}">
                <a16:creationId xmlns:a16="http://schemas.microsoft.com/office/drawing/2014/main" id="{8FE35C05-A6F9-5E57-F808-2709677248F1}"/>
              </a:ext>
            </a:extLst>
          </p:cNvPr>
          <p:cNvSpPr>
            <a:spLocks noGrp="1"/>
          </p:cNvSpPr>
          <p:nvPr>
            <p:ph type="body" sz="quarter" idx="11"/>
          </p:nvPr>
        </p:nvSpPr>
        <p:spPr>
          <a:xfrm>
            <a:off x="11201062" y="2033198"/>
            <a:ext cx="6067478" cy="2332938"/>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r>
              <a:rPr lang="pt-BR" dirty="0">
                <a:latin typeface="Poppins" panose="00000500000000000000" pitchFamily="2" charset="0"/>
                <a:cs typeface="Poppins" panose="00000500000000000000" pitchFamily="2" charset="0"/>
              </a:rPr>
              <a:t>Configurar pipelines de CI/CD para automação de </a:t>
            </a:r>
            <a:r>
              <a:rPr lang="pt-BR" dirty="0" err="1">
                <a:latin typeface="Poppins" panose="00000500000000000000" pitchFamily="2" charset="0"/>
                <a:cs typeface="Poppins" panose="00000500000000000000" pitchFamily="2" charset="0"/>
              </a:rPr>
              <a:t>deploys</a:t>
            </a:r>
            <a:r>
              <a:rPr lang="pt-BR" dirty="0">
                <a:latin typeface="Poppins" panose="00000500000000000000" pitchFamily="2" charset="0"/>
                <a:cs typeface="Poppins" panose="00000500000000000000" pitchFamily="2" charset="0"/>
              </a:rPr>
              <a:t>.</a:t>
            </a:r>
          </a:p>
        </p:txBody>
      </p:sp>
      <p:sp>
        <p:nvSpPr>
          <p:cNvPr id="7" name="Espaço Reservado para Texto 7">
            <a:extLst>
              <a:ext uri="{FF2B5EF4-FFF2-40B4-BE49-F238E27FC236}">
                <a16:creationId xmlns:a16="http://schemas.microsoft.com/office/drawing/2014/main" id="{4A27C360-3186-313B-41E3-68A443FE4CA7}"/>
              </a:ext>
            </a:extLst>
          </p:cNvPr>
          <p:cNvSpPr>
            <a:spLocks noGrp="1"/>
          </p:cNvSpPr>
          <p:nvPr>
            <p:ph type="body" sz="quarter" idx="12"/>
          </p:nvPr>
        </p:nvSpPr>
        <p:spPr>
          <a:xfrm>
            <a:off x="11201062" y="5473994"/>
            <a:ext cx="5445707" cy="2385257"/>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r>
              <a:rPr lang="pt-BR" dirty="0">
                <a:latin typeface="Poppins" panose="00000500000000000000" pitchFamily="2" charset="0"/>
                <a:cs typeface="Poppins" panose="00000500000000000000" pitchFamily="2" charset="0"/>
              </a:rPr>
              <a:t>Desenvolver a persistência ao configurar pipelines.</a:t>
            </a:r>
          </a:p>
        </p:txBody>
      </p:sp>
      <p:sp>
        <p:nvSpPr>
          <p:cNvPr id="8" name="Espaço Reservado para Texto 7">
            <a:extLst>
              <a:ext uri="{FF2B5EF4-FFF2-40B4-BE49-F238E27FC236}">
                <a16:creationId xmlns:a16="http://schemas.microsoft.com/office/drawing/2014/main" id="{92593807-EFAC-62C0-8555-5C60449109D8}"/>
              </a:ext>
            </a:extLst>
          </p:cNvPr>
          <p:cNvSpPr>
            <a:spLocks noGrp="1"/>
          </p:cNvSpPr>
          <p:nvPr>
            <p:ph type="body" sz="quarter" idx="13"/>
          </p:nvPr>
        </p:nvSpPr>
        <p:spPr>
          <a:xfrm>
            <a:off x="2165273" y="5234349"/>
            <a:ext cx="6067478" cy="1568360"/>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marL="285750" indent="-285750">
              <a:buFont typeface="Arial" panose="020B0604020202020204" pitchFamily="34" charset="0"/>
              <a:buChar char="•"/>
            </a:pPr>
            <a:r>
              <a:rPr lang="pt-BR" sz="2000">
                <a:latin typeface="Poppins" panose="00000500000000000000" pitchFamily="2" charset="0"/>
                <a:cs typeface="Poppins" panose="00000500000000000000" pitchFamily="2" charset="0"/>
              </a:rPr>
              <a:t>Recurso audiovisual para exibição de vídeos e imagens.</a:t>
            </a:r>
          </a:p>
          <a:p>
            <a:pPr marL="285750" indent="-285750">
              <a:buFont typeface="Arial" panose="020B0604020202020204" pitchFamily="34" charset="0"/>
              <a:buChar char="•"/>
            </a:pPr>
            <a:r>
              <a:rPr lang="pt-BR" sz="2000">
                <a:latin typeface="Poppins" panose="00000500000000000000" pitchFamily="2" charset="0"/>
                <a:cs typeface="Poppins" panose="00000500000000000000" pitchFamily="2" charset="0"/>
              </a:rPr>
              <a:t>Caderno, </a:t>
            </a:r>
            <a:r>
              <a:rPr lang="pt-BR">
                <a:latin typeface="Poppins" panose="00000500000000000000" pitchFamily="2" charset="0"/>
                <a:cs typeface="Poppins" panose="00000500000000000000" pitchFamily="2" charset="0"/>
              </a:rPr>
              <a:t>caneta</a:t>
            </a:r>
            <a:r>
              <a:rPr lang="pt-BR" sz="2000">
                <a:latin typeface="Poppins" panose="00000500000000000000" pitchFamily="2" charset="0"/>
                <a:cs typeface="Poppins" panose="00000500000000000000" pitchFamily="2" charset="0"/>
              </a:rPr>
              <a:t>.</a:t>
            </a:r>
            <a:endParaRPr lang="pt-BR">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pt-BR">
                <a:latin typeface="Poppins" panose="00000500000000000000" pitchFamily="2" charset="0"/>
                <a:cs typeface="Poppins" panose="00000500000000000000" pitchFamily="2" charset="0"/>
              </a:rPr>
              <a:t>Laboratório de informática.</a:t>
            </a:r>
          </a:p>
        </p:txBody>
      </p:sp>
    </p:spTree>
    <p:extLst>
      <p:ext uri="{BB962C8B-B14F-4D97-AF65-F5344CB8AC3E}">
        <p14:creationId xmlns:p14="http://schemas.microsoft.com/office/powerpoint/2010/main" val="1945434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5" name="Espaço Reservado para Texto 3">
            <a:extLst>
              <a:ext uri="{FF2B5EF4-FFF2-40B4-BE49-F238E27FC236}">
                <a16:creationId xmlns:a16="http://schemas.microsoft.com/office/drawing/2014/main" id="{2DD4E05A-E94A-F4B8-D7CC-D4067915CCDC}"/>
              </a:ext>
            </a:extLst>
          </p:cNvPr>
          <p:cNvSpPr>
            <a:spLocks noGrp="1"/>
          </p:cNvSpPr>
          <p:nvPr>
            <p:ph type="body" idx="4294967295"/>
          </p:nvPr>
        </p:nvSpPr>
        <p:spPr>
          <a:xfrm>
            <a:off x="5480741" y="1044740"/>
            <a:ext cx="11580625" cy="3245906"/>
          </a:xfrm>
          <a:prstGeom prst="rect">
            <a:avLst/>
          </a:prstGeom>
        </p:spPr>
        <p:txBody>
          <a:bodyPr>
            <a:noAutofit/>
          </a:bodyPr>
          <a:lstStyle/>
          <a:p>
            <a:pPr>
              <a:spcAft>
                <a:spcPts val="1800"/>
              </a:spcAft>
            </a:pPr>
            <a:r>
              <a:rPr lang="pt-BR" sz="2400" dirty="0">
                <a:latin typeface="Poppins" panose="00000500000000000000" pitchFamily="2" charset="0"/>
                <a:cs typeface="Poppins" panose="00000500000000000000" pitchFamily="2" charset="0"/>
              </a:rPr>
              <a:t>Na aula anterior, conhecemos as ferramentas </a:t>
            </a:r>
            <a:r>
              <a:rPr lang="pt-BR" sz="2400" dirty="0" err="1">
                <a:latin typeface="Poppins" panose="00000500000000000000" pitchFamily="2" charset="0"/>
                <a:cs typeface="Poppins" panose="00000500000000000000" pitchFamily="2" charset="0"/>
              </a:rPr>
              <a:t>Jest</a:t>
            </a:r>
            <a:r>
              <a:rPr lang="pt-BR" sz="2400" dirty="0">
                <a:latin typeface="Poppins" panose="00000500000000000000" pitchFamily="2" charset="0"/>
                <a:cs typeface="Poppins" panose="00000500000000000000" pitchFamily="2" charset="0"/>
              </a:rPr>
              <a:t> e Cypress, compreendendo seus papéis distintos no ciclo de desenvolvimento: </a:t>
            </a:r>
            <a:r>
              <a:rPr lang="pt-BR" sz="2400" dirty="0" err="1">
                <a:latin typeface="Poppins" panose="00000500000000000000" pitchFamily="2" charset="0"/>
                <a:cs typeface="Poppins" panose="00000500000000000000" pitchFamily="2" charset="0"/>
              </a:rPr>
              <a:t>Jest</a:t>
            </a:r>
            <a:r>
              <a:rPr lang="pt-BR" sz="2400" dirty="0">
                <a:latin typeface="Poppins" panose="00000500000000000000" pitchFamily="2" charset="0"/>
                <a:cs typeface="Poppins" panose="00000500000000000000" pitchFamily="2" charset="0"/>
              </a:rPr>
              <a:t> para testes unitários e Cypress para testes de interface e comportamento do usuário.</a:t>
            </a:r>
          </a:p>
          <a:p>
            <a:pPr>
              <a:spcAft>
                <a:spcPts val="1800"/>
              </a:spcAft>
            </a:pPr>
            <a:r>
              <a:rPr lang="pt-BR" sz="2400" dirty="0">
                <a:latin typeface="Poppins" panose="00000500000000000000" pitchFamily="2" charset="0"/>
                <a:cs typeface="Poppins" panose="00000500000000000000" pitchFamily="2" charset="0"/>
              </a:rPr>
              <a:t>Ao implementar testes automatizados e integrá-los ao processo de CI/CD, estabelecemos uma base sólida para </a:t>
            </a:r>
            <a:r>
              <a:rPr lang="pt-BR" sz="2400" dirty="0" err="1">
                <a:latin typeface="Poppins" panose="00000500000000000000" pitchFamily="2" charset="0"/>
                <a:cs typeface="Poppins" panose="00000500000000000000" pitchFamily="2" charset="0"/>
              </a:rPr>
              <a:t>deploys</a:t>
            </a:r>
            <a:r>
              <a:rPr lang="pt-BR" sz="2400" dirty="0">
                <a:latin typeface="Poppins" panose="00000500000000000000" pitchFamily="2" charset="0"/>
                <a:cs typeface="Poppins" panose="00000500000000000000" pitchFamily="2" charset="0"/>
              </a:rPr>
              <a:t> contínuos, especialmente quando utilizando Docker e </a:t>
            </a:r>
            <a:r>
              <a:rPr lang="pt-BR" sz="2400" dirty="0" err="1">
                <a:latin typeface="Poppins" panose="00000500000000000000" pitchFamily="2" charset="0"/>
                <a:cs typeface="Poppins" panose="00000500000000000000" pitchFamily="2" charset="0"/>
              </a:rPr>
              <a:t>Kubernetes</a:t>
            </a:r>
            <a:r>
              <a:rPr lang="pt-BR" sz="2400" dirty="0">
                <a:latin typeface="Poppins" panose="00000500000000000000" pitchFamily="2" charset="0"/>
                <a:cs typeface="Poppins" panose="00000500000000000000" pitchFamily="2" charset="0"/>
              </a:rPr>
              <a:t>.</a:t>
            </a:r>
          </a:p>
        </p:txBody>
      </p:sp>
    </p:spTree>
    <p:extLst>
      <p:ext uri="{BB962C8B-B14F-4D97-AF65-F5344CB8AC3E}">
        <p14:creationId xmlns:p14="http://schemas.microsoft.com/office/powerpoint/2010/main" val="2466754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55">
          <a:extLst>
            <a:ext uri="{FF2B5EF4-FFF2-40B4-BE49-F238E27FC236}">
              <a16:creationId xmlns:a16="http://schemas.microsoft.com/office/drawing/2014/main" id="{F8ED89D0-4503-9DB7-E980-1B563D6F2CDB}"/>
            </a:ext>
          </a:extLst>
        </p:cNvPr>
        <p:cNvGrpSpPr/>
        <p:nvPr/>
      </p:nvGrpSpPr>
      <p:grpSpPr>
        <a:xfrm>
          <a:off x="0" y="0"/>
          <a:ext cx="0" cy="0"/>
          <a:chOff x="0" y="0"/>
          <a:chExt cx="0" cy="0"/>
        </a:xfrm>
      </p:grpSpPr>
      <p:sp>
        <p:nvSpPr>
          <p:cNvPr id="9" name="Espaço Reservado para Texto 13">
            <a:extLst>
              <a:ext uri="{FF2B5EF4-FFF2-40B4-BE49-F238E27FC236}">
                <a16:creationId xmlns:a16="http://schemas.microsoft.com/office/drawing/2014/main" id="{BC1AD93E-7903-F7A1-2A2E-BE6C1F3E23F1}"/>
              </a:ext>
            </a:extLst>
          </p:cNvPr>
          <p:cNvSpPr>
            <a:spLocks noGrp="1"/>
          </p:cNvSpPr>
          <p:nvPr>
            <p:ph type="body" sz="quarter" idx="10"/>
          </p:nvPr>
        </p:nvSpPr>
        <p:spPr>
          <a:xfrm>
            <a:off x="4451739" y="1397091"/>
            <a:ext cx="12810180" cy="781049"/>
          </a:xfrm>
          <a:prstGeom prst="rect">
            <a:avLst/>
          </a:prstGeom>
        </p:spPr>
        <p:txBody>
          <a:bodyPr/>
          <a:lstStyle>
            <a:lvl1pPr>
              <a:defRPr sz="1800">
                <a:latin typeface="Poppins" pitchFamily="2" charset="77"/>
                <a:cs typeface="Poppins" pitchFamily="2" charset="77"/>
              </a:defRPr>
            </a:lvl1pPr>
          </a:lstStyle>
          <a:p>
            <a:pPr lvl="0"/>
            <a:r>
              <a:rPr lang="pt-BR" sz="4500" b="1">
                <a:solidFill>
                  <a:srgbClr val="FF161F"/>
                </a:solidFill>
              </a:rPr>
              <a:t>Docker</a:t>
            </a:r>
          </a:p>
        </p:txBody>
      </p:sp>
      <p:sp>
        <p:nvSpPr>
          <p:cNvPr id="10" name="Espaço Reservado para Texto 13">
            <a:extLst>
              <a:ext uri="{FF2B5EF4-FFF2-40B4-BE49-F238E27FC236}">
                <a16:creationId xmlns:a16="http://schemas.microsoft.com/office/drawing/2014/main" id="{DD67258B-51DB-2792-E136-AC0ADA0E3DE7}"/>
              </a:ext>
            </a:extLst>
          </p:cNvPr>
          <p:cNvSpPr>
            <a:spLocks noGrp="1"/>
          </p:cNvSpPr>
          <p:nvPr>
            <p:ph type="body" sz="quarter" idx="11"/>
          </p:nvPr>
        </p:nvSpPr>
        <p:spPr>
          <a:xfrm>
            <a:off x="4401471" y="2896525"/>
            <a:ext cx="5794952" cy="2542983"/>
          </a:xfrm>
          <a:prstGeom prst="rect">
            <a:avLst/>
          </a:prstGeom>
        </p:spPr>
        <p:txBody>
          <a:bodyPr>
            <a:noAutofit/>
          </a:bodyPr>
          <a:lstStyle>
            <a:lvl1pPr>
              <a:defRPr sz="1800">
                <a:latin typeface="Poppins" pitchFamily="2" charset="77"/>
                <a:cs typeface="Poppins" pitchFamily="2" charset="77"/>
              </a:defRPr>
            </a:lvl1pPr>
          </a:lstStyle>
          <a:p>
            <a:pPr lvl="0"/>
            <a:r>
              <a:rPr lang="pt-BR" sz="2400" dirty="0"/>
              <a:t>O Docker é uma plataforma que permite empacotar aplicações e suas dependências em imagens de containers. Essa abordagem assegura que a aplicação será executada de forma consistente, independentemente do ambiente.</a:t>
            </a:r>
          </a:p>
          <a:p>
            <a:pPr lvl="0"/>
            <a:endParaRPr lang="pt-BR" sz="2400" dirty="0"/>
          </a:p>
        </p:txBody>
      </p:sp>
      <p:sp>
        <p:nvSpPr>
          <p:cNvPr id="8" name="Espaço Reservado para Texto 13">
            <a:extLst>
              <a:ext uri="{FF2B5EF4-FFF2-40B4-BE49-F238E27FC236}">
                <a16:creationId xmlns:a16="http://schemas.microsoft.com/office/drawing/2014/main" id="{D8FAEEF1-73E5-6064-96EE-1C1E97753ECC}"/>
              </a:ext>
            </a:extLst>
          </p:cNvPr>
          <p:cNvSpPr txBox="1">
            <a:spLocks/>
          </p:cNvSpPr>
          <p:nvPr/>
        </p:nvSpPr>
        <p:spPr>
          <a:xfrm>
            <a:off x="4401471" y="5718743"/>
            <a:ext cx="6383760" cy="2065379"/>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00" b="0" i="0" u="none" strike="noStrike" cap="none">
                <a:solidFill>
                  <a:srgbClr val="000000"/>
                </a:solidFill>
                <a:latin typeface="Poppins" pitchFamily="2" charset="77"/>
                <a:ea typeface="Arial"/>
                <a:cs typeface="Poppins" pitchFamily="2" charset="77"/>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pt-BR" sz="2400" dirty="0"/>
              <a:t>Com isso, reduz-se a complexidade de implantação, elimina-se a preocupação com incompatibilidades e aumenta-se a eficiência nos processos de desenvolvimento e entrega.</a:t>
            </a:r>
          </a:p>
          <a:p>
            <a:endParaRPr lang="pt-BR" sz="2400" dirty="0"/>
          </a:p>
        </p:txBody>
      </p:sp>
      <p:pic>
        <p:nvPicPr>
          <p:cNvPr id="4" name="Imagem 3" descr="Logotipo&#10;&#10;O conteúdo gerado por IA pode estar incorreto.">
            <a:extLst>
              <a:ext uri="{FF2B5EF4-FFF2-40B4-BE49-F238E27FC236}">
                <a16:creationId xmlns:a16="http://schemas.microsoft.com/office/drawing/2014/main" id="{84F1D120-E775-DD64-7DF9-C54A25693E24}"/>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11459227" y="3919500"/>
            <a:ext cx="5379405" cy="1224000"/>
          </a:xfrm>
          <a:prstGeom prst="rect">
            <a:avLst/>
          </a:prstGeom>
        </p:spPr>
      </p:pic>
      <p:sp>
        <p:nvSpPr>
          <p:cNvPr id="7" name="CaixaDeTexto 6">
            <a:extLst>
              <a:ext uri="{FF2B5EF4-FFF2-40B4-BE49-F238E27FC236}">
                <a16:creationId xmlns:a16="http://schemas.microsoft.com/office/drawing/2014/main" id="{C7CC2F29-E0EA-8914-677D-0C00278C3C55}"/>
              </a:ext>
            </a:extLst>
          </p:cNvPr>
          <p:cNvSpPr txBox="1"/>
          <p:nvPr/>
        </p:nvSpPr>
        <p:spPr>
          <a:xfrm>
            <a:off x="11459227" y="5786963"/>
            <a:ext cx="6533992" cy="307777"/>
          </a:xfrm>
          <a:prstGeom prst="rect">
            <a:avLst/>
          </a:prstGeom>
          <a:noFill/>
          <a:ln>
            <a:noFill/>
          </a:ln>
        </p:spPr>
        <p:txBody>
          <a:bodyPr wrap="square">
            <a:spAutoFit/>
          </a:bodyPr>
          <a:lstStyle/>
          <a:p>
            <a:r>
              <a:rPr lang="pt-BR" dirty="0">
                <a:effectLst/>
                <a:latin typeface="Poppins" panose="00000500000000000000" pitchFamily="2" charset="0"/>
                <a:cs typeface="Poppins" panose="00000500000000000000" pitchFamily="2" charset="0"/>
              </a:rPr>
              <a:t>Reprodução - DOCKER, [s.d.]. </a:t>
            </a:r>
            <a:endParaRPr lang="pt-BR"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667223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55">
          <a:extLst>
            <a:ext uri="{FF2B5EF4-FFF2-40B4-BE49-F238E27FC236}">
              <a16:creationId xmlns:a16="http://schemas.microsoft.com/office/drawing/2014/main" id="{AA1903E0-D5E8-7CD4-2462-349D5675054F}"/>
            </a:ext>
          </a:extLst>
        </p:cNvPr>
        <p:cNvGrpSpPr/>
        <p:nvPr/>
      </p:nvGrpSpPr>
      <p:grpSpPr>
        <a:xfrm>
          <a:off x="0" y="0"/>
          <a:ext cx="0" cy="0"/>
          <a:chOff x="0" y="0"/>
          <a:chExt cx="0" cy="0"/>
        </a:xfrm>
      </p:grpSpPr>
      <p:sp>
        <p:nvSpPr>
          <p:cNvPr id="9" name="Espaço Reservado para Texto 13">
            <a:extLst>
              <a:ext uri="{FF2B5EF4-FFF2-40B4-BE49-F238E27FC236}">
                <a16:creationId xmlns:a16="http://schemas.microsoft.com/office/drawing/2014/main" id="{FE39BCA9-582E-4989-2BBC-62D1BC173A8D}"/>
              </a:ext>
            </a:extLst>
          </p:cNvPr>
          <p:cNvSpPr>
            <a:spLocks noGrp="1"/>
          </p:cNvSpPr>
          <p:nvPr>
            <p:ph type="body" sz="quarter" idx="10"/>
          </p:nvPr>
        </p:nvSpPr>
        <p:spPr>
          <a:xfrm>
            <a:off x="4451739" y="1397091"/>
            <a:ext cx="12810180" cy="781049"/>
          </a:xfrm>
          <a:prstGeom prst="rect">
            <a:avLst/>
          </a:prstGeom>
        </p:spPr>
        <p:txBody>
          <a:bodyPr/>
          <a:lstStyle>
            <a:lvl1pPr>
              <a:defRPr sz="1800">
                <a:latin typeface="Poppins" pitchFamily="2" charset="77"/>
                <a:cs typeface="Poppins" pitchFamily="2" charset="77"/>
              </a:defRPr>
            </a:lvl1pPr>
          </a:lstStyle>
          <a:p>
            <a:pPr lvl="0"/>
            <a:r>
              <a:rPr lang="pt-BR" sz="4500" b="1" dirty="0" err="1">
                <a:solidFill>
                  <a:srgbClr val="FF161F"/>
                </a:solidFill>
              </a:rPr>
              <a:t>Kubernetes</a:t>
            </a:r>
            <a:endParaRPr lang="pt-BR" sz="4500" b="1" dirty="0">
              <a:solidFill>
                <a:srgbClr val="FF161F"/>
              </a:solidFill>
            </a:endParaRPr>
          </a:p>
        </p:txBody>
      </p:sp>
      <p:sp>
        <p:nvSpPr>
          <p:cNvPr id="10" name="Espaço Reservado para Texto 13">
            <a:extLst>
              <a:ext uri="{FF2B5EF4-FFF2-40B4-BE49-F238E27FC236}">
                <a16:creationId xmlns:a16="http://schemas.microsoft.com/office/drawing/2014/main" id="{3CD76D44-1544-AC1F-646A-3895951FF36E}"/>
              </a:ext>
            </a:extLst>
          </p:cNvPr>
          <p:cNvSpPr>
            <a:spLocks noGrp="1"/>
          </p:cNvSpPr>
          <p:nvPr>
            <p:ph type="body" sz="quarter" idx="11"/>
          </p:nvPr>
        </p:nvSpPr>
        <p:spPr>
          <a:xfrm>
            <a:off x="4451739" y="2503433"/>
            <a:ext cx="7518218" cy="2534606"/>
          </a:xfrm>
          <a:prstGeom prst="rect">
            <a:avLst/>
          </a:prstGeom>
        </p:spPr>
        <p:txBody>
          <a:bodyPr>
            <a:noAutofit/>
          </a:bodyPr>
          <a:lstStyle>
            <a:lvl1pPr>
              <a:defRPr sz="1800">
                <a:latin typeface="Poppins" pitchFamily="2" charset="77"/>
                <a:cs typeface="Poppins" pitchFamily="2" charset="77"/>
              </a:defRPr>
            </a:lvl1pPr>
          </a:lstStyle>
          <a:p>
            <a:pPr>
              <a:spcAft>
                <a:spcPts val="800"/>
              </a:spcAft>
            </a:pPr>
            <a:r>
              <a:rPr lang="pt-BR" sz="2400" kern="100" dirty="0">
                <a:effectLst/>
                <a:latin typeface="Poppins" panose="00000500000000000000" pitchFamily="2" charset="0"/>
                <a:ea typeface="Aptos" panose="020B0004020202020204" pitchFamily="34" charset="0"/>
                <a:cs typeface="Poppins" panose="00000500000000000000" pitchFamily="2" charset="0"/>
              </a:rPr>
              <a:t>O </a:t>
            </a:r>
            <a:r>
              <a:rPr lang="pt-BR" sz="2400" kern="100" dirty="0" err="1">
                <a:effectLst/>
                <a:latin typeface="Poppins" panose="00000500000000000000" pitchFamily="2" charset="0"/>
                <a:ea typeface="Aptos" panose="020B0004020202020204" pitchFamily="34" charset="0"/>
                <a:cs typeface="Poppins" panose="00000500000000000000" pitchFamily="2" charset="0"/>
              </a:rPr>
              <a:t>Kubernetes</a:t>
            </a:r>
            <a:r>
              <a:rPr lang="pt-BR" sz="2400" kern="100" dirty="0">
                <a:effectLst/>
                <a:latin typeface="Poppins" panose="00000500000000000000" pitchFamily="2" charset="0"/>
                <a:ea typeface="Aptos" panose="020B0004020202020204" pitchFamily="34" charset="0"/>
                <a:cs typeface="Poppins" panose="00000500000000000000" pitchFamily="2" charset="0"/>
              </a:rPr>
              <a:t> surge como uma plataforma de orquestração de containers capaz de gerenciar clusters de servidores. Ele automatiza o provisionamento, o escalonamento, a atualização e a recuperação de aplicações, garantindo resiliência e desempenho mesmo sob cargas variáveis.</a:t>
            </a:r>
          </a:p>
          <a:p>
            <a:pPr lvl="0"/>
            <a:endParaRPr lang="pt-BR" sz="2400" dirty="0"/>
          </a:p>
          <a:p>
            <a:pPr lvl="0"/>
            <a:endParaRPr lang="pt-BR" sz="2400" dirty="0"/>
          </a:p>
        </p:txBody>
      </p:sp>
      <p:sp>
        <p:nvSpPr>
          <p:cNvPr id="3" name="Espaço Reservado para Texto 13">
            <a:extLst>
              <a:ext uri="{FF2B5EF4-FFF2-40B4-BE49-F238E27FC236}">
                <a16:creationId xmlns:a16="http://schemas.microsoft.com/office/drawing/2014/main" id="{172D4B29-A30D-299C-07C6-32FAE5715692}"/>
              </a:ext>
            </a:extLst>
          </p:cNvPr>
          <p:cNvSpPr txBox="1">
            <a:spLocks/>
          </p:cNvSpPr>
          <p:nvPr/>
        </p:nvSpPr>
        <p:spPr>
          <a:xfrm>
            <a:off x="4451739" y="5531876"/>
            <a:ext cx="11938881" cy="3096310"/>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00" b="0" i="0" u="none" strike="noStrike" cap="none">
                <a:solidFill>
                  <a:srgbClr val="000000"/>
                </a:solidFill>
                <a:latin typeface="Poppins" pitchFamily="2" charset="77"/>
                <a:ea typeface="Arial"/>
                <a:cs typeface="Poppins" pitchFamily="2" charset="77"/>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Aft>
                <a:spcPts val="800"/>
              </a:spcAft>
            </a:pPr>
            <a:r>
              <a:rPr lang="pt-BR" sz="2400" kern="100" dirty="0">
                <a:latin typeface="Poppins" panose="00000500000000000000" pitchFamily="2" charset="0"/>
                <a:ea typeface="Aptos" panose="020B0004020202020204" pitchFamily="34" charset="0"/>
                <a:cs typeface="Poppins" panose="00000500000000000000" pitchFamily="2" charset="0"/>
              </a:rPr>
              <a:t>Com o </a:t>
            </a:r>
            <a:r>
              <a:rPr lang="pt-BR" sz="2400" kern="100" dirty="0" err="1">
                <a:latin typeface="Poppins" panose="00000500000000000000" pitchFamily="2" charset="0"/>
                <a:ea typeface="Aptos" panose="020B0004020202020204" pitchFamily="34" charset="0"/>
                <a:cs typeface="Poppins" panose="00000500000000000000" pitchFamily="2" charset="0"/>
              </a:rPr>
              <a:t>Kubernetes</a:t>
            </a:r>
            <a:r>
              <a:rPr lang="pt-BR" sz="2400" kern="100" dirty="0">
                <a:latin typeface="Poppins" panose="00000500000000000000" pitchFamily="2" charset="0"/>
                <a:ea typeface="Aptos" panose="020B0004020202020204" pitchFamily="34" charset="0"/>
                <a:cs typeface="Poppins" panose="00000500000000000000" pitchFamily="2" charset="0"/>
              </a:rPr>
              <a:t>, é possível:</a:t>
            </a:r>
          </a:p>
          <a:p>
            <a:pPr>
              <a:spcAft>
                <a:spcPts val="800"/>
              </a:spcAft>
            </a:pPr>
            <a:endParaRPr lang="pt-BR" sz="2400" kern="100" dirty="0">
              <a:latin typeface="Poppins" panose="00000500000000000000" pitchFamily="2" charset="0"/>
              <a:ea typeface="Aptos" panose="020B0004020202020204" pitchFamily="34" charset="0"/>
              <a:cs typeface="Poppins" panose="00000500000000000000" pitchFamily="2" charset="0"/>
            </a:endParaRPr>
          </a:p>
          <a:p>
            <a:pPr marL="342900" indent="-342900">
              <a:spcAft>
                <a:spcPts val="800"/>
              </a:spcAft>
              <a:buFont typeface="Arial" panose="020B0604020202020204" pitchFamily="34" charset="0"/>
              <a:buChar char="•"/>
            </a:pPr>
            <a:r>
              <a:rPr lang="pt-BR" sz="2400" kern="100" dirty="0">
                <a:latin typeface="Poppins" panose="00000500000000000000" pitchFamily="2" charset="0"/>
                <a:ea typeface="Aptos" panose="020B0004020202020204" pitchFamily="34" charset="0"/>
                <a:cs typeface="Poppins" panose="00000500000000000000" pitchFamily="2" charset="0"/>
              </a:rPr>
              <a:t>Criar múltiplas instâncias de uma aplicação (réplicas).</a:t>
            </a:r>
          </a:p>
          <a:p>
            <a:pPr marL="342900" indent="-342900">
              <a:spcAft>
                <a:spcPts val="800"/>
              </a:spcAft>
              <a:buFont typeface="Arial" panose="020B0604020202020204" pitchFamily="34" charset="0"/>
              <a:buChar char="•"/>
            </a:pPr>
            <a:r>
              <a:rPr lang="pt-BR" sz="2400" kern="100" dirty="0">
                <a:latin typeface="Poppins" panose="00000500000000000000" pitchFamily="2" charset="0"/>
                <a:ea typeface="Aptos" panose="020B0004020202020204" pitchFamily="34" charset="0"/>
                <a:cs typeface="Poppins" panose="00000500000000000000" pitchFamily="2" charset="0"/>
              </a:rPr>
              <a:t>Realizar atualizações contínuas sem indisponibilidade.</a:t>
            </a:r>
          </a:p>
          <a:p>
            <a:pPr marL="342900" indent="-342900">
              <a:spcAft>
                <a:spcPts val="800"/>
              </a:spcAft>
              <a:buFont typeface="Arial" panose="020B0604020202020204" pitchFamily="34" charset="0"/>
              <a:buChar char="•"/>
            </a:pPr>
            <a:r>
              <a:rPr lang="pt-BR" sz="2400" kern="100" dirty="0">
                <a:latin typeface="Poppins" panose="00000500000000000000" pitchFamily="2" charset="0"/>
                <a:ea typeface="Aptos" panose="020B0004020202020204" pitchFamily="34" charset="0"/>
                <a:cs typeface="Poppins" panose="00000500000000000000" pitchFamily="2" charset="0"/>
              </a:rPr>
              <a:t>Monitorar o estado dos containers e reiniciar instâncias falhas.</a:t>
            </a:r>
          </a:p>
          <a:p>
            <a:pPr marL="342900" indent="-342900">
              <a:spcAft>
                <a:spcPts val="800"/>
              </a:spcAft>
              <a:buFont typeface="Arial" panose="020B0604020202020204" pitchFamily="34" charset="0"/>
              <a:buChar char="•"/>
            </a:pPr>
            <a:r>
              <a:rPr lang="pt-BR" sz="2400" kern="100" dirty="0">
                <a:latin typeface="Poppins" panose="00000500000000000000" pitchFamily="2" charset="0"/>
                <a:ea typeface="Aptos" panose="020B0004020202020204" pitchFamily="34" charset="0"/>
                <a:cs typeface="Poppins" panose="00000500000000000000" pitchFamily="2" charset="0"/>
              </a:rPr>
              <a:t>Ajustar automaticamente a quantidade de instâncias com base em métricas de uso.</a:t>
            </a:r>
            <a:endParaRPr lang="pt-BR" sz="2400" dirty="0"/>
          </a:p>
          <a:p>
            <a:endParaRPr lang="pt-BR" sz="2400" dirty="0"/>
          </a:p>
        </p:txBody>
      </p:sp>
      <p:pic>
        <p:nvPicPr>
          <p:cNvPr id="5" name="Imagem 4" descr="Logotipo&#10;&#10;O conteúdo gerado por IA pode estar incorreto.">
            <a:extLst>
              <a:ext uri="{FF2B5EF4-FFF2-40B4-BE49-F238E27FC236}">
                <a16:creationId xmlns:a16="http://schemas.microsoft.com/office/drawing/2014/main" id="{7FB3852F-88F6-9052-9F08-E39B7BAEFE5E}"/>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12937136" y="2783901"/>
            <a:ext cx="5005036" cy="1213260"/>
          </a:xfrm>
          <a:prstGeom prst="rect">
            <a:avLst/>
          </a:prstGeom>
        </p:spPr>
      </p:pic>
      <p:sp>
        <p:nvSpPr>
          <p:cNvPr id="2" name="CaixaDeTexto 1">
            <a:extLst>
              <a:ext uri="{FF2B5EF4-FFF2-40B4-BE49-F238E27FC236}">
                <a16:creationId xmlns:a16="http://schemas.microsoft.com/office/drawing/2014/main" id="{9B7E3E0B-17D0-07B9-8FC9-E849F8714A70}"/>
              </a:ext>
            </a:extLst>
          </p:cNvPr>
          <p:cNvSpPr txBox="1"/>
          <p:nvPr/>
        </p:nvSpPr>
        <p:spPr>
          <a:xfrm>
            <a:off x="12937136" y="4730262"/>
            <a:ext cx="5135942" cy="307777"/>
          </a:xfrm>
          <a:prstGeom prst="rect">
            <a:avLst/>
          </a:prstGeom>
          <a:noFill/>
          <a:ln>
            <a:noFill/>
          </a:ln>
        </p:spPr>
        <p:txBody>
          <a:bodyPr wrap="square">
            <a:spAutoFit/>
          </a:bodyPr>
          <a:lstStyle/>
          <a:p>
            <a:r>
              <a:rPr lang="pt-BR" dirty="0">
                <a:latin typeface="Poppins" panose="00000500000000000000" pitchFamily="2" charset="0"/>
                <a:cs typeface="Poppins" panose="00000500000000000000" pitchFamily="2" charset="0"/>
              </a:rPr>
              <a:t>Reprodução - KUBERNETES, [s.d.].</a:t>
            </a:r>
          </a:p>
        </p:txBody>
      </p:sp>
    </p:spTree>
    <p:extLst>
      <p:ext uri="{BB962C8B-B14F-4D97-AF65-F5344CB8AC3E}">
        <p14:creationId xmlns:p14="http://schemas.microsoft.com/office/powerpoint/2010/main" val="2038149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55">
          <a:extLst>
            <a:ext uri="{FF2B5EF4-FFF2-40B4-BE49-F238E27FC236}">
              <a16:creationId xmlns:a16="http://schemas.microsoft.com/office/drawing/2014/main" id="{AC4D0F88-5C14-AED2-4469-95AE4E99EC83}"/>
            </a:ext>
          </a:extLst>
        </p:cNvPr>
        <p:cNvGrpSpPr/>
        <p:nvPr/>
      </p:nvGrpSpPr>
      <p:grpSpPr>
        <a:xfrm>
          <a:off x="0" y="0"/>
          <a:ext cx="0" cy="0"/>
          <a:chOff x="0" y="0"/>
          <a:chExt cx="0" cy="0"/>
        </a:xfrm>
      </p:grpSpPr>
      <p:sp>
        <p:nvSpPr>
          <p:cNvPr id="9" name="Espaço Reservado para Texto 13">
            <a:extLst>
              <a:ext uri="{FF2B5EF4-FFF2-40B4-BE49-F238E27FC236}">
                <a16:creationId xmlns:a16="http://schemas.microsoft.com/office/drawing/2014/main" id="{9646E7F5-A610-B0EE-BC5C-6FB259AE3E88}"/>
              </a:ext>
            </a:extLst>
          </p:cNvPr>
          <p:cNvSpPr>
            <a:spLocks noGrp="1"/>
          </p:cNvSpPr>
          <p:nvPr>
            <p:ph type="body" sz="quarter" idx="10"/>
          </p:nvPr>
        </p:nvSpPr>
        <p:spPr>
          <a:xfrm>
            <a:off x="4451739" y="1397091"/>
            <a:ext cx="12810180" cy="781049"/>
          </a:xfrm>
          <a:prstGeom prst="rect">
            <a:avLst/>
          </a:prstGeom>
        </p:spPr>
        <p:txBody>
          <a:bodyPr/>
          <a:lstStyle>
            <a:lvl1pPr>
              <a:defRPr sz="1800">
                <a:latin typeface="Poppins" pitchFamily="2" charset="77"/>
                <a:cs typeface="Poppins" pitchFamily="2" charset="77"/>
              </a:defRPr>
            </a:lvl1pPr>
          </a:lstStyle>
          <a:p>
            <a:pPr lvl="0"/>
            <a:r>
              <a:rPr lang="pt-BR" sz="4500" b="1">
                <a:solidFill>
                  <a:srgbClr val="FF161F"/>
                </a:solidFill>
              </a:rPr>
              <a:t>Integração entre Docker e </a:t>
            </a:r>
            <a:r>
              <a:rPr lang="pt-BR" sz="4500" b="1" err="1">
                <a:solidFill>
                  <a:srgbClr val="FF161F"/>
                </a:solidFill>
              </a:rPr>
              <a:t>Kubernetes</a:t>
            </a:r>
            <a:endParaRPr lang="pt-BR" sz="4500" b="1">
              <a:solidFill>
                <a:srgbClr val="FF161F"/>
              </a:solidFill>
            </a:endParaRPr>
          </a:p>
        </p:txBody>
      </p:sp>
      <p:sp>
        <p:nvSpPr>
          <p:cNvPr id="10" name="Espaço Reservado para Texto 13">
            <a:extLst>
              <a:ext uri="{FF2B5EF4-FFF2-40B4-BE49-F238E27FC236}">
                <a16:creationId xmlns:a16="http://schemas.microsoft.com/office/drawing/2014/main" id="{73D7320C-B3CA-81A0-FE5D-983BBCFF16CB}"/>
              </a:ext>
            </a:extLst>
          </p:cNvPr>
          <p:cNvSpPr>
            <a:spLocks noGrp="1"/>
          </p:cNvSpPr>
          <p:nvPr>
            <p:ph type="body" sz="quarter" idx="11"/>
          </p:nvPr>
        </p:nvSpPr>
        <p:spPr>
          <a:xfrm>
            <a:off x="4607857" y="2701774"/>
            <a:ext cx="11583714" cy="3153818"/>
          </a:xfrm>
          <a:prstGeom prst="rect">
            <a:avLst/>
          </a:prstGeom>
        </p:spPr>
        <p:txBody>
          <a:bodyPr>
            <a:normAutofit/>
          </a:bodyPr>
          <a:lstStyle>
            <a:lvl1pPr>
              <a:defRPr sz="1800">
                <a:latin typeface="Poppins" pitchFamily="2" charset="77"/>
                <a:cs typeface="Poppins" pitchFamily="2" charset="77"/>
              </a:defRPr>
            </a:lvl1pPr>
          </a:lstStyle>
          <a:p>
            <a:pPr lvl="0">
              <a:lnSpc>
                <a:spcPct val="120000"/>
              </a:lnSpc>
            </a:pPr>
            <a:r>
              <a:rPr lang="pt-BR" sz="2400" dirty="0"/>
              <a:t>A integração entre Docker e </a:t>
            </a:r>
            <a:r>
              <a:rPr lang="pt-BR" sz="2400" dirty="0" err="1"/>
              <a:t>Kubernetes</a:t>
            </a:r>
            <a:r>
              <a:rPr lang="pt-BR" sz="2400" dirty="0"/>
              <a:t> une portabilidade e automação. Enquanto o Docker fornece o ambiente de execução padronizado, o </a:t>
            </a:r>
            <a:r>
              <a:rPr lang="pt-BR" sz="2400" dirty="0" err="1"/>
              <a:t>Kubernetes</a:t>
            </a:r>
            <a:r>
              <a:rPr lang="pt-BR" sz="2400" dirty="0"/>
              <a:t> garante a operação contínua e escalável das aplicações em produção. Juntas, essas tecnologias viabilizam entregas ágeis, infraestrutura resiliente e gestão eficiente de microsserviços, tanto em ambientes locais quanto em nuvens públicas e privadas.</a:t>
            </a:r>
          </a:p>
        </p:txBody>
      </p:sp>
      <p:pic>
        <p:nvPicPr>
          <p:cNvPr id="2" name="Imagem 1" descr="Logotipo&#10;&#10;O conteúdo gerado por IA pode estar incorreto.">
            <a:extLst>
              <a:ext uri="{FF2B5EF4-FFF2-40B4-BE49-F238E27FC236}">
                <a16:creationId xmlns:a16="http://schemas.microsoft.com/office/drawing/2014/main" id="{1ADC4F87-8844-B678-EF2E-9DC87DD69594}"/>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3463111" y="6808535"/>
            <a:ext cx="5379405" cy="1224000"/>
          </a:xfrm>
          <a:prstGeom prst="rect">
            <a:avLst/>
          </a:prstGeom>
        </p:spPr>
      </p:pic>
      <p:pic>
        <p:nvPicPr>
          <p:cNvPr id="3" name="Imagem 2" descr="Logotipo&#10;&#10;O conteúdo gerado por IA pode estar incorreto.">
            <a:extLst>
              <a:ext uri="{FF2B5EF4-FFF2-40B4-BE49-F238E27FC236}">
                <a16:creationId xmlns:a16="http://schemas.microsoft.com/office/drawing/2014/main" id="{3CECC6F2-6509-ACF9-C6BD-5C3C904498C1}"/>
              </a:ext>
            </a:extLst>
          </p:cNvPr>
          <p:cNvPicPr>
            <a:picLocks noChangeAspect="1"/>
          </p:cNvPicPr>
          <p:nvPr/>
        </p:nvPicPr>
        <p:blipFill>
          <a:blip r:embed="rId4"/>
          <a:stretch>
            <a:fillRect/>
          </a:stretch>
        </p:blipFill>
        <p:spPr>
          <a:xfrm>
            <a:off x="10761768" y="6785964"/>
            <a:ext cx="5620523" cy="1362459"/>
          </a:xfrm>
          <a:prstGeom prst="rect">
            <a:avLst/>
          </a:prstGeom>
        </p:spPr>
      </p:pic>
      <p:sp>
        <p:nvSpPr>
          <p:cNvPr id="4" name="Sinal de Adição 3">
            <a:extLst>
              <a:ext uri="{FF2B5EF4-FFF2-40B4-BE49-F238E27FC236}">
                <a16:creationId xmlns:a16="http://schemas.microsoft.com/office/drawing/2014/main" id="{BBC5D85D-3957-AE65-C935-A75D228DCF3C}"/>
              </a:ext>
            </a:extLst>
          </p:cNvPr>
          <p:cNvSpPr/>
          <p:nvPr/>
        </p:nvSpPr>
        <p:spPr>
          <a:xfrm>
            <a:off x="9344942" y="7061867"/>
            <a:ext cx="914400" cy="855794"/>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1A9D434E-EE0D-DC08-C5DF-8982DB822852}"/>
              </a:ext>
            </a:extLst>
          </p:cNvPr>
          <p:cNvSpPr txBox="1"/>
          <p:nvPr/>
        </p:nvSpPr>
        <p:spPr>
          <a:xfrm>
            <a:off x="3463111" y="8658651"/>
            <a:ext cx="5680889" cy="307777"/>
          </a:xfrm>
          <a:prstGeom prst="rect">
            <a:avLst/>
          </a:prstGeom>
          <a:noFill/>
          <a:ln>
            <a:noFill/>
          </a:ln>
        </p:spPr>
        <p:txBody>
          <a:bodyPr wrap="square">
            <a:spAutoFit/>
          </a:bodyPr>
          <a:lstStyle/>
          <a:p>
            <a:r>
              <a:rPr lang="pt-BR" dirty="0">
                <a:latin typeface="Poppins" panose="00000500000000000000" pitchFamily="2" charset="0"/>
                <a:cs typeface="Poppins" panose="00000500000000000000" pitchFamily="2" charset="0"/>
              </a:rPr>
              <a:t>Reprodução - DOCKER, [s.d.]; KUBERNETES, [s.d.]</a:t>
            </a:r>
          </a:p>
        </p:txBody>
      </p:sp>
      <p:sp>
        <p:nvSpPr>
          <p:cNvPr id="5" name="CaixaDeTexto 4">
            <a:extLst>
              <a:ext uri="{FF2B5EF4-FFF2-40B4-BE49-F238E27FC236}">
                <a16:creationId xmlns:a16="http://schemas.microsoft.com/office/drawing/2014/main" id="{C56B39CA-B9CE-472F-BD61-5D0F7F472ADC}"/>
              </a:ext>
            </a:extLst>
          </p:cNvPr>
          <p:cNvSpPr txBox="1"/>
          <p:nvPr/>
        </p:nvSpPr>
        <p:spPr>
          <a:xfrm rot="10800000" flipV="1">
            <a:off x="11154427" y="8705481"/>
            <a:ext cx="3285473" cy="307777"/>
          </a:xfrm>
          <a:prstGeom prst="rect">
            <a:avLst/>
          </a:prstGeom>
          <a:noFill/>
          <a:ln>
            <a:noFill/>
          </a:ln>
        </p:spPr>
        <p:txBody>
          <a:bodyPr wrap="square">
            <a:spAutoFit/>
          </a:bodyPr>
          <a:lstStyle/>
          <a:p>
            <a:r>
              <a:rPr lang="pt-BR" dirty="0">
                <a:latin typeface="Poppins" panose="00000500000000000000" pitchFamily="2" charset="0"/>
                <a:cs typeface="Poppins" panose="00000500000000000000" pitchFamily="2" charset="0"/>
              </a:rPr>
              <a:t>Reprodução - KUBERNETES, [s.d.].</a:t>
            </a:r>
          </a:p>
        </p:txBody>
      </p:sp>
    </p:spTree>
    <p:extLst>
      <p:ext uri="{BB962C8B-B14F-4D97-AF65-F5344CB8AC3E}">
        <p14:creationId xmlns:p14="http://schemas.microsoft.com/office/powerpoint/2010/main" val="25287525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99"/>
        <p:cNvGrpSpPr/>
        <p:nvPr/>
      </p:nvGrpSpPr>
      <p:grpSpPr>
        <a:xfrm>
          <a:off x="0" y="0"/>
          <a:ext cx="0" cy="0"/>
          <a:chOff x="0" y="0"/>
          <a:chExt cx="0" cy="0"/>
        </a:xfrm>
      </p:grpSpPr>
      <p:sp>
        <p:nvSpPr>
          <p:cNvPr id="8" name="Google Shape;859;p62">
            <a:extLst>
              <a:ext uri="{FF2B5EF4-FFF2-40B4-BE49-F238E27FC236}">
                <a16:creationId xmlns:a16="http://schemas.microsoft.com/office/drawing/2014/main" id="{C5B59F0A-580E-8F9A-730C-2D2E97C0B0BE}"/>
              </a:ext>
            </a:extLst>
          </p:cNvPr>
          <p:cNvSpPr/>
          <p:nvPr/>
        </p:nvSpPr>
        <p:spPr>
          <a:xfrm flipH="1">
            <a:off x="17227473" y="30522"/>
            <a:ext cx="1082575" cy="1077425"/>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 name="Google Shape;833;p62">
            <a:extLst>
              <a:ext uri="{FF2B5EF4-FFF2-40B4-BE49-F238E27FC236}">
                <a16:creationId xmlns:a16="http://schemas.microsoft.com/office/drawing/2014/main" id="{1FCEDCEF-944C-00D9-2A2D-F35C79B305E7}"/>
              </a:ext>
            </a:extLst>
          </p:cNvPr>
          <p:cNvSpPr txBox="1"/>
          <p:nvPr/>
        </p:nvSpPr>
        <p:spPr>
          <a:xfrm>
            <a:off x="17204672" y="3573"/>
            <a:ext cx="1056007" cy="290770"/>
          </a:xfrm>
          <a:prstGeom prst="rect">
            <a:avLst/>
          </a:prstGeom>
          <a:noFill/>
          <a:ln>
            <a:noFill/>
          </a:ln>
        </p:spPr>
        <p:txBody>
          <a:bodyPr spcFirstLastPara="1" wrap="square" lIns="91425" tIns="45700" rIns="91425" bIns="45700" anchor="t" anchorCtr="0">
            <a:noAutofit/>
          </a:bodyPr>
          <a:lstStyle/>
          <a:p>
            <a:pPr marL="0" marR="0" lvl="0" indent="0" algn="ctr" rtl="0">
              <a:lnSpc>
                <a:spcPct val="107000"/>
              </a:lnSpc>
              <a:spcBef>
                <a:spcPts val="0"/>
              </a:spcBef>
              <a:spcAft>
                <a:spcPts val="0"/>
              </a:spcAft>
              <a:buClr>
                <a:srgbClr val="000000"/>
              </a:buClr>
              <a:buSzPts val="2700"/>
              <a:buFont typeface="Arial"/>
              <a:buNone/>
            </a:pPr>
            <a:r>
              <a:rPr lang="pt-BR" sz="1200" b="1" i="0" u="none" strike="noStrike" cap="none">
                <a:solidFill>
                  <a:schemeClr val="lt1"/>
                </a:solidFill>
                <a:latin typeface="Poppins"/>
                <a:ea typeface="Poppins"/>
                <a:cs typeface="Poppins"/>
                <a:sym typeface="Poppins"/>
              </a:rPr>
              <a:t>Vídeo</a:t>
            </a:r>
            <a:endParaRPr sz="1200"/>
          </a:p>
          <a:p>
            <a:pPr marL="0" marR="0" lvl="0" indent="0" algn="r" rtl="0">
              <a:lnSpc>
                <a:spcPct val="107000"/>
              </a:lnSpc>
              <a:spcBef>
                <a:spcPts val="1073"/>
              </a:spcBef>
              <a:spcAft>
                <a:spcPts val="0"/>
              </a:spcAft>
              <a:buClr>
                <a:srgbClr val="000000"/>
              </a:buClr>
              <a:buSzPts val="2700"/>
              <a:buFont typeface="Arial"/>
              <a:buNone/>
            </a:pPr>
            <a:endParaRPr sz="1200" b="0" i="0" u="none" strike="noStrike" cap="none">
              <a:solidFill>
                <a:schemeClr val="lt1"/>
              </a:solidFill>
              <a:latin typeface="Poppins Light"/>
              <a:ea typeface="Poppins Light"/>
              <a:cs typeface="Poppins Light"/>
              <a:sym typeface="Poppins Light"/>
            </a:endParaRPr>
          </a:p>
        </p:txBody>
      </p:sp>
      <p:pic>
        <p:nvPicPr>
          <p:cNvPr id="10" name="Gráfico 9">
            <a:extLst>
              <a:ext uri="{FF2B5EF4-FFF2-40B4-BE49-F238E27FC236}">
                <a16:creationId xmlns:a16="http://schemas.microsoft.com/office/drawing/2014/main" id="{608E9D82-1923-86FC-8BEE-2531DAD523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6102" y="323588"/>
            <a:ext cx="575928" cy="582188"/>
          </a:xfrm>
          <a:prstGeom prst="rect">
            <a:avLst/>
          </a:prstGeom>
        </p:spPr>
      </p:pic>
      <p:sp>
        <p:nvSpPr>
          <p:cNvPr id="2" name="Google Shape;117;p9">
            <a:extLst>
              <a:ext uri="{FF2B5EF4-FFF2-40B4-BE49-F238E27FC236}">
                <a16:creationId xmlns:a16="http://schemas.microsoft.com/office/drawing/2014/main" id="{30023805-CEE5-5861-4AF2-AFECD462CC10}"/>
              </a:ext>
            </a:extLst>
          </p:cNvPr>
          <p:cNvSpPr txBox="1">
            <a:spLocks noGrp="1"/>
          </p:cNvSpPr>
          <p:nvPr>
            <p:ph type="body" idx="2"/>
          </p:nvPr>
        </p:nvSpPr>
        <p:spPr>
          <a:xfrm>
            <a:off x="7692272" y="387838"/>
            <a:ext cx="9535201" cy="143652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900"/>
              </a:spcBef>
              <a:spcAft>
                <a:spcPts val="0"/>
              </a:spcAft>
              <a:buClr>
                <a:schemeClr val="lt1"/>
              </a:buClr>
              <a:buSzPts val="4500"/>
              <a:buFont typeface="Poppins"/>
              <a:buNone/>
              <a:defRPr sz="45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lt1"/>
              </a:buClr>
              <a:buSzPts val="2800"/>
              <a:buFont typeface="Poppins"/>
              <a:buChar char="–"/>
              <a:defRPr sz="2800"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lt1"/>
              </a:buClr>
              <a:buSzPts val="2400"/>
              <a:buFont typeface="Poppins"/>
              <a:buChar char="•"/>
              <a:defRPr sz="24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9pPr>
          </a:lstStyle>
          <a:p>
            <a:r>
              <a:rPr lang="pt-BR" dirty="0"/>
              <a:t>Containers, Docker e </a:t>
            </a:r>
            <a:r>
              <a:rPr lang="pt-BR" dirty="0" err="1"/>
              <a:t>Kubernetes</a:t>
            </a:r>
            <a:r>
              <a:rPr lang="pt-BR" dirty="0"/>
              <a:t> com Giovanni Bassi </a:t>
            </a:r>
            <a:endParaRPr dirty="0"/>
          </a:p>
        </p:txBody>
      </p:sp>
      <p:sp>
        <p:nvSpPr>
          <p:cNvPr id="3" name="Google Shape;116;p9">
            <a:extLst>
              <a:ext uri="{FF2B5EF4-FFF2-40B4-BE49-F238E27FC236}">
                <a16:creationId xmlns:a16="http://schemas.microsoft.com/office/drawing/2014/main" id="{C02857C6-05F6-E6DB-DB6E-10104B2C231A}"/>
              </a:ext>
            </a:extLst>
          </p:cNvPr>
          <p:cNvSpPr txBox="1">
            <a:spLocks noGrp="1"/>
          </p:cNvSpPr>
          <p:nvPr>
            <p:ph type="body" idx="1"/>
          </p:nvPr>
        </p:nvSpPr>
        <p:spPr>
          <a:xfrm>
            <a:off x="7692272" y="2171129"/>
            <a:ext cx="9830595" cy="1436521"/>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560"/>
              </a:spcBef>
              <a:spcAft>
                <a:spcPts val="0"/>
              </a:spcAft>
              <a:buClr>
                <a:schemeClr val="lt1"/>
              </a:buClr>
              <a:buSzPts val="2800"/>
              <a:buFont typeface="Poppins"/>
              <a:buNone/>
              <a:defRPr sz="2800" b="0" i="0" u="none" strike="noStrike" cap="none">
                <a:solidFill>
                  <a:schemeClr val="lt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lt1"/>
              </a:buClr>
              <a:buSzPts val="2800"/>
              <a:buFont typeface="Poppins"/>
              <a:buChar char="–"/>
              <a:defRPr sz="2800"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lt1"/>
              </a:buClr>
              <a:buSzPts val="2400"/>
              <a:buFont typeface="Poppins"/>
              <a:buChar char="•"/>
              <a:defRPr sz="24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9pPr>
          </a:lstStyle>
          <a:p>
            <a:r>
              <a:rPr lang="pt-BR" sz="2400" dirty="0">
                <a:latin typeface="Poppins" pitchFamily="2" charset="77"/>
                <a:cs typeface="Poppins" pitchFamily="2" charset="77"/>
              </a:rPr>
              <a:t> Você sabe como eles funcionam?</a:t>
            </a:r>
          </a:p>
        </p:txBody>
      </p:sp>
      <p:sp>
        <p:nvSpPr>
          <p:cNvPr id="5" name="Google Shape;139;p11">
            <a:extLst>
              <a:ext uri="{FF2B5EF4-FFF2-40B4-BE49-F238E27FC236}">
                <a16:creationId xmlns:a16="http://schemas.microsoft.com/office/drawing/2014/main" id="{387108E1-5E61-2278-D210-00E8A2FB1D78}"/>
              </a:ext>
            </a:extLst>
          </p:cNvPr>
          <p:cNvSpPr txBox="1">
            <a:spLocks noGrp="1"/>
          </p:cNvSpPr>
          <p:nvPr>
            <p:ph type="body" idx="11"/>
          </p:nvPr>
        </p:nvSpPr>
        <p:spPr>
          <a:xfrm>
            <a:off x="7692272" y="8957839"/>
            <a:ext cx="9829800" cy="482183"/>
          </a:xfrm>
          <a:prstGeom prst="rect">
            <a:avLst/>
          </a:prstGeom>
          <a:noFill/>
          <a:ln>
            <a:noFill/>
          </a:ln>
        </p:spPr>
        <p:txBody>
          <a:bodyPr spcFirstLastPara="1" wrap="square" lIns="0" tIns="0" rIns="0" bIns="0" anchor="t" anchorCtr="0">
            <a:spAutoFit/>
          </a:bodyPr>
          <a:lstStyle>
            <a:lvl1pPr marL="0" marR="0" lvl="0" indent="0" algn="l" rtl="0">
              <a:lnSpc>
                <a:spcPct val="100000"/>
              </a:lnSpc>
              <a:spcBef>
                <a:spcPts val="360"/>
              </a:spcBef>
              <a:spcAft>
                <a:spcPts val="0"/>
              </a:spcAft>
              <a:buClr>
                <a:schemeClr val="dk1"/>
              </a:buClr>
              <a:buSzPts val="1200"/>
              <a:buFont typeface="Poppins"/>
              <a:buNone/>
              <a:defRPr sz="1400" b="0" i="0" u="none" strike="noStrike" cap="none">
                <a:solidFill>
                  <a:schemeClr val="bg1"/>
                </a:solidFill>
                <a:latin typeface="Poppins Light" pitchFamily="2" charset="77"/>
                <a:ea typeface="Poppins Light" pitchFamily="2" charset="77"/>
                <a:cs typeface="Poppins Light" pitchFamily="2" charset="77"/>
                <a:sym typeface="Poppins Light"/>
              </a:defRPr>
            </a:lvl1pPr>
            <a:lvl2pPr marL="914400" marR="0" lvl="1" indent="-304800" algn="l" rtl="0">
              <a:lnSpc>
                <a:spcPct val="100000"/>
              </a:lnSpc>
              <a:spcBef>
                <a:spcPts val="56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48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9pPr>
          </a:lstStyle>
          <a:p>
            <a:r>
              <a:rPr lang="pt-BR" dirty="0">
                <a:latin typeface="Poppins" panose="00000500000000000000" pitchFamily="2" charset="0"/>
                <a:cs typeface="Poppins" panose="00000500000000000000" pitchFamily="2" charset="0"/>
              </a:rPr>
              <a:t>ALURA. </a:t>
            </a:r>
            <a:r>
              <a:rPr lang="pt-BR" b="1" dirty="0">
                <a:latin typeface="Poppins" panose="00000500000000000000" pitchFamily="2" charset="0"/>
                <a:cs typeface="Poppins" panose="00000500000000000000" pitchFamily="2" charset="0"/>
              </a:rPr>
              <a:t>Containers, Docker e </a:t>
            </a:r>
            <a:r>
              <a:rPr lang="pt-BR" b="1" dirty="0" err="1">
                <a:latin typeface="Poppins" panose="00000500000000000000" pitchFamily="2" charset="0"/>
                <a:cs typeface="Poppins" panose="00000500000000000000" pitchFamily="2" charset="0"/>
              </a:rPr>
              <a:t>Kubernetes</a:t>
            </a:r>
            <a:r>
              <a:rPr lang="pt-BR" b="1" dirty="0">
                <a:latin typeface="Poppins" panose="00000500000000000000" pitchFamily="2" charset="0"/>
                <a:cs typeface="Poppins" panose="00000500000000000000" pitchFamily="2" charset="0"/>
              </a:rPr>
              <a:t> com Giovanni Bassi | #HipstersPontoTube</a:t>
            </a:r>
            <a:r>
              <a:rPr lang="pt-BR" dirty="0">
                <a:latin typeface="Poppins" panose="00000500000000000000" pitchFamily="2" charset="0"/>
                <a:cs typeface="Poppins" panose="00000500000000000000" pitchFamily="2" charset="0"/>
              </a:rPr>
              <a:t>. Disponível em: </a:t>
            </a:r>
            <a:r>
              <a:rPr lang="pt-BR" dirty="0">
                <a:latin typeface="Poppins" panose="00000500000000000000" pitchFamily="2" charset="0"/>
                <a:cs typeface="Poppins" panose="00000500000000000000" pitchFamily="2" charset="0"/>
                <a:hlinkClick r:id="rId5"/>
              </a:rPr>
              <a:t>https://www.youtube.com/</a:t>
            </a:r>
            <a:r>
              <a:rPr lang="pt-BR" dirty="0" err="1">
                <a:latin typeface="Poppins" panose="00000500000000000000" pitchFamily="2" charset="0"/>
                <a:cs typeface="Poppins" panose="00000500000000000000" pitchFamily="2" charset="0"/>
                <a:hlinkClick r:id="rId5"/>
              </a:rPr>
              <a:t>watch?v</a:t>
            </a:r>
            <a:r>
              <a:rPr lang="pt-BR" dirty="0">
                <a:latin typeface="Poppins" panose="00000500000000000000" pitchFamily="2" charset="0"/>
                <a:cs typeface="Poppins" panose="00000500000000000000" pitchFamily="2" charset="0"/>
                <a:hlinkClick r:id="rId5"/>
              </a:rPr>
              <a:t>=wxLvvMxzc1Q</a:t>
            </a:r>
            <a:r>
              <a:rPr lang="pt-BR" dirty="0">
                <a:latin typeface="Poppins" panose="00000500000000000000" pitchFamily="2" charset="0"/>
                <a:cs typeface="Poppins" panose="00000500000000000000" pitchFamily="2" charset="0"/>
              </a:rPr>
              <a:t>. Acesso em: 14 abr. 2025.</a:t>
            </a:r>
          </a:p>
        </p:txBody>
      </p:sp>
      <p:pic>
        <p:nvPicPr>
          <p:cNvPr id="4" name="Mídia Online 3" title="Containers, Docker e Kubernetes com Giovanni Bassi | #HipstersPontoTube">
            <a:hlinkClick r:id="" action="ppaction://media"/>
            <a:extLst>
              <a:ext uri="{FF2B5EF4-FFF2-40B4-BE49-F238E27FC236}">
                <a16:creationId xmlns:a16="http://schemas.microsoft.com/office/drawing/2014/main" id="{1D95F277-220E-E3A1-E77F-00149ECCD180}"/>
              </a:ext>
            </a:extLst>
          </p:cNvPr>
          <p:cNvPicPr>
            <a:picLocks noRot="1" noChangeAspect="1"/>
          </p:cNvPicPr>
          <p:nvPr>
            <a:videoFile r:link="rId1"/>
          </p:nvPr>
        </p:nvPicPr>
        <p:blipFill>
          <a:blip r:embed="rId6"/>
          <a:stretch>
            <a:fillRect/>
          </a:stretch>
        </p:blipFill>
        <p:spPr>
          <a:xfrm>
            <a:off x="7608760" y="2887540"/>
            <a:ext cx="10160000" cy="5740400"/>
          </a:xfrm>
          <a:prstGeom prst="rect">
            <a:avLst/>
          </a:prstGeom>
        </p:spPr>
      </p:pic>
      <p:sp>
        <p:nvSpPr>
          <p:cNvPr id="6" name="Retângulo 5">
            <a:hlinkClick r:id="rId5"/>
            <a:extLst>
              <a:ext uri="{FF2B5EF4-FFF2-40B4-BE49-F238E27FC236}">
                <a16:creationId xmlns:a16="http://schemas.microsoft.com/office/drawing/2014/main" id="{DD38675C-7BF4-F16D-7488-6D00C678814B}"/>
              </a:ext>
            </a:extLst>
          </p:cNvPr>
          <p:cNvSpPr/>
          <p:nvPr/>
        </p:nvSpPr>
        <p:spPr>
          <a:xfrm>
            <a:off x="7608760" y="2887540"/>
            <a:ext cx="10160000" cy="5740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864610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18EA3-028A-3523-A387-FADC8AC77316}"/>
            </a:ext>
          </a:extLst>
        </p:cNvPr>
        <p:cNvGrpSpPr/>
        <p:nvPr/>
      </p:nvGrpSpPr>
      <p:grpSpPr>
        <a:xfrm>
          <a:off x="0" y="0"/>
          <a:ext cx="0" cy="0"/>
          <a:chOff x="0" y="0"/>
          <a:chExt cx="0" cy="0"/>
        </a:xfrm>
      </p:grpSpPr>
      <p:sp>
        <p:nvSpPr>
          <p:cNvPr id="2" name="Espaço Reservado para Texto 1">
            <a:extLst>
              <a:ext uri="{FF2B5EF4-FFF2-40B4-BE49-F238E27FC236}">
                <a16:creationId xmlns:a16="http://schemas.microsoft.com/office/drawing/2014/main" id="{7B3131E2-7F8D-4544-9420-C8BECE38C4DE}"/>
              </a:ext>
            </a:extLst>
          </p:cNvPr>
          <p:cNvSpPr>
            <a:spLocks noGrp="1"/>
          </p:cNvSpPr>
          <p:nvPr>
            <p:ph type="body" idx="4294967295"/>
          </p:nvPr>
        </p:nvSpPr>
        <p:spPr>
          <a:xfrm>
            <a:off x="5445586" y="603791"/>
            <a:ext cx="3698414" cy="783049"/>
          </a:xfrm>
          <a:prstGeom prst="rect">
            <a:avLst/>
          </a:prstGeom>
        </p:spPr>
        <p:txBody>
          <a:bodyPr>
            <a:normAutofit/>
          </a:bodyPr>
          <a:lstStyle/>
          <a:p>
            <a:r>
              <a:rPr lang="pt-BR" sz="4500" b="1">
                <a:solidFill>
                  <a:srgbClr val="FF161F"/>
                </a:solidFill>
                <a:latin typeface="Poppins" pitchFamily="2" charset="77"/>
                <a:cs typeface="Poppins" pitchFamily="2" charset="77"/>
              </a:rPr>
              <a:t>Situação</a:t>
            </a:r>
          </a:p>
        </p:txBody>
      </p:sp>
      <p:sp>
        <p:nvSpPr>
          <p:cNvPr id="12" name="Google Shape;675;p19">
            <a:extLst>
              <a:ext uri="{FF2B5EF4-FFF2-40B4-BE49-F238E27FC236}">
                <a16:creationId xmlns:a16="http://schemas.microsoft.com/office/drawing/2014/main" id="{477F85F4-BA96-B87A-9B32-15DC6DC1425C}"/>
              </a:ext>
            </a:extLst>
          </p:cNvPr>
          <p:cNvSpPr txBox="1"/>
          <p:nvPr/>
        </p:nvSpPr>
        <p:spPr>
          <a:xfrm>
            <a:off x="931490" y="995315"/>
            <a:ext cx="2613797" cy="13849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400"/>
              <a:buFont typeface="Arial"/>
              <a:buNone/>
            </a:pPr>
            <a:r>
              <a:rPr lang="pt-BR" sz="3500" u="none" strike="noStrike" cap="none">
                <a:solidFill>
                  <a:schemeClr val="lt1"/>
                </a:solidFill>
                <a:latin typeface="Poppins Light" pitchFamily="2" charset="77"/>
                <a:ea typeface="Poppins"/>
                <a:cs typeface="Poppins Light" pitchFamily="2" charset="77"/>
                <a:sym typeface="Poppins"/>
              </a:rPr>
              <a:t>Ser </a:t>
            </a:r>
            <a:endParaRPr sz="3500" u="none" strike="noStrike" cap="none">
              <a:solidFill>
                <a:srgbClr val="000000"/>
              </a:solidFill>
              <a:latin typeface="Poppins Light" pitchFamily="2" charset="77"/>
              <a:cs typeface="Poppins Light" pitchFamily="2" charset="77"/>
              <a:sym typeface="Arial"/>
            </a:endParaRPr>
          </a:p>
          <a:p>
            <a:pPr marL="0" marR="0" lvl="0" indent="0" algn="l" rtl="0">
              <a:lnSpc>
                <a:spcPct val="100000"/>
              </a:lnSpc>
              <a:spcBef>
                <a:spcPts val="0"/>
              </a:spcBef>
              <a:spcAft>
                <a:spcPts val="0"/>
              </a:spcAft>
              <a:buClr>
                <a:srgbClr val="000000"/>
              </a:buClr>
              <a:buSzPts val="4400"/>
              <a:buFont typeface="Arial"/>
              <a:buNone/>
            </a:pPr>
            <a:r>
              <a:rPr lang="pt-BR" sz="3500" b="1" i="0" u="none" strike="noStrike" cap="none">
                <a:solidFill>
                  <a:schemeClr val="lt1"/>
                </a:solidFill>
                <a:latin typeface="Poppins"/>
                <a:ea typeface="Poppins"/>
                <a:cs typeface="Poppins"/>
                <a:sym typeface="Poppins"/>
              </a:rPr>
              <a:t>sempre +</a:t>
            </a:r>
            <a:endParaRPr sz="35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 name="Espaço Reservado para Texto 18">
            <a:extLst>
              <a:ext uri="{FF2B5EF4-FFF2-40B4-BE49-F238E27FC236}">
                <a16:creationId xmlns:a16="http://schemas.microsoft.com/office/drawing/2014/main" id="{ED460CE9-DBB3-7029-BD10-667BE425312F}"/>
              </a:ext>
            </a:extLst>
          </p:cNvPr>
          <p:cNvSpPr>
            <a:spLocks noGrp="1"/>
          </p:cNvSpPr>
          <p:nvPr>
            <p:ph type="body" sz="quarter" idx="4294967295"/>
          </p:nvPr>
        </p:nvSpPr>
        <p:spPr>
          <a:xfrm>
            <a:off x="5505647" y="1626049"/>
            <a:ext cx="11666757" cy="3540260"/>
          </a:xfrm>
          <a:prstGeom prst="rect">
            <a:avLst/>
          </a:prstGeom>
        </p:spPr>
        <p:txBody>
          <a:bodyPr/>
          <a:lstStyle>
            <a:lvl1pPr>
              <a:defRPr sz="2400">
                <a:latin typeface="Poppins" pitchFamily="2" charset="77"/>
                <a:cs typeface="Poppins" pitchFamily="2" charset="77"/>
              </a:defRPr>
            </a:lvl1pPr>
          </a:lstStyle>
          <a:p>
            <a:r>
              <a:rPr lang="pt-BR" dirty="0"/>
              <a:t>Você é parte de uma equipe de </a:t>
            </a:r>
            <a:r>
              <a:rPr lang="pt-BR" dirty="0" err="1"/>
              <a:t>DevOps</a:t>
            </a:r>
            <a:r>
              <a:rPr lang="pt-BR" dirty="0"/>
              <a:t> responsável por migrar um sistema legado para um ambiente moderno utilizando containers. A equipe enfrenta um prazo apertado, e um dos membros, responsável pela configuração do banco de dados no </a:t>
            </a:r>
            <a:r>
              <a:rPr lang="pt-BR" dirty="0" err="1"/>
              <a:t>Kubernetes</a:t>
            </a:r>
            <a:r>
              <a:rPr lang="pt-BR" dirty="0"/>
              <a:t>, expressa preocupação em lidar com </a:t>
            </a:r>
            <a:r>
              <a:rPr lang="pt-BR" dirty="0" err="1"/>
              <a:t>persistent</a:t>
            </a:r>
            <a:r>
              <a:rPr lang="pt-BR" dirty="0"/>
              <a:t> volumes (</a:t>
            </a:r>
            <a:r>
              <a:rPr lang="pt-BR" dirty="0" err="1"/>
              <a:t>PVs</a:t>
            </a:r>
            <a:r>
              <a:rPr lang="pt-BR" dirty="0"/>
              <a:t>) e </a:t>
            </a:r>
            <a:r>
              <a:rPr lang="pt-BR" dirty="0" err="1"/>
              <a:t>claims</a:t>
            </a:r>
            <a:r>
              <a:rPr lang="pt-BR" dirty="0"/>
              <a:t> (</a:t>
            </a:r>
            <a:r>
              <a:rPr lang="pt-BR" dirty="0" err="1"/>
              <a:t>PVCs</a:t>
            </a:r>
            <a:r>
              <a:rPr lang="pt-BR" dirty="0"/>
              <a:t>), pois é sua primeira vez configurando esse recurso. Além disso, houve um desentendimento sobre a prioridade das tarefas: enquanto um grupo insiste que o foco inicial deve ser no pipeline de testes, outros defendem que a persistência de dados deve ser resolvida imediatamente para evitar atrasos.</a:t>
            </a:r>
          </a:p>
        </p:txBody>
      </p:sp>
      <p:sp>
        <p:nvSpPr>
          <p:cNvPr id="5" name="Espaço Reservado para Texto 2">
            <a:extLst>
              <a:ext uri="{FF2B5EF4-FFF2-40B4-BE49-F238E27FC236}">
                <a16:creationId xmlns:a16="http://schemas.microsoft.com/office/drawing/2014/main" id="{3BA6EF1F-78E7-467A-FA9B-A0D9D97F5AE9}"/>
              </a:ext>
            </a:extLst>
          </p:cNvPr>
          <p:cNvSpPr txBox="1">
            <a:spLocks/>
          </p:cNvSpPr>
          <p:nvPr/>
        </p:nvSpPr>
        <p:spPr>
          <a:xfrm>
            <a:off x="5445586" y="6124914"/>
            <a:ext cx="11546634" cy="1400608"/>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pt-BR" sz="2400" dirty="0">
                <a:latin typeface="Poppins" panose="00000500000000000000" pitchFamily="2" charset="0"/>
                <a:cs typeface="Poppins" panose="00000500000000000000" pitchFamily="2" charset="0"/>
              </a:rPr>
              <a:t>Como líder da tarefa, você precisará lidar com a insegurança técnica de um membro da equipe, ajudando-o a entender os conceitos de </a:t>
            </a:r>
            <a:r>
              <a:rPr lang="pt-BR" sz="2400" dirty="0" err="1">
                <a:latin typeface="Poppins" panose="00000500000000000000" pitchFamily="2" charset="0"/>
                <a:cs typeface="Poppins" panose="00000500000000000000" pitchFamily="2" charset="0"/>
              </a:rPr>
              <a:t>PVs</a:t>
            </a:r>
            <a:r>
              <a:rPr lang="pt-BR" sz="2400" dirty="0">
                <a:latin typeface="Poppins" panose="00000500000000000000" pitchFamily="2" charset="0"/>
                <a:cs typeface="Poppins" panose="00000500000000000000" pitchFamily="2" charset="0"/>
              </a:rPr>
              <a:t> e </a:t>
            </a:r>
            <a:r>
              <a:rPr lang="pt-BR" sz="2400" dirty="0" err="1">
                <a:latin typeface="Poppins" panose="00000500000000000000" pitchFamily="2" charset="0"/>
                <a:cs typeface="Poppins" panose="00000500000000000000" pitchFamily="2" charset="0"/>
              </a:rPr>
              <a:t>PVCs</a:t>
            </a:r>
            <a:r>
              <a:rPr lang="pt-BR" sz="2400" dirty="0">
                <a:latin typeface="Poppins" panose="00000500000000000000" pitchFamily="2" charset="0"/>
                <a:cs typeface="Poppins" panose="00000500000000000000" pitchFamily="2" charset="0"/>
              </a:rPr>
              <a:t> enquanto mantém o progresso do projeto.</a:t>
            </a:r>
          </a:p>
          <a:p>
            <a:endParaRPr lang="pt-BR" sz="2400" dirty="0">
              <a:latin typeface="Poppins" panose="00000500000000000000" pitchFamily="2" charset="0"/>
              <a:cs typeface="Poppins" panose="00000500000000000000" pitchFamily="2" charset="0"/>
            </a:endParaRPr>
          </a:p>
        </p:txBody>
      </p:sp>
      <p:sp>
        <p:nvSpPr>
          <p:cNvPr id="6" name="Espaço Reservado para Texto 3">
            <a:extLst>
              <a:ext uri="{FF2B5EF4-FFF2-40B4-BE49-F238E27FC236}">
                <a16:creationId xmlns:a16="http://schemas.microsoft.com/office/drawing/2014/main" id="{5C1E0F7C-13EC-9D7F-53C6-2E31FB598B47}"/>
              </a:ext>
            </a:extLst>
          </p:cNvPr>
          <p:cNvSpPr txBox="1">
            <a:spLocks/>
          </p:cNvSpPr>
          <p:nvPr/>
        </p:nvSpPr>
        <p:spPr>
          <a:xfrm>
            <a:off x="5393800" y="5226770"/>
            <a:ext cx="3146425" cy="7302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000" b="1" i="0" u="none" strike="noStrike" cap="none">
                <a:solidFill>
                  <a:srgbClr val="FF161F"/>
                </a:solidFill>
                <a:latin typeface="Poppins" pitchFamily="2" charset="77"/>
                <a:ea typeface="Arial"/>
                <a:cs typeface="Poppins" pitchFamily="2" charset="77"/>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pt-BR" sz="4500"/>
              <a:t>Ação</a:t>
            </a:r>
          </a:p>
        </p:txBody>
      </p:sp>
      <p:sp>
        <p:nvSpPr>
          <p:cNvPr id="7" name="Triângulo 12">
            <a:extLst>
              <a:ext uri="{FF2B5EF4-FFF2-40B4-BE49-F238E27FC236}">
                <a16:creationId xmlns:a16="http://schemas.microsoft.com/office/drawing/2014/main" id="{0BA42235-C702-7EC4-29B5-61829798B055}"/>
              </a:ext>
            </a:extLst>
          </p:cNvPr>
          <p:cNvSpPr/>
          <p:nvPr/>
        </p:nvSpPr>
        <p:spPr>
          <a:xfrm rot="5400000">
            <a:off x="5571499" y="7690333"/>
            <a:ext cx="293855" cy="235305"/>
          </a:xfrm>
          <a:prstGeom prst="triangle">
            <a:avLst/>
          </a:prstGeom>
          <a:solidFill>
            <a:srgbClr val="529AC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a:p>
        </p:txBody>
      </p:sp>
      <p:sp>
        <p:nvSpPr>
          <p:cNvPr id="8" name="Espaço Reservado para Texto 2">
            <a:extLst>
              <a:ext uri="{FF2B5EF4-FFF2-40B4-BE49-F238E27FC236}">
                <a16:creationId xmlns:a16="http://schemas.microsoft.com/office/drawing/2014/main" id="{E69431E9-1D08-F767-9F9C-DF473D52AE54}"/>
              </a:ext>
            </a:extLst>
          </p:cNvPr>
          <p:cNvSpPr txBox="1">
            <a:spLocks/>
          </p:cNvSpPr>
          <p:nvPr/>
        </p:nvSpPr>
        <p:spPr>
          <a:xfrm>
            <a:off x="6000200" y="7560518"/>
            <a:ext cx="12123675" cy="1794448"/>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pt-BR" sz="2400" dirty="0">
                <a:latin typeface="Poppins" panose="00000500000000000000" pitchFamily="2" charset="0"/>
                <a:cs typeface="Poppins" panose="00000500000000000000" pitchFamily="2" charset="0"/>
              </a:rPr>
              <a:t>Como você lidaria com o desentendimento sobre as prioridades da equipe?</a:t>
            </a:r>
          </a:p>
          <a:p>
            <a:endParaRPr lang="pt-BR" sz="2400" dirty="0">
              <a:latin typeface="Poppins" panose="00000500000000000000" pitchFamily="2" charset="0"/>
              <a:cs typeface="Poppins" panose="00000500000000000000" pitchFamily="2" charset="0"/>
            </a:endParaRPr>
          </a:p>
          <a:p>
            <a:r>
              <a:rPr lang="pt-BR" sz="2400" dirty="0">
                <a:latin typeface="Poppins" panose="00000500000000000000" pitchFamily="2" charset="0"/>
                <a:cs typeface="Poppins" panose="00000500000000000000" pitchFamily="2" charset="0"/>
              </a:rPr>
              <a:t>Quais estratégias você utilizaria para apoiar o colega que está inseguro, e como isso impactaria o desempenho e a confiança da equipe no projeto?</a:t>
            </a:r>
          </a:p>
        </p:txBody>
      </p:sp>
      <p:sp>
        <p:nvSpPr>
          <p:cNvPr id="9" name="Triângulo 12">
            <a:extLst>
              <a:ext uri="{FF2B5EF4-FFF2-40B4-BE49-F238E27FC236}">
                <a16:creationId xmlns:a16="http://schemas.microsoft.com/office/drawing/2014/main" id="{8955966F-510C-51A1-FA21-5D2A495EB71A}"/>
              </a:ext>
            </a:extLst>
          </p:cNvPr>
          <p:cNvSpPr/>
          <p:nvPr/>
        </p:nvSpPr>
        <p:spPr>
          <a:xfrm rot="5400000">
            <a:off x="5571498" y="8347691"/>
            <a:ext cx="293855" cy="235305"/>
          </a:xfrm>
          <a:prstGeom prst="triangle">
            <a:avLst/>
          </a:prstGeom>
          <a:solidFill>
            <a:srgbClr val="529AC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a:p>
        </p:txBody>
      </p:sp>
      <p:sp>
        <p:nvSpPr>
          <p:cNvPr id="3" name="CaixaDeTexto 2">
            <a:extLst>
              <a:ext uri="{FF2B5EF4-FFF2-40B4-BE49-F238E27FC236}">
                <a16:creationId xmlns:a16="http://schemas.microsoft.com/office/drawing/2014/main" id="{98912A88-7E18-C3C3-C04E-3C4C1ADFB8A1}"/>
              </a:ext>
            </a:extLst>
          </p:cNvPr>
          <p:cNvSpPr txBox="1"/>
          <p:nvPr/>
        </p:nvSpPr>
        <p:spPr>
          <a:xfrm>
            <a:off x="5349947" y="9679667"/>
            <a:ext cx="6646046" cy="307736"/>
          </a:xfrm>
          <a:prstGeom prst="rect">
            <a:avLst/>
          </a:prstGeom>
          <a:noFill/>
          <a:ln>
            <a:noFill/>
          </a:ln>
        </p:spPr>
        <p:txBody>
          <a:bodyPr rot="0" spcFirstLastPara="1" vertOverflow="overflow" horzOverflow="overflow" vert="horz" wrap="square" lIns="91425" tIns="45700" rIns="91425" bIns="45700" numCol="1" spcCol="0" rtlCol="0" fromWordArt="0" anchor="t" anchorCtr="0" forceAA="0" compatLnSpc="1">
            <a:prstTxWarp prst="textNoShape">
              <a:avLst/>
            </a:prstTxWarp>
            <a:spAutoFit/>
          </a:bodyPr>
          <a:lstStyle/>
          <a:p>
            <a:r>
              <a:rPr lang="pt-BR" dirty="0">
                <a:latin typeface="Poppins" panose="00000500000000000000" pitchFamily="2" charset="0"/>
                <a:cs typeface="Poppins" panose="00000500000000000000" pitchFamily="2" charset="0"/>
              </a:rPr>
              <a:t>Situação fictícia produzida pela SEDUC-SP.</a:t>
            </a:r>
          </a:p>
        </p:txBody>
      </p:sp>
    </p:spTree>
    <p:extLst>
      <p:ext uri="{BB962C8B-B14F-4D97-AF65-F5344CB8AC3E}">
        <p14:creationId xmlns:p14="http://schemas.microsoft.com/office/powerpoint/2010/main" val="1003008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25">
          <a:extLst>
            <a:ext uri="{FF2B5EF4-FFF2-40B4-BE49-F238E27FC236}">
              <a16:creationId xmlns:a16="http://schemas.microsoft.com/office/drawing/2014/main" id="{00F765D8-99DE-2A83-E736-0AFC49BC4DA2}"/>
            </a:ext>
          </a:extLst>
        </p:cNvPr>
        <p:cNvGrpSpPr/>
        <p:nvPr/>
      </p:nvGrpSpPr>
      <p:grpSpPr>
        <a:xfrm>
          <a:off x="0" y="0"/>
          <a:ext cx="0" cy="0"/>
          <a:chOff x="0" y="0"/>
          <a:chExt cx="0" cy="0"/>
        </a:xfrm>
      </p:grpSpPr>
      <p:sp>
        <p:nvSpPr>
          <p:cNvPr id="6" name="Espaço Reservado para Texto 5">
            <a:extLst>
              <a:ext uri="{FF2B5EF4-FFF2-40B4-BE49-F238E27FC236}">
                <a16:creationId xmlns:a16="http://schemas.microsoft.com/office/drawing/2014/main" id="{F961B4F0-12EC-E2F2-C0DD-1EBE393A91A4}"/>
              </a:ext>
            </a:extLst>
          </p:cNvPr>
          <p:cNvSpPr>
            <a:spLocks noGrp="1"/>
          </p:cNvSpPr>
          <p:nvPr>
            <p:ph type="body" idx="2"/>
          </p:nvPr>
        </p:nvSpPr>
        <p:spPr>
          <a:xfrm>
            <a:off x="7301898" y="2716263"/>
            <a:ext cx="9531863" cy="1436400"/>
          </a:xfrm>
        </p:spPr>
        <p:txBody>
          <a:bodyPr>
            <a:normAutofit/>
          </a:bodyPr>
          <a:lstStyle/>
          <a:p>
            <a:pPr marL="0" indent="0"/>
            <a:r>
              <a:rPr lang="pt-BR" sz="2400" dirty="0"/>
              <a:t>Aprendemos o conceito de containers e como eles facilitam a rotina dos times de desenvolvimento e operações.</a:t>
            </a:r>
            <a:endParaRPr lang="pt-BR" sz="2400" dirty="0">
              <a:latin typeface="Poppins" pitchFamily="2" charset="77"/>
              <a:cs typeface="Poppins" pitchFamily="2" charset="77"/>
            </a:endParaRPr>
          </a:p>
        </p:txBody>
      </p:sp>
      <p:sp>
        <p:nvSpPr>
          <p:cNvPr id="7" name="Espaço Reservado para Texto 6">
            <a:extLst>
              <a:ext uri="{FF2B5EF4-FFF2-40B4-BE49-F238E27FC236}">
                <a16:creationId xmlns:a16="http://schemas.microsoft.com/office/drawing/2014/main" id="{5C1AB578-B64F-815F-9CC9-04A9D46F2868}"/>
              </a:ext>
            </a:extLst>
          </p:cNvPr>
          <p:cNvSpPr>
            <a:spLocks noGrp="1"/>
          </p:cNvSpPr>
          <p:nvPr>
            <p:ph type="body" idx="3"/>
          </p:nvPr>
        </p:nvSpPr>
        <p:spPr>
          <a:xfrm>
            <a:off x="7301898" y="4482040"/>
            <a:ext cx="9531863" cy="1436400"/>
          </a:xfrm>
        </p:spPr>
        <p:txBody>
          <a:bodyPr>
            <a:noAutofit/>
          </a:bodyPr>
          <a:lstStyle/>
          <a:p>
            <a:pPr marL="0" indent="0"/>
            <a:r>
              <a:rPr lang="pt-BR" sz="2400" dirty="0"/>
              <a:t>Compreendemos que existem plataformas que constroem e gerenciam os containers e como elas estão promovendo inovações tecnológicas.</a:t>
            </a:r>
            <a:endParaRPr lang="pt-BR" sz="2400" dirty="0">
              <a:latin typeface="Poppins" pitchFamily="2" charset="77"/>
              <a:cs typeface="Poppins" pitchFamily="2" charset="77"/>
            </a:endParaRPr>
          </a:p>
        </p:txBody>
      </p:sp>
      <p:sp>
        <p:nvSpPr>
          <p:cNvPr id="8" name="Espaço Reservado para Texto 7">
            <a:extLst>
              <a:ext uri="{FF2B5EF4-FFF2-40B4-BE49-F238E27FC236}">
                <a16:creationId xmlns:a16="http://schemas.microsoft.com/office/drawing/2014/main" id="{FE1B0984-4E19-7545-B025-4C4C1638EDB1}"/>
              </a:ext>
            </a:extLst>
          </p:cNvPr>
          <p:cNvSpPr>
            <a:spLocks noGrp="1"/>
          </p:cNvSpPr>
          <p:nvPr>
            <p:ph type="body" idx="4"/>
          </p:nvPr>
        </p:nvSpPr>
        <p:spPr>
          <a:xfrm>
            <a:off x="7301898" y="6318155"/>
            <a:ext cx="9531863" cy="937294"/>
          </a:xfrm>
        </p:spPr>
        <p:txBody>
          <a:bodyPr>
            <a:normAutofit/>
          </a:bodyPr>
          <a:lstStyle/>
          <a:p>
            <a:pPr marL="0" indent="0"/>
            <a:r>
              <a:rPr lang="pt-BR" sz="2400" dirty="0">
                <a:latin typeface="Poppins"/>
                <a:cs typeface="Poppins"/>
              </a:rPr>
              <a:t>Compreendemos o Docker e o </a:t>
            </a:r>
            <a:r>
              <a:rPr lang="pt-BR" sz="2400" dirty="0" err="1">
                <a:latin typeface="Poppins"/>
                <a:cs typeface="Poppins"/>
              </a:rPr>
              <a:t>Kubernets</a:t>
            </a:r>
            <a:r>
              <a:rPr lang="pt-BR" sz="2400" dirty="0">
                <a:latin typeface="Poppins"/>
                <a:cs typeface="Poppins"/>
              </a:rPr>
              <a:t>, identificando suas características, suas diferenças e seu funcionamento. </a:t>
            </a:r>
          </a:p>
        </p:txBody>
      </p:sp>
      <p:sp>
        <p:nvSpPr>
          <p:cNvPr id="3" name="Google Shape;741;p22">
            <a:extLst>
              <a:ext uri="{FF2B5EF4-FFF2-40B4-BE49-F238E27FC236}">
                <a16:creationId xmlns:a16="http://schemas.microsoft.com/office/drawing/2014/main" id="{99EAAB3A-500F-3303-113F-2DE38B40643E}"/>
              </a:ext>
            </a:extLst>
          </p:cNvPr>
          <p:cNvSpPr txBox="1">
            <a:spLocks/>
          </p:cNvSpPr>
          <p:nvPr/>
        </p:nvSpPr>
        <p:spPr>
          <a:xfrm>
            <a:off x="7015381" y="1101032"/>
            <a:ext cx="8160900" cy="842068"/>
          </a:xfrm>
          <a:prstGeom prst="rect">
            <a:avLst/>
          </a:prstGeom>
          <a:noFill/>
          <a:ln>
            <a:noFill/>
          </a:ln>
        </p:spPr>
        <p:txBody>
          <a:bodyPr spcFirstLastPara="1" wrap="square" lIns="91425" tIns="45700" rIns="91425" bIns="45700" anchor="t" anchorCtr="0">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spcBef>
                <a:spcPts val="900"/>
              </a:spcBef>
              <a:buClr>
                <a:schemeClr val="dk1"/>
              </a:buClr>
              <a:buSzPts val="4500"/>
              <a:buFont typeface="Poppins"/>
              <a:buNone/>
            </a:pPr>
            <a:r>
              <a:rPr lang="pt-BR" sz="4500" b="1">
                <a:solidFill>
                  <a:srgbClr val="FF161F"/>
                </a:solidFill>
                <a:latin typeface="Poppins"/>
                <a:ea typeface="Poppins"/>
                <a:cs typeface="Poppins"/>
                <a:sym typeface="Poppins"/>
              </a:rPr>
              <a:t>Então ficamos assim...</a:t>
            </a:r>
          </a:p>
        </p:txBody>
      </p:sp>
    </p:spTree>
    <p:extLst>
      <p:ext uri="{BB962C8B-B14F-4D97-AF65-F5344CB8AC3E}">
        <p14:creationId xmlns:p14="http://schemas.microsoft.com/office/powerpoint/2010/main" val="3839611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3" name="Google Shape;721;p53">
            <a:extLst>
              <a:ext uri="{FF2B5EF4-FFF2-40B4-BE49-F238E27FC236}">
                <a16:creationId xmlns:a16="http://schemas.microsoft.com/office/drawing/2014/main" id="{622C50B5-A2EB-20D7-6B76-58DB77432541}"/>
              </a:ext>
            </a:extLst>
          </p:cNvPr>
          <p:cNvSpPr txBox="1">
            <a:spLocks noGrp="1"/>
          </p:cNvSpPr>
          <p:nvPr>
            <p:ph type="body" idx="1"/>
          </p:nvPr>
        </p:nvSpPr>
        <p:spPr>
          <a:xfrm>
            <a:off x="8593016" y="2202840"/>
            <a:ext cx="8610600" cy="4127621"/>
          </a:xfrm>
          <a:prstGeom prst="rect">
            <a:avLst/>
          </a:prstGeom>
          <a:noFill/>
          <a:ln>
            <a:noFill/>
          </a:ln>
        </p:spPr>
        <p:txBody>
          <a:bodyPr spcFirstLastPara="1" wrap="square" lIns="91425" tIns="45700" rIns="91425" bIns="45700" anchor="t" anchorCtr="0">
            <a:noAutofit/>
          </a:bodyPr>
          <a:lstStyle/>
          <a:p>
            <a:pPr marL="0" indent="0">
              <a:spcBef>
                <a:spcPts val="0"/>
              </a:spcBef>
              <a:spcAft>
                <a:spcPts val="1800"/>
              </a:spcAft>
            </a:pPr>
            <a:r>
              <a:rPr lang="pt-BR" sz="2400" dirty="0">
                <a:latin typeface="Poppins" pitchFamily="2" charset="77"/>
                <a:cs typeface="Poppins" pitchFamily="2" charset="77"/>
              </a:rPr>
              <a:t>Quer acelerar o desenvolvimento de </a:t>
            </a:r>
            <a:r>
              <a:rPr lang="pt-BR" sz="2400" dirty="0" err="1">
                <a:latin typeface="Poppins" pitchFamily="2" charset="77"/>
                <a:cs typeface="Poppins" pitchFamily="2" charset="77"/>
              </a:rPr>
              <a:t>microsserviços</a:t>
            </a:r>
            <a:r>
              <a:rPr lang="pt-BR" sz="2400" dirty="0">
                <a:latin typeface="Poppins" pitchFamily="2" charset="77"/>
                <a:cs typeface="Poppins" pitchFamily="2" charset="77"/>
              </a:rPr>
              <a:t> e aprimorar suas habilidades em </a:t>
            </a:r>
            <a:r>
              <a:rPr lang="pt-BR" sz="2400" dirty="0" err="1">
                <a:latin typeface="Poppins" pitchFamily="2" charset="77"/>
                <a:cs typeface="Poppins" pitchFamily="2" charset="77"/>
              </a:rPr>
              <a:t>DevOps</a:t>
            </a:r>
            <a:r>
              <a:rPr lang="pt-BR" sz="2400" dirty="0">
                <a:latin typeface="Poppins" pitchFamily="2" charset="77"/>
                <a:cs typeface="Poppins" pitchFamily="2" charset="77"/>
              </a:rPr>
              <a:t> e Cloud? Não perca essa live, onde você aprenderá as principais estratégias para soluções profissionais!</a:t>
            </a:r>
            <a:endParaRPr lang="pt-BR" sz="2400" dirty="0">
              <a:hlinkClick r:id="rId3"/>
            </a:endParaRPr>
          </a:p>
          <a:p>
            <a:pPr marL="0" indent="0">
              <a:spcBef>
                <a:spcPts val="0"/>
              </a:spcBef>
              <a:spcAft>
                <a:spcPts val="1800"/>
              </a:spcAft>
            </a:pPr>
            <a:r>
              <a:rPr lang="pt-BR" sz="2400" dirty="0">
                <a:latin typeface="Poppins"/>
                <a:cs typeface="Poppins"/>
              </a:rPr>
              <a:t>FABRICIO VERONEZ. </a:t>
            </a:r>
            <a:r>
              <a:rPr lang="pt-BR" sz="2400" b="1" dirty="0">
                <a:latin typeface="Poppins"/>
                <a:cs typeface="Poppins"/>
              </a:rPr>
              <a:t>Como subir uma aplicação real com Docker e </a:t>
            </a:r>
            <a:r>
              <a:rPr lang="pt-BR" sz="2400" b="1" dirty="0" err="1">
                <a:latin typeface="Poppins"/>
                <a:cs typeface="Poppins"/>
              </a:rPr>
              <a:t>Kubernetes</a:t>
            </a:r>
            <a:r>
              <a:rPr lang="pt-BR" sz="2400" b="1" dirty="0">
                <a:latin typeface="Poppins"/>
                <a:cs typeface="Poppins"/>
              </a:rPr>
              <a:t>? </a:t>
            </a:r>
            <a:r>
              <a:rPr lang="pt-BR" sz="2400" dirty="0">
                <a:latin typeface="Poppins"/>
                <a:cs typeface="Poppins"/>
              </a:rPr>
              <a:t>Disponível em: </a:t>
            </a:r>
            <a:r>
              <a:rPr lang="pt-BR" sz="2400" dirty="0">
                <a:latin typeface="Poppins"/>
                <a:cs typeface="Poppins"/>
                <a:hlinkClick r:id="rId4"/>
              </a:rPr>
              <a:t>https://www.youtube.com/</a:t>
            </a:r>
            <a:r>
              <a:rPr lang="pt-BR" sz="2400" dirty="0" err="1">
                <a:latin typeface="Poppins"/>
                <a:cs typeface="Poppins"/>
                <a:hlinkClick r:id="rId4"/>
              </a:rPr>
              <a:t>watch?v</a:t>
            </a:r>
            <a:r>
              <a:rPr lang="pt-BR" sz="2400" dirty="0">
                <a:latin typeface="Poppins"/>
                <a:cs typeface="Poppins"/>
                <a:hlinkClick r:id="rId4"/>
              </a:rPr>
              <a:t>=T8wuWnHTC_Q</a:t>
            </a:r>
            <a:r>
              <a:rPr lang="pt-BR" sz="2400" dirty="0">
                <a:latin typeface="Poppins"/>
                <a:cs typeface="Poppins"/>
              </a:rPr>
              <a:t>. Acesso em: 14 abr. 2025.</a:t>
            </a:r>
            <a:endParaRPr sz="2400" dirty="0">
              <a:latin typeface="Poppins" pitchFamily="2" charset="77"/>
              <a:cs typeface="Poppins" pitchFamily="2" charset="77"/>
            </a:endParaRPr>
          </a:p>
        </p:txBody>
      </p:sp>
      <p:sp>
        <p:nvSpPr>
          <p:cNvPr id="2" name="Google Shape;145;p12">
            <a:extLst>
              <a:ext uri="{FF2B5EF4-FFF2-40B4-BE49-F238E27FC236}">
                <a16:creationId xmlns:a16="http://schemas.microsoft.com/office/drawing/2014/main" id="{8AFD5CF4-520D-C05E-0436-E4E65A8A0785}"/>
              </a:ext>
            </a:extLst>
          </p:cNvPr>
          <p:cNvSpPr txBox="1"/>
          <p:nvPr/>
        </p:nvSpPr>
        <p:spPr>
          <a:xfrm>
            <a:off x="1536187" y="2679700"/>
            <a:ext cx="4774500" cy="92333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0"/>
              <a:buFont typeface="Arial"/>
              <a:buNone/>
            </a:pPr>
            <a:r>
              <a:rPr lang="pt-BR" sz="6000" b="1" i="0" u="none" strike="noStrike" cap="none">
                <a:solidFill>
                  <a:schemeClr val="bg1"/>
                </a:solidFill>
                <a:latin typeface="Poppins"/>
                <a:ea typeface="Poppins"/>
                <a:cs typeface="Poppins"/>
                <a:sym typeface="Poppins"/>
              </a:rPr>
              <a:t>Saiba mais</a:t>
            </a:r>
            <a:endParaRPr lang="pt-BR" sz="6000" b="0" i="0" u="none" strike="noStrike" cap="none">
              <a:solidFill>
                <a:schemeClr val="bg1"/>
              </a:solidFill>
              <a:latin typeface="Poppins Light"/>
              <a:ea typeface="Poppins Light"/>
              <a:cs typeface="Poppins Light"/>
              <a:sym typeface="Poppins Light"/>
            </a:endParaRPr>
          </a:p>
        </p:txBody>
      </p:sp>
    </p:spTree>
    <p:extLst>
      <p:ext uri="{BB962C8B-B14F-4D97-AF65-F5344CB8AC3E}">
        <p14:creationId xmlns:p14="http://schemas.microsoft.com/office/powerpoint/2010/main" val="24402081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A7DCBD77-CF03-242C-0A04-E43124DF9AFE}"/>
              </a:ext>
            </a:extLst>
          </p:cNvPr>
          <p:cNvSpPr>
            <a:spLocks noGrp="1"/>
          </p:cNvSpPr>
          <p:nvPr>
            <p:ph type="body" idx="5"/>
          </p:nvPr>
        </p:nvSpPr>
        <p:spPr>
          <a:xfrm>
            <a:off x="2137691" y="2518048"/>
            <a:ext cx="15728278" cy="6954199"/>
          </a:xfrm>
        </p:spPr>
        <p:txBody>
          <a:bodyPr>
            <a:noAutofit/>
          </a:bodyPr>
          <a:lstStyle/>
          <a:p>
            <a:pPr marL="0" indent="0">
              <a:spcBef>
                <a:spcPts val="0"/>
              </a:spcBef>
              <a:spcAft>
                <a:spcPts val="1200"/>
              </a:spcAft>
            </a:pPr>
            <a:r>
              <a:rPr lang="pt-BR" sz="2000" dirty="0">
                <a:latin typeface="Poppins" panose="00000500000000000000" pitchFamily="2" charset="0"/>
                <a:cs typeface="Poppins" panose="00000500000000000000" pitchFamily="2" charset="0"/>
              </a:rPr>
              <a:t>ALURA. </a:t>
            </a:r>
            <a:r>
              <a:rPr lang="pt-BR" sz="2000" b="1" dirty="0">
                <a:latin typeface="Poppins" panose="00000500000000000000" pitchFamily="2" charset="0"/>
                <a:cs typeface="Poppins" panose="00000500000000000000" pitchFamily="2" charset="0"/>
              </a:rPr>
              <a:t>Containers, Docker e </a:t>
            </a:r>
            <a:r>
              <a:rPr lang="pt-BR" sz="2000" b="1" dirty="0" err="1">
                <a:latin typeface="Poppins" panose="00000500000000000000" pitchFamily="2" charset="0"/>
                <a:cs typeface="Poppins" panose="00000500000000000000" pitchFamily="2" charset="0"/>
              </a:rPr>
              <a:t>Kubernetes</a:t>
            </a:r>
            <a:r>
              <a:rPr lang="pt-BR" sz="2000" b="1" dirty="0">
                <a:latin typeface="Poppins" panose="00000500000000000000" pitchFamily="2" charset="0"/>
                <a:cs typeface="Poppins" panose="00000500000000000000" pitchFamily="2" charset="0"/>
              </a:rPr>
              <a:t> com Giovanni Bassi | #HipstersPontoTube</a:t>
            </a:r>
            <a:r>
              <a:rPr lang="pt-BR" sz="2000" dirty="0">
                <a:latin typeface="Poppins" panose="00000500000000000000" pitchFamily="2" charset="0"/>
                <a:cs typeface="Poppins" panose="00000500000000000000" pitchFamily="2" charset="0"/>
              </a:rPr>
              <a:t>. Disponível em: </a:t>
            </a:r>
            <a:r>
              <a:rPr lang="pt-BR" sz="2000" dirty="0">
                <a:latin typeface="Poppins" panose="00000500000000000000" pitchFamily="2" charset="0"/>
                <a:cs typeface="Poppins" panose="00000500000000000000" pitchFamily="2" charset="0"/>
                <a:hlinkClick r:id="rId3"/>
              </a:rPr>
              <a:t>https://www.youtube.com/</a:t>
            </a:r>
            <a:r>
              <a:rPr lang="pt-BR" sz="2000" dirty="0" err="1">
                <a:latin typeface="Poppins" panose="00000500000000000000" pitchFamily="2" charset="0"/>
                <a:cs typeface="Poppins" panose="00000500000000000000" pitchFamily="2" charset="0"/>
                <a:hlinkClick r:id="rId3"/>
              </a:rPr>
              <a:t>watch?v</a:t>
            </a:r>
            <a:r>
              <a:rPr lang="pt-BR" sz="2000" dirty="0">
                <a:latin typeface="Poppins" panose="00000500000000000000" pitchFamily="2" charset="0"/>
                <a:cs typeface="Poppins" panose="00000500000000000000" pitchFamily="2" charset="0"/>
                <a:hlinkClick r:id="rId3"/>
              </a:rPr>
              <a:t>=wxLvvMxzc1Q</a:t>
            </a:r>
            <a:r>
              <a:rPr lang="pt-BR" sz="2000" dirty="0">
                <a:latin typeface="Poppins" panose="00000500000000000000" pitchFamily="2" charset="0"/>
                <a:cs typeface="Poppins" panose="00000500000000000000" pitchFamily="2" charset="0"/>
              </a:rPr>
              <a:t>. Acesso em: 14 abr. 2025.</a:t>
            </a:r>
          </a:p>
          <a:p>
            <a:pPr marL="0" indent="0">
              <a:spcBef>
                <a:spcPts val="0"/>
              </a:spcBef>
              <a:spcAft>
                <a:spcPts val="1200"/>
              </a:spcAft>
            </a:pPr>
            <a:r>
              <a:rPr lang="pt-BR" sz="2000" dirty="0">
                <a:latin typeface="Poppins" panose="00000500000000000000" pitchFamily="2" charset="0"/>
                <a:cs typeface="Poppins" panose="00000500000000000000" pitchFamily="2" charset="0"/>
              </a:rPr>
              <a:t>DOCKER. </a:t>
            </a:r>
            <a:r>
              <a:rPr lang="pt-BR" sz="2000" b="1" dirty="0">
                <a:latin typeface="Poppins" panose="00000500000000000000" pitchFamily="2" charset="0"/>
                <a:cs typeface="Poppins" panose="00000500000000000000" pitchFamily="2" charset="0"/>
              </a:rPr>
              <a:t>Página inicial</a:t>
            </a:r>
            <a:r>
              <a:rPr lang="pt-BR" sz="2000" dirty="0">
                <a:latin typeface="Poppins" panose="00000500000000000000" pitchFamily="2" charset="0"/>
                <a:cs typeface="Poppins" panose="00000500000000000000" pitchFamily="2" charset="0"/>
              </a:rPr>
              <a:t>, [s.d.]. Disponível em: </a:t>
            </a:r>
            <a:r>
              <a:rPr lang="pt-BR" sz="2000" dirty="0">
                <a:latin typeface="Poppins" panose="00000500000000000000" pitchFamily="2" charset="0"/>
                <a:cs typeface="Poppins" panose="00000500000000000000" pitchFamily="2" charset="0"/>
                <a:hlinkClick r:id="rId4"/>
              </a:rPr>
              <a:t>https://www.docker.com/</a:t>
            </a:r>
            <a:r>
              <a:rPr lang="pt-BR" sz="2000" dirty="0">
                <a:latin typeface="Poppins" panose="00000500000000000000" pitchFamily="2" charset="0"/>
                <a:cs typeface="Poppins" panose="00000500000000000000" pitchFamily="2" charset="0"/>
              </a:rPr>
              <a:t>. Acesso em: 14 abr. 2025.</a:t>
            </a:r>
          </a:p>
          <a:p>
            <a:pPr marL="0" indent="0">
              <a:spcBef>
                <a:spcPts val="0"/>
              </a:spcBef>
              <a:spcAft>
                <a:spcPts val="1200"/>
              </a:spcAft>
            </a:pPr>
            <a:r>
              <a:rPr lang="pt-BR" sz="2000" dirty="0">
                <a:latin typeface="Poppins" panose="00000500000000000000" pitchFamily="2" charset="0"/>
                <a:cs typeface="Poppins" panose="00000500000000000000" pitchFamily="2" charset="0"/>
              </a:rPr>
              <a:t>ERUDIO. </a:t>
            </a:r>
            <a:r>
              <a:rPr lang="pt-BR" sz="2000" b="1" dirty="0">
                <a:latin typeface="Poppins" panose="00000500000000000000" pitchFamily="2" charset="0"/>
                <a:cs typeface="Poppins" panose="00000500000000000000" pitchFamily="2" charset="0"/>
              </a:rPr>
              <a:t>03 Docker e </a:t>
            </a:r>
            <a:r>
              <a:rPr lang="pt-BR" sz="2000" b="1" dirty="0" err="1">
                <a:latin typeface="Poppins" panose="00000500000000000000" pitchFamily="2" charset="0"/>
                <a:cs typeface="Poppins" panose="00000500000000000000" pitchFamily="2" charset="0"/>
              </a:rPr>
              <a:t>Kubernetes</a:t>
            </a:r>
            <a:r>
              <a:rPr lang="pt-BR" sz="2000" b="1" dirty="0">
                <a:latin typeface="Poppins" panose="00000500000000000000" pitchFamily="2" charset="0"/>
                <a:cs typeface="Poppins" panose="00000500000000000000" pitchFamily="2" charset="0"/>
              </a:rPr>
              <a:t> obtendo o melhor de ambos</a:t>
            </a:r>
            <a:r>
              <a:rPr lang="pt-BR" sz="2000" dirty="0">
                <a:latin typeface="Poppins" panose="00000500000000000000" pitchFamily="2" charset="0"/>
                <a:cs typeface="Poppins" panose="00000500000000000000" pitchFamily="2" charset="0"/>
              </a:rPr>
              <a:t>. Disponível em: </a:t>
            </a:r>
            <a:r>
              <a:rPr lang="pt-BR" sz="2000" dirty="0">
                <a:latin typeface="Poppins" panose="00000500000000000000" pitchFamily="2" charset="0"/>
                <a:cs typeface="Poppins" panose="00000500000000000000" pitchFamily="2" charset="0"/>
                <a:hlinkClick r:id="rId5"/>
              </a:rPr>
              <a:t>https://www.youtube.com/</a:t>
            </a:r>
            <a:r>
              <a:rPr lang="pt-BR" sz="2000" dirty="0" err="1">
                <a:latin typeface="Poppins" panose="00000500000000000000" pitchFamily="2" charset="0"/>
                <a:cs typeface="Poppins" panose="00000500000000000000" pitchFamily="2" charset="0"/>
                <a:hlinkClick r:id="rId5"/>
              </a:rPr>
              <a:t>watch?v</a:t>
            </a:r>
            <a:r>
              <a:rPr lang="pt-BR" sz="2000" dirty="0">
                <a:latin typeface="Poppins" panose="00000500000000000000" pitchFamily="2" charset="0"/>
                <a:cs typeface="Poppins" panose="00000500000000000000" pitchFamily="2" charset="0"/>
                <a:hlinkClick r:id="rId5"/>
              </a:rPr>
              <a:t>=</a:t>
            </a:r>
            <a:r>
              <a:rPr lang="pt-BR" sz="2000" dirty="0" err="1">
                <a:latin typeface="Poppins" panose="00000500000000000000" pitchFamily="2" charset="0"/>
                <a:cs typeface="Poppins" panose="00000500000000000000" pitchFamily="2" charset="0"/>
                <a:hlinkClick r:id="rId5"/>
              </a:rPr>
              <a:t>fAbALIrVfck</a:t>
            </a:r>
            <a:r>
              <a:rPr lang="pt-BR" sz="2000" dirty="0">
                <a:latin typeface="Poppins" panose="00000500000000000000" pitchFamily="2" charset="0"/>
                <a:cs typeface="Poppins" panose="00000500000000000000" pitchFamily="2" charset="0"/>
              </a:rPr>
              <a:t>. Acesso em: 14 abr. 2025.</a:t>
            </a:r>
          </a:p>
          <a:p>
            <a:pPr marL="0" indent="0">
              <a:spcBef>
                <a:spcPts val="0"/>
              </a:spcBef>
              <a:spcAft>
                <a:spcPts val="1200"/>
              </a:spcAft>
            </a:pPr>
            <a:r>
              <a:rPr lang="pt-BR" sz="2000" dirty="0">
                <a:latin typeface="Poppins" panose="00000500000000000000" pitchFamily="2" charset="0"/>
                <a:cs typeface="Poppins" panose="00000500000000000000" pitchFamily="2" charset="0"/>
              </a:rPr>
              <a:t>FABRICIO VERONEZ. </a:t>
            </a:r>
            <a:r>
              <a:rPr lang="pt-BR" sz="2000" b="1" dirty="0">
                <a:latin typeface="Poppins" panose="00000500000000000000" pitchFamily="2" charset="0"/>
                <a:cs typeface="Poppins" panose="00000500000000000000" pitchFamily="2" charset="0"/>
              </a:rPr>
              <a:t>Como subir uma aplicação real com Docker e </a:t>
            </a:r>
            <a:r>
              <a:rPr lang="pt-BR" sz="2000" b="1" dirty="0" err="1">
                <a:latin typeface="Poppins" panose="00000500000000000000" pitchFamily="2" charset="0"/>
                <a:cs typeface="Poppins" panose="00000500000000000000" pitchFamily="2" charset="0"/>
              </a:rPr>
              <a:t>Kubernetes</a:t>
            </a:r>
            <a:r>
              <a:rPr lang="pt-BR" sz="2000" b="1" dirty="0">
                <a:latin typeface="Poppins" panose="00000500000000000000" pitchFamily="2" charset="0"/>
                <a:cs typeface="Poppins" panose="00000500000000000000" pitchFamily="2" charset="0"/>
              </a:rPr>
              <a:t>?</a:t>
            </a:r>
            <a:r>
              <a:rPr lang="pt-BR" sz="2000" dirty="0">
                <a:latin typeface="Poppins" panose="00000500000000000000" pitchFamily="2" charset="0"/>
                <a:cs typeface="Poppins" panose="00000500000000000000" pitchFamily="2" charset="0"/>
              </a:rPr>
              <a:t> Disponível em: </a:t>
            </a:r>
            <a:r>
              <a:rPr lang="pt-BR" sz="2000" dirty="0">
                <a:latin typeface="Poppins" panose="00000500000000000000" pitchFamily="2" charset="0"/>
                <a:cs typeface="Poppins" panose="00000500000000000000" pitchFamily="2" charset="0"/>
                <a:hlinkClick r:id="rId6"/>
              </a:rPr>
              <a:t>https://www.youtube.com/</a:t>
            </a:r>
            <a:r>
              <a:rPr lang="pt-BR" sz="2000" dirty="0" err="1">
                <a:latin typeface="Poppins" panose="00000500000000000000" pitchFamily="2" charset="0"/>
                <a:cs typeface="Poppins" panose="00000500000000000000" pitchFamily="2" charset="0"/>
                <a:hlinkClick r:id="rId6"/>
              </a:rPr>
              <a:t>watch?v</a:t>
            </a:r>
            <a:r>
              <a:rPr lang="pt-BR" sz="2000" dirty="0">
                <a:latin typeface="Poppins" panose="00000500000000000000" pitchFamily="2" charset="0"/>
                <a:cs typeface="Poppins" panose="00000500000000000000" pitchFamily="2" charset="0"/>
                <a:hlinkClick r:id="rId6"/>
              </a:rPr>
              <a:t>=T8wuWnHTC_Q</a:t>
            </a:r>
            <a:r>
              <a:rPr lang="pt-BR" sz="2000" dirty="0">
                <a:latin typeface="Poppins" panose="00000500000000000000" pitchFamily="2" charset="0"/>
                <a:cs typeface="Poppins" panose="00000500000000000000" pitchFamily="2" charset="0"/>
              </a:rPr>
              <a:t>. Acesso em: 14 abr. 2025.</a:t>
            </a:r>
          </a:p>
          <a:p>
            <a:pPr marL="0" indent="0">
              <a:spcBef>
                <a:spcPts val="0"/>
              </a:spcBef>
              <a:spcAft>
                <a:spcPts val="1200"/>
              </a:spcAft>
            </a:pPr>
            <a:r>
              <a:rPr lang="pt-BR" sz="2000" dirty="0">
                <a:latin typeface="Poppins" panose="00000500000000000000" pitchFamily="2" charset="0"/>
                <a:cs typeface="Poppins" panose="00000500000000000000" pitchFamily="2" charset="0"/>
              </a:rPr>
              <a:t>GOOGLE CLOUD. </a:t>
            </a:r>
            <a:r>
              <a:rPr lang="pt-BR" sz="2000" b="1" dirty="0">
                <a:latin typeface="Poppins" panose="00000500000000000000" pitchFamily="2" charset="0"/>
                <a:cs typeface="Poppins" panose="00000500000000000000" pitchFamily="2" charset="0"/>
              </a:rPr>
              <a:t>Como usar o Docker e o </a:t>
            </a:r>
            <a:r>
              <a:rPr lang="pt-BR" sz="2000" b="1" dirty="0" err="1">
                <a:latin typeface="Poppins" panose="00000500000000000000" pitchFamily="2" charset="0"/>
                <a:cs typeface="Poppins" panose="00000500000000000000" pitchFamily="2" charset="0"/>
              </a:rPr>
              <a:t>Kubernetes</a:t>
            </a:r>
            <a:r>
              <a:rPr lang="pt-BR" sz="2000" dirty="0">
                <a:latin typeface="Poppins" panose="00000500000000000000" pitchFamily="2" charset="0"/>
                <a:cs typeface="Poppins" panose="00000500000000000000" pitchFamily="2" charset="0"/>
              </a:rPr>
              <a:t>, 9 abr. 2025. Disponível em </a:t>
            </a:r>
            <a:r>
              <a:rPr lang="pt-BR" sz="2000" dirty="0">
                <a:latin typeface="Poppins" panose="00000500000000000000" pitchFamily="2" charset="0"/>
                <a:cs typeface="Poppins" panose="00000500000000000000" pitchFamily="2" charset="0"/>
                <a:hlinkClick r:id="rId7"/>
              </a:rPr>
              <a:t>https://cloud.google.com/</a:t>
            </a:r>
            <a:r>
              <a:rPr lang="pt-BR" sz="2000" dirty="0" err="1">
                <a:latin typeface="Poppins" panose="00000500000000000000" pitchFamily="2" charset="0"/>
                <a:cs typeface="Poppins" panose="00000500000000000000" pitchFamily="2" charset="0"/>
                <a:hlinkClick r:id="rId7"/>
              </a:rPr>
              <a:t>video-intelligence</a:t>
            </a:r>
            <a:r>
              <a:rPr lang="pt-BR" sz="2000" dirty="0">
                <a:latin typeface="Poppins" panose="00000500000000000000" pitchFamily="2" charset="0"/>
                <a:cs typeface="Poppins" panose="00000500000000000000" pitchFamily="2" charset="0"/>
                <a:hlinkClick r:id="rId7"/>
              </a:rPr>
              <a:t>/</a:t>
            </a:r>
            <a:r>
              <a:rPr lang="pt-BR" sz="2000" dirty="0" err="1">
                <a:latin typeface="Poppins" panose="00000500000000000000" pitchFamily="2" charset="0"/>
                <a:cs typeface="Poppins" panose="00000500000000000000" pitchFamily="2" charset="0"/>
                <a:hlinkClick r:id="rId7"/>
              </a:rPr>
              <a:t>docs</a:t>
            </a:r>
            <a:r>
              <a:rPr lang="pt-BR" sz="2000" dirty="0">
                <a:latin typeface="Poppins" panose="00000500000000000000" pitchFamily="2" charset="0"/>
                <a:cs typeface="Poppins" panose="00000500000000000000" pitchFamily="2" charset="0"/>
                <a:hlinkClick r:id="rId7"/>
              </a:rPr>
              <a:t>/streaming/</a:t>
            </a:r>
            <a:r>
              <a:rPr lang="pt-BR" sz="2000" dirty="0" err="1">
                <a:latin typeface="Poppins" panose="00000500000000000000" pitchFamily="2" charset="0"/>
                <a:cs typeface="Poppins" panose="00000500000000000000" pitchFamily="2" charset="0"/>
                <a:hlinkClick r:id="rId7"/>
              </a:rPr>
              <a:t>docker-kubernetes?hl</a:t>
            </a:r>
            <a:r>
              <a:rPr lang="pt-BR" sz="2000" dirty="0">
                <a:latin typeface="Poppins" panose="00000500000000000000" pitchFamily="2" charset="0"/>
                <a:cs typeface="Poppins" panose="00000500000000000000" pitchFamily="2" charset="0"/>
                <a:hlinkClick r:id="rId7"/>
              </a:rPr>
              <a:t>=</a:t>
            </a:r>
            <a:r>
              <a:rPr lang="pt-BR" sz="2000" dirty="0" err="1">
                <a:latin typeface="Poppins" panose="00000500000000000000" pitchFamily="2" charset="0"/>
                <a:cs typeface="Poppins" panose="00000500000000000000" pitchFamily="2" charset="0"/>
                <a:hlinkClick r:id="rId7"/>
              </a:rPr>
              <a:t>pt</a:t>
            </a:r>
            <a:r>
              <a:rPr lang="pt-BR" sz="2000" dirty="0">
                <a:latin typeface="Poppins" panose="00000500000000000000" pitchFamily="2" charset="0"/>
                <a:cs typeface="Poppins" panose="00000500000000000000" pitchFamily="2" charset="0"/>
                <a:hlinkClick r:id="rId7"/>
              </a:rPr>
              <a:t>-br</a:t>
            </a:r>
            <a:r>
              <a:rPr lang="pt-BR" sz="2000" dirty="0">
                <a:latin typeface="Poppins" panose="00000500000000000000" pitchFamily="2" charset="0"/>
                <a:cs typeface="Poppins" panose="00000500000000000000" pitchFamily="2" charset="0"/>
              </a:rPr>
              <a:t>. Acesso em: 14 abr. 2025.</a:t>
            </a:r>
          </a:p>
          <a:p>
            <a:pPr marL="0" indent="0">
              <a:spcBef>
                <a:spcPts val="0"/>
              </a:spcBef>
              <a:spcAft>
                <a:spcPts val="1200"/>
              </a:spcAft>
            </a:pPr>
            <a:r>
              <a:rPr lang="pt-BR" sz="2000" dirty="0">
                <a:latin typeface="Poppins" panose="00000500000000000000" pitchFamily="2" charset="0"/>
                <a:cs typeface="Poppins" panose="00000500000000000000" pitchFamily="2" charset="0"/>
              </a:rPr>
              <a:t>KUBERNETES. </a:t>
            </a:r>
            <a:r>
              <a:rPr lang="pt-BR" sz="2000" b="1" dirty="0">
                <a:latin typeface="Poppins" panose="00000500000000000000" pitchFamily="2" charset="0"/>
                <a:cs typeface="Poppins" panose="00000500000000000000" pitchFamily="2" charset="0"/>
              </a:rPr>
              <a:t>Página inicial</a:t>
            </a:r>
            <a:r>
              <a:rPr lang="pt-BR" sz="2000" dirty="0">
                <a:latin typeface="Poppins" panose="00000500000000000000" pitchFamily="2" charset="0"/>
                <a:cs typeface="Poppins" panose="00000500000000000000" pitchFamily="2" charset="0"/>
              </a:rPr>
              <a:t>, [s.d.]. Disponível em: </a:t>
            </a:r>
            <a:r>
              <a:rPr lang="pt-BR" sz="2000" dirty="0">
                <a:latin typeface="Poppins" panose="00000500000000000000" pitchFamily="2" charset="0"/>
                <a:cs typeface="Poppins" panose="00000500000000000000" pitchFamily="2" charset="0"/>
                <a:hlinkClick r:id="rId8"/>
              </a:rPr>
              <a:t>https://kubernetes.io/</a:t>
            </a:r>
            <a:r>
              <a:rPr lang="pt-BR" sz="2000" dirty="0" err="1">
                <a:latin typeface="Poppins" panose="00000500000000000000" pitchFamily="2" charset="0"/>
                <a:cs typeface="Poppins" panose="00000500000000000000" pitchFamily="2" charset="0"/>
                <a:hlinkClick r:id="rId8"/>
              </a:rPr>
              <a:t>pt-br</a:t>
            </a:r>
            <a:r>
              <a:rPr lang="pt-BR" sz="2000" dirty="0">
                <a:latin typeface="Poppins" panose="00000500000000000000" pitchFamily="2" charset="0"/>
                <a:cs typeface="Poppins" panose="00000500000000000000" pitchFamily="2" charset="0"/>
                <a:hlinkClick r:id="rId8"/>
              </a:rPr>
              <a:t>/</a:t>
            </a:r>
            <a:r>
              <a:rPr lang="pt-BR" sz="2000" dirty="0">
                <a:latin typeface="Poppins" panose="00000500000000000000" pitchFamily="2" charset="0"/>
                <a:cs typeface="Poppins" panose="00000500000000000000" pitchFamily="2" charset="0"/>
              </a:rPr>
              <a:t>. Acesso em: 14 abr. 2025.</a:t>
            </a:r>
          </a:p>
          <a:p>
            <a:pPr marL="0" indent="0">
              <a:spcBef>
                <a:spcPts val="0"/>
              </a:spcBef>
              <a:spcAft>
                <a:spcPts val="1200"/>
              </a:spcAft>
            </a:pPr>
            <a:r>
              <a:rPr lang="pt-BR" sz="2000" dirty="0">
                <a:latin typeface="Poppins" panose="00000500000000000000" pitchFamily="2" charset="0"/>
                <a:cs typeface="Poppins" panose="00000500000000000000" pitchFamily="2" charset="0"/>
              </a:rPr>
              <a:t>MACHADO, A. V. </a:t>
            </a:r>
            <a:r>
              <a:rPr lang="pt-BR" sz="2000" b="1" dirty="0">
                <a:latin typeface="Poppins" panose="00000500000000000000" pitchFamily="2" charset="0"/>
                <a:cs typeface="Poppins" panose="00000500000000000000" pitchFamily="2" charset="0"/>
              </a:rPr>
              <a:t>Uso do Docker em ambientes </a:t>
            </a:r>
            <a:r>
              <a:rPr lang="pt-BR" sz="2000" b="1" dirty="0" err="1">
                <a:latin typeface="Poppins" panose="00000500000000000000" pitchFamily="2" charset="0"/>
                <a:cs typeface="Poppins" panose="00000500000000000000" pitchFamily="2" charset="0"/>
              </a:rPr>
              <a:t>DevOps</a:t>
            </a:r>
            <a:r>
              <a:rPr lang="pt-BR" sz="2000" b="1" dirty="0">
                <a:latin typeface="Poppins" panose="00000500000000000000" pitchFamily="2" charset="0"/>
                <a:cs typeface="Poppins" panose="00000500000000000000" pitchFamily="2" charset="0"/>
              </a:rPr>
              <a:t> e suas aplicações na integração contínua (CI), entrega contínua (CD) e implantação contínua (</a:t>
            </a:r>
            <a:r>
              <a:rPr lang="pt-BR" sz="2000" b="1" dirty="0" err="1">
                <a:latin typeface="Poppins" panose="00000500000000000000" pitchFamily="2" charset="0"/>
                <a:cs typeface="Poppins" panose="00000500000000000000" pitchFamily="2" charset="0"/>
              </a:rPr>
              <a:t>Continuous</a:t>
            </a:r>
            <a:r>
              <a:rPr lang="pt-BR" sz="2000" b="1" dirty="0">
                <a:latin typeface="Poppins" panose="00000500000000000000" pitchFamily="2" charset="0"/>
                <a:cs typeface="Poppins" panose="00000500000000000000" pitchFamily="2" charset="0"/>
              </a:rPr>
              <a:t> Deployment).</a:t>
            </a:r>
            <a:r>
              <a:rPr lang="pt-BR" sz="2000" dirty="0">
                <a:latin typeface="Poppins" panose="00000500000000000000" pitchFamily="2" charset="0"/>
                <a:cs typeface="Poppins" panose="00000500000000000000" pitchFamily="2" charset="0"/>
              </a:rPr>
              <a:t> LinkedIn, 6 dez. 2023. Disponível em </a:t>
            </a:r>
            <a:r>
              <a:rPr lang="pt-BR" sz="2000" dirty="0">
                <a:latin typeface="Poppins" panose="00000500000000000000" pitchFamily="2" charset="0"/>
                <a:cs typeface="Poppins" panose="00000500000000000000" pitchFamily="2" charset="0"/>
                <a:hlinkClick r:id="rId9"/>
              </a:rPr>
              <a:t>https://www.linkedin.com/pulse/uso-do-docker-em-ambientes-devops-e-suas-aplica%C3%A7%C3%B5es-na-machado-kd3cf/</a:t>
            </a:r>
            <a:r>
              <a:rPr lang="pt-BR" sz="2000" dirty="0">
                <a:latin typeface="Poppins" panose="00000500000000000000" pitchFamily="2" charset="0"/>
                <a:cs typeface="Poppins" panose="00000500000000000000" pitchFamily="2" charset="0"/>
              </a:rPr>
              <a:t>. Acesso em: 14 abr. 2025.</a:t>
            </a:r>
          </a:p>
          <a:p>
            <a:pPr marL="0" indent="0">
              <a:spcBef>
                <a:spcPts val="0"/>
              </a:spcBef>
              <a:spcAft>
                <a:spcPts val="1200"/>
              </a:spcAft>
            </a:pPr>
            <a:r>
              <a:rPr lang="pt-BR" sz="2000" dirty="0">
                <a:latin typeface="Poppins" panose="00000500000000000000" pitchFamily="2" charset="0"/>
                <a:cs typeface="Poppins" panose="00000500000000000000" pitchFamily="2" charset="0"/>
              </a:rPr>
              <a:t>SARTORELLO, L. </a:t>
            </a:r>
            <a:r>
              <a:rPr lang="pt-BR" sz="2000" b="1" dirty="0">
                <a:latin typeface="Poppins" panose="00000500000000000000" pitchFamily="2" charset="0"/>
                <a:cs typeface="Poppins" panose="00000500000000000000" pitchFamily="2" charset="0"/>
              </a:rPr>
              <a:t>Integração Contínua: automatizando a entrega no </a:t>
            </a:r>
            <a:r>
              <a:rPr lang="pt-BR" sz="2000" b="1" dirty="0" err="1">
                <a:latin typeface="Poppins" panose="00000500000000000000" pitchFamily="2" charset="0"/>
                <a:cs typeface="Poppins" panose="00000500000000000000" pitchFamily="2" charset="0"/>
              </a:rPr>
              <a:t>Kubernetes</a:t>
            </a:r>
            <a:r>
              <a:rPr lang="pt-BR" sz="2000" dirty="0">
                <a:latin typeface="Poppins" panose="00000500000000000000" pitchFamily="2" charset="0"/>
                <a:cs typeface="Poppins" panose="00000500000000000000" pitchFamily="2" charset="0"/>
              </a:rPr>
              <a:t>. </a:t>
            </a:r>
            <a:r>
              <a:rPr lang="pt-BR" sz="2000" dirty="0" err="1">
                <a:latin typeface="Poppins" panose="00000500000000000000" pitchFamily="2" charset="0"/>
                <a:cs typeface="Poppins" panose="00000500000000000000" pitchFamily="2" charset="0"/>
              </a:rPr>
              <a:t>Alura</a:t>
            </a:r>
            <a:r>
              <a:rPr lang="pt-BR" sz="2000" dirty="0">
                <a:latin typeface="Poppins" panose="00000500000000000000" pitchFamily="2" charset="0"/>
                <a:cs typeface="Poppins" panose="00000500000000000000" pitchFamily="2" charset="0"/>
              </a:rPr>
              <a:t>, [s.d.]. Disponível em: </a:t>
            </a:r>
            <a:r>
              <a:rPr lang="pt-BR" sz="2000" dirty="0">
                <a:latin typeface="Poppins" panose="00000500000000000000" pitchFamily="2" charset="0"/>
                <a:cs typeface="Poppins" panose="00000500000000000000" pitchFamily="2" charset="0"/>
                <a:hlinkClick r:id="rId10"/>
              </a:rPr>
              <a:t>https://www.alura.com.br/</a:t>
            </a:r>
            <a:r>
              <a:rPr lang="pt-BR" sz="2000" dirty="0" err="1">
                <a:latin typeface="Poppins" panose="00000500000000000000" pitchFamily="2" charset="0"/>
                <a:cs typeface="Poppins" panose="00000500000000000000" pitchFamily="2" charset="0"/>
                <a:hlinkClick r:id="rId10"/>
              </a:rPr>
              <a:t>conteudo</a:t>
            </a:r>
            <a:r>
              <a:rPr lang="pt-BR" sz="2000" dirty="0">
                <a:latin typeface="Poppins" panose="00000500000000000000" pitchFamily="2" charset="0"/>
                <a:cs typeface="Poppins" panose="00000500000000000000" pitchFamily="2" charset="0"/>
                <a:hlinkClick r:id="rId10"/>
              </a:rPr>
              <a:t>/</a:t>
            </a:r>
            <a:r>
              <a:rPr lang="pt-BR" sz="2000" dirty="0" err="1">
                <a:latin typeface="Poppins" panose="00000500000000000000" pitchFamily="2" charset="0"/>
                <a:cs typeface="Poppins" panose="00000500000000000000" pitchFamily="2" charset="0"/>
                <a:hlinkClick r:id="rId10"/>
              </a:rPr>
              <a:t>integracao</a:t>
            </a:r>
            <a:r>
              <a:rPr lang="pt-BR" sz="2000" dirty="0">
                <a:latin typeface="Poppins" panose="00000500000000000000" pitchFamily="2" charset="0"/>
                <a:cs typeface="Poppins" panose="00000500000000000000" pitchFamily="2" charset="0"/>
                <a:hlinkClick r:id="rId10"/>
              </a:rPr>
              <a:t>-continua-automatizando-entrega-</a:t>
            </a:r>
            <a:r>
              <a:rPr lang="pt-BR" sz="2000" dirty="0" err="1">
                <a:latin typeface="Poppins" panose="00000500000000000000" pitchFamily="2" charset="0"/>
                <a:cs typeface="Poppins" panose="00000500000000000000" pitchFamily="2" charset="0"/>
                <a:hlinkClick r:id="rId10"/>
              </a:rPr>
              <a:t>kubernetes</a:t>
            </a:r>
            <a:r>
              <a:rPr lang="pt-BR" sz="2000" dirty="0">
                <a:latin typeface="Poppins" panose="00000500000000000000" pitchFamily="2" charset="0"/>
                <a:cs typeface="Poppins" panose="00000500000000000000" pitchFamily="2" charset="0"/>
              </a:rPr>
              <a:t>. Acesso em: 14 abr. 2025.</a:t>
            </a:r>
          </a:p>
          <a:p>
            <a:pPr marL="0" indent="0">
              <a:spcBef>
                <a:spcPts val="0"/>
              </a:spcBef>
              <a:spcAft>
                <a:spcPts val="1200"/>
              </a:spcAft>
            </a:pPr>
            <a:r>
              <a:rPr lang="pt-BR" sz="2000" dirty="0">
                <a:latin typeface="Poppins" panose="00000500000000000000" pitchFamily="2" charset="0"/>
                <a:cs typeface="Poppins" panose="00000500000000000000" pitchFamily="2" charset="0"/>
              </a:rPr>
              <a:t>Identidade visual: imagens © </a:t>
            </a:r>
            <a:r>
              <a:rPr lang="pt-BR" sz="2000" dirty="0" err="1">
                <a:latin typeface="Poppins" panose="00000500000000000000" pitchFamily="2" charset="0"/>
                <a:cs typeface="Poppins" panose="00000500000000000000" pitchFamily="2" charset="0"/>
              </a:rPr>
              <a:t>Getty</a:t>
            </a:r>
            <a:r>
              <a:rPr lang="pt-BR" sz="2000" dirty="0">
                <a:latin typeface="Poppins" panose="00000500000000000000" pitchFamily="2" charset="0"/>
                <a:cs typeface="Poppins" panose="00000500000000000000" pitchFamily="2" charset="0"/>
              </a:rPr>
              <a:t> </a:t>
            </a:r>
            <a:r>
              <a:rPr lang="pt-BR" sz="2000" dirty="0" err="1">
                <a:latin typeface="Poppins" panose="00000500000000000000" pitchFamily="2" charset="0"/>
                <a:cs typeface="Poppins" panose="00000500000000000000" pitchFamily="2" charset="0"/>
              </a:rPr>
              <a:t>Images</a:t>
            </a:r>
            <a:r>
              <a:rPr lang="pt-BR" sz="2000" dirty="0">
                <a:latin typeface="Poppins" panose="00000500000000000000" pitchFamily="2" charset="0"/>
                <a:cs typeface="Poppins" panose="00000500000000000000" pitchFamily="2" charset="0"/>
              </a:rPr>
              <a:t>.</a:t>
            </a:r>
          </a:p>
        </p:txBody>
      </p:sp>
    </p:spTree>
    <p:extLst>
      <p:ext uri="{BB962C8B-B14F-4D97-AF65-F5344CB8AC3E}">
        <p14:creationId xmlns:p14="http://schemas.microsoft.com/office/powerpoint/2010/main" val="3490136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8F7D820-59D9-B36F-70F9-9069AA799D71}"/>
            </a:ext>
          </a:extLst>
        </p:cNvPr>
        <p:cNvGrpSpPr/>
        <p:nvPr/>
      </p:nvGrpSpPr>
      <p:grpSpPr>
        <a:xfrm>
          <a:off x="0" y="0"/>
          <a:ext cx="0" cy="0"/>
          <a:chOff x="0" y="0"/>
          <a:chExt cx="0" cy="0"/>
        </a:xfrm>
      </p:grpSpPr>
      <p:sp>
        <p:nvSpPr>
          <p:cNvPr id="2" name="Google Shape;643;p43">
            <a:extLst>
              <a:ext uri="{FF2B5EF4-FFF2-40B4-BE49-F238E27FC236}">
                <a16:creationId xmlns:a16="http://schemas.microsoft.com/office/drawing/2014/main" id="{E707B44A-1813-17B4-62E8-86DF5025AF2A}"/>
              </a:ext>
            </a:extLst>
          </p:cNvPr>
          <p:cNvSpPr txBox="1">
            <a:spLocks/>
          </p:cNvSpPr>
          <p:nvPr/>
        </p:nvSpPr>
        <p:spPr>
          <a:xfrm>
            <a:off x="937698" y="3829934"/>
            <a:ext cx="10222120" cy="80314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dirty="0">
                <a:solidFill>
                  <a:srgbClr val="FF161F"/>
                </a:solidFill>
              </a:rPr>
              <a:t>Orientações ao professor</a:t>
            </a:r>
          </a:p>
        </p:txBody>
      </p:sp>
    </p:spTree>
    <p:extLst>
      <p:ext uri="{BB962C8B-B14F-4D97-AF65-F5344CB8AC3E}">
        <p14:creationId xmlns:p14="http://schemas.microsoft.com/office/powerpoint/2010/main" val="30520896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46F50CA-4760-010A-A6F7-A59DADF7E701}"/>
            </a:ext>
          </a:extLst>
        </p:cNvPr>
        <p:cNvGrpSpPr/>
        <p:nvPr/>
      </p:nvGrpSpPr>
      <p:grpSpPr>
        <a:xfrm>
          <a:off x="0" y="0"/>
          <a:ext cx="0" cy="0"/>
          <a:chOff x="0" y="0"/>
          <a:chExt cx="0" cy="0"/>
        </a:xfrm>
      </p:grpSpPr>
      <p:cxnSp>
        <p:nvCxnSpPr>
          <p:cNvPr id="7" name="Conector Reto 6">
            <a:extLst>
              <a:ext uri="{FF2B5EF4-FFF2-40B4-BE49-F238E27FC236}">
                <a16:creationId xmlns:a16="http://schemas.microsoft.com/office/drawing/2014/main" id="{3E4BFD71-CAAD-49EB-BD2F-0BCC14849637}"/>
              </a:ext>
            </a:extLst>
          </p:cNvPr>
          <p:cNvCxnSpPr>
            <a:cxnSpLocks/>
          </p:cNvCxnSpPr>
          <p:nvPr/>
        </p:nvCxnSpPr>
        <p:spPr>
          <a:xfrm flipV="1">
            <a:off x="868312" y="1572303"/>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5" name="Retângulo 4">
            <a:extLst>
              <a:ext uri="{FF2B5EF4-FFF2-40B4-BE49-F238E27FC236}">
                <a16:creationId xmlns:a16="http://schemas.microsoft.com/office/drawing/2014/main" id="{AC051556-81A4-453D-AAB3-BA24E88B6C38}"/>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Oval 12">
            <a:extLst>
              <a:ext uri="{FF2B5EF4-FFF2-40B4-BE49-F238E27FC236}">
                <a16:creationId xmlns:a16="http://schemas.microsoft.com/office/drawing/2014/main" id="{FF393E70-600E-00EB-2016-56ABBE973403}"/>
              </a:ext>
            </a:extLst>
          </p:cNvPr>
          <p:cNvSpPr/>
          <p:nvPr/>
        </p:nvSpPr>
        <p:spPr>
          <a:xfrm>
            <a:off x="607827" y="2074927"/>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a:p>
        </p:txBody>
      </p:sp>
      <p:sp>
        <p:nvSpPr>
          <p:cNvPr id="14" name="Google Shape;2216;p100">
            <a:extLst>
              <a:ext uri="{FF2B5EF4-FFF2-40B4-BE49-F238E27FC236}">
                <a16:creationId xmlns:a16="http://schemas.microsoft.com/office/drawing/2014/main" id="{E0C315D9-8280-385F-5764-F38E0AB09065}"/>
              </a:ext>
            </a:extLst>
          </p:cNvPr>
          <p:cNvSpPr/>
          <p:nvPr/>
        </p:nvSpPr>
        <p:spPr>
          <a:xfrm>
            <a:off x="715912" y="2222760"/>
            <a:ext cx="355853" cy="301106"/>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 name="CaixaDeTexto 3">
            <a:extLst>
              <a:ext uri="{FF2B5EF4-FFF2-40B4-BE49-F238E27FC236}">
                <a16:creationId xmlns:a16="http://schemas.microsoft.com/office/drawing/2014/main" id="{0E4EC8B5-184B-D348-C9B8-5D96A12B4152}"/>
              </a:ext>
            </a:extLst>
          </p:cNvPr>
          <p:cNvSpPr txBox="1"/>
          <p:nvPr/>
        </p:nvSpPr>
        <p:spPr>
          <a:xfrm>
            <a:off x="1478280" y="2146575"/>
            <a:ext cx="15377160" cy="954107"/>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Tx/>
              <a:defRPr/>
            </a:pPr>
            <a:r>
              <a:rPr lang="pt-BR" b="1" dirty="0">
                <a:latin typeface="Poppins" panose="00000500000000000000" pitchFamily="2" charset="0"/>
                <a:cs typeface="Poppins" panose="00000500000000000000" pitchFamily="2" charset="0"/>
              </a:rPr>
              <a:t>Orientações: </a:t>
            </a:r>
            <a:r>
              <a:rPr lang="pt-BR" dirty="0">
                <a:latin typeface="Poppins" panose="00000500000000000000" pitchFamily="2" charset="0"/>
                <a:cs typeface="Poppins" panose="00000500000000000000" pitchFamily="2" charset="0"/>
              </a:rPr>
              <a:t>professor, relembre os alunos que ferramentas de testes podem integrar-se a pipelines CI/CD para automatizar a validação de funcionalidades, otimizando o fluxo de trabalho. A atividade de implementar testes automatizados ensina a criar uma base sólida para validar o código, enquanto o uso de Docker e </a:t>
            </a:r>
            <a:r>
              <a:rPr lang="pt-BR" dirty="0" err="1">
                <a:latin typeface="Poppins" panose="00000500000000000000" pitchFamily="2" charset="0"/>
                <a:cs typeface="Poppins" panose="00000500000000000000" pitchFamily="2" charset="0"/>
              </a:rPr>
              <a:t>Kubernetes</a:t>
            </a:r>
            <a:r>
              <a:rPr lang="pt-BR" dirty="0">
                <a:latin typeface="Poppins" panose="00000500000000000000" pitchFamily="2" charset="0"/>
                <a:cs typeface="Poppins" panose="00000500000000000000" pitchFamily="2" charset="0"/>
              </a:rPr>
              <a:t> no </a:t>
            </a:r>
            <a:r>
              <a:rPr lang="pt-BR" dirty="0" err="1">
                <a:latin typeface="Poppins" panose="00000500000000000000" pitchFamily="2" charset="0"/>
                <a:cs typeface="Poppins" panose="00000500000000000000" pitchFamily="2" charset="0"/>
              </a:rPr>
              <a:t>deploy</a:t>
            </a:r>
            <a:r>
              <a:rPr lang="pt-BR" dirty="0">
                <a:latin typeface="Poppins" panose="00000500000000000000" pitchFamily="2" charset="0"/>
                <a:cs typeface="Poppins" panose="00000500000000000000" pitchFamily="2" charset="0"/>
              </a:rPr>
              <a:t> contínuo aplica esses aprendizados em um fluxo de entrega ágil, confiável e escalável. </a:t>
            </a:r>
          </a:p>
          <a:p>
            <a:pPr>
              <a:buClrTx/>
              <a:defRPr/>
            </a:pPr>
            <a:endParaRPr lang="pt-BR" dirty="0"/>
          </a:p>
        </p:txBody>
      </p:sp>
      <p:sp>
        <p:nvSpPr>
          <p:cNvPr id="3" name="CaixaDeTexto 2">
            <a:extLst>
              <a:ext uri="{FF2B5EF4-FFF2-40B4-BE49-F238E27FC236}">
                <a16:creationId xmlns:a16="http://schemas.microsoft.com/office/drawing/2014/main" id="{410E82CB-9B58-CE8D-722C-E9A8A927B3E0}"/>
              </a:ext>
            </a:extLst>
          </p:cNvPr>
          <p:cNvSpPr txBox="1"/>
          <p:nvPr/>
        </p:nvSpPr>
        <p:spPr>
          <a:xfrm>
            <a:off x="1478287" y="3235120"/>
            <a:ext cx="15377153" cy="307777"/>
          </a:xfrm>
          <a:prstGeom prst="rect">
            <a:avLst/>
          </a:prstGeom>
          <a:noFill/>
          <a:ln>
            <a:noFill/>
          </a:ln>
        </p:spPr>
        <p:txBody>
          <a:bodyPr wrap="square">
            <a:spAutoFit/>
          </a:bodyPr>
          <a:lstStyle/>
          <a:p>
            <a:r>
              <a:rPr lang="pt-BR" b="1" dirty="0">
                <a:latin typeface="Poppins" panose="00000500000000000000" pitchFamily="2" charset="0"/>
                <a:cs typeface="Poppins" panose="00000500000000000000" pitchFamily="2" charset="0"/>
              </a:rPr>
              <a:t>Tempo:</a:t>
            </a:r>
            <a:r>
              <a:rPr lang="pt-BR" b="0" dirty="0">
                <a:latin typeface="Poppins" panose="00000500000000000000" pitchFamily="2" charset="0"/>
                <a:cs typeface="Poppins" panose="00000500000000000000" pitchFamily="2" charset="0"/>
              </a:rPr>
              <a:t> 2 minutos.</a:t>
            </a:r>
            <a:endParaRPr lang="pt-BR" dirty="0"/>
          </a:p>
        </p:txBody>
      </p:sp>
      <p:sp>
        <p:nvSpPr>
          <p:cNvPr id="2" name="Oval 11">
            <a:extLst>
              <a:ext uri="{FF2B5EF4-FFF2-40B4-BE49-F238E27FC236}">
                <a16:creationId xmlns:a16="http://schemas.microsoft.com/office/drawing/2014/main" id="{A0BEEDA5-4036-F915-C2A8-9FAFCE20F641}"/>
              </a:ext>
            </a:extLst>
          </p:cNvPr>
          <p:cNvSpPr/>
          <p:nvPr/>
        </p:nvSpPr>
        <p:spPr>
          <a:xfrm>
            <a:off x="594328" y="3075512"/>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a:p>
        </p:txBody>
      </p:sp>
      <p:pic>
        <p:nvPicPr>
          <p:cNvPr id="4" name="Imagem 3">
            <a:extLst>
              <a:ext uri="{FF2B5EF4-FFF2-40B4-BE49-F238E27FC236}">
                <a16:creationId xmlns:a16="http://schemas.microsoft.com/office/drawing/2014/main" id="{34DC0A6B-8C05-0788-FEAB-C6C8E1C0681E}"/>
              </a:ext>
            </a:extLst>
          </p:cNvPr>
          <p:cNvPicPr>
            <a:picLocks noChangeAspect="1"/>
          </p:cNvPicPr>
          <p:nvPr/>
        </p:nvPicPr>
        <p:blipFill>
          <a:blip r:embed="rId3"/>
          <a:srcRect/>
          <a:stretch/>
        </p:blipFill>
        <p:spPr>
          <a:xfrm>
            <a:off x="769865" y="3219691"/>
            <a:ext cx="235287" cy="282344"/>
          </a:xfrm>
          <a:prstGeom prst="rect">
            <a:avLst/>
          </a:prstGeom>
        </p:spPr>
      </p:pic>
      <p:sp>
        <p:nvSpPr>
          <p:cNvPr id="8" name="CaixaDeTexto 7">
            <a:extLst>
              <a:ext uri="{FF2B5EF4-FFF2-40B4-BE49-F238E27FC236}">
                <a16:creationId xmlns:a16="http://schemas.microsoft.com/office/drawing/2014/main" id="{74043670-AA01-9836-78E5-7D9F848AAE7E}"/>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6</a:t>
            </a:r>
            <a:endParaRPr lang="pt-BR" sz="4800" b="1" dirty="0">
              <a:solidFill>
                <a:schemeClr val="bg1"/>
              </a:solidFill>
              <a:latin typeface="Poppins" pitchFamily="2" charset="77"/>
              <a:cs typeface="Poppins" pitchFamily="2" charset="77"/>
            </a:endParaRPr>
          </a:p>
        </p:txBody>
      </p:sp>
      <p:sp>
        <p:nvSpPr>
          <p:cNvPr id="9" name="CaixaDeTexto 8">
            <a:extLst>
              <a:ext uri="{FF2B5EF4-FFF2-40B4-BE49-F238E27FC236}">
                <a16:creationId xmlns:a16="http://schemas.microsoft.com/office/drawing/2014/main" id="{77EF2068-05A4-A087-10AA-A97C83B191DA}"/>
              </a:ext>
            </a:extLst>
          </p:cNvPr>
          <p:cNvSpPr txBox="1"/>
          <p:nvPr/>
        </p:nvSpPr>
        <p:spPr>
          <a:xfrm>
            <a:off x="1485531" y="5265722"/>
            <a:ext cx="9144000" cy="307777"/>
          </a:xfrm>
          <a:prstGeom prst="rect">
            <a:avLst/>
          </a:prstGeom>
          <a:noFill/>
          <a:ln>
            <a:noFill/>
          </a:ln>
        </p:spPr>
        <p:txBody>
          <a:bodyPr wrap="square">
            <a:spAutoFit/>
          </a:bodyPr>
          <a:lstStyle/>
          <a:p>
            <a:pPr marL="0" lvl="0" indent="0" rtl="0">
              <a:spcBef>
                <a:spcPts val="0"/>
              </a:spcBef>
              <a:spcAft>
                <a:spcPts val="0"/>
              </a:spcAft>
              <a:buNone/>
            </a:pPr>
            <a:r>
              <a:rPr lang="pt-BR" b="1" dirty="0">
                <a:latin typeface="Poppins" panose="00000500000000000000" pitchFamily="2" charset="0"/>
                <a:cs typeface="Poppins" panose="00000500000000000000" pitchFamily="2" charset="0"/>
              </a:rPr>
              <a:t>Tempo: </a:t>
            </a:r>
            <a:r>
              <a:rPr lang="pt-BR" dirty="0">
                <a:latin typeface="Poppins" panose="00000500000000000000" pitchFamily="2" charset="0"/>
                <a:cs typeface="Poppins" panose="00000500000000000000" pitchFamily="2" charset="0"/>
              </a:rPr>
              <a:t>31 minutos. </a:t>
            </a:r>
          </a:p>
        </p:txBody>
      </p:sp>
      <p:sp>
        <p:nvSpPr>
          <p:cNvPr id="10" name="Retângulo 9">
            <a:extLst>
              <a:ext uri="{FF2B5EF4-FFF2-40B4-BE49-F238E27FC236}">
                <a16:creationId xmlns:a16="http://schemas.microsoft.com/office/drawing/2014/main" id="{1695106E-8731-CE51-9870-A0CE9F648520}"/>
              </a:ext>
            </a:extLst>
          </p:cNvPr>
          <p:cNvSpPr/>
          <p:nvPr/>
        </p:nvSpPr>
        <p:spPr>
          <a:xfrm>
            <a:off x="0" y="4014922"/>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CaixaDeTexto 10">
            <a:extLst>
              <a:ext uri="{FF2B5EF4-FFF2-40B4-BE49-F238E27FC236}">
                <a16:creationId xmlns:a16="http://schemas.microsoft.com/office/drawing/2014/main" id="{A3045B30-6DCF-95C7-DE1F-B445D8BC27F5}"/>
              </a:ext>
            </a:extLst>
          </p:cNvPr>
          <p:cNvSpPr txBox="1"/>
          <p:nvPr/>
        </p:nvSpPr>
        <p:spPr>
          <a:xfrm>
            <a:off x="1478280" y="4030162"/>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7</a:t>
            </a:r>
            <a:endParaRPr lang="pt-BR" sz="4800" b="1" dirty="0">
              <a:solidFill>
                <a:schemeClr val="bg1"/>
              </a:solidFill>
              <a:latin typeface="Poppins" pitchFamily="2" charset="77"/>
              <a:cs typeface="Poppins" pitchFamily="2" charset="77"/>
            </a:endParaRPr>
          </a:p>
        </p:txBody>
      </p:sp>
      <p:sp>
        <p:nvSpPr>
          <p:cNvPr id="12" name="Oval 11">
            <a:extLst>
              <a:ext uri="{FF2B5EF4-FFF2-40B4-BE49-F238E27FC236}">
                <a16:creationId xmlns:a16="http://schemas.microsoft.com/office/drawing/2014/main" id="{41BAEE8D-F326-67CE-0A1F-56FFE4B7706C}"/>
              </a:ext>
            </a:extLst>
          </p:cNvPr>
          <p:cNvSpPr/>
          <p:nvPr/>
        </p:nvSpPr>
        <p:spPr>
          <a:xfrm>
            <a:off x="632428" y="5113862"/>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a:p>
        </p:txBody>
      </p:sp>
      <p:pic>
        <p:nvPicPr>
          <p:cNvPr id="15" name="Imagem 14">
            <a:extLst>
              <a:ext uri="{FF2B5EF4-FFF2-40B4-BE49-F238E27FC236}">
                <a16:creationId xmlns:a16="http://schemas.microsoft.com/office/drawing/2014/main" id="{31C08142-289E-857E-BD8B-30EADAE6F7FB}"/>
              </a:ext>
            </a:extLst>
          </p:cNvPr>
          <p:cNvPicPr>
            <a:picLocks noChangeAspect="1"/>
          </p:cNvPicPr>
          <p:nvPr/>
        </p:nvPicPr>
        <p:blipFill>
          <a:blip r:embed="rId3"/>
          <a:srcRect/>
          <a:stretch/>
        </p:blipFill>
        <p:spPr>
          <a:xfrm>
            <a:off x="807965" y="5258041"/>
            <a:ext cx="235287" cy="282344"/>
          </a:xfrm>
          <a:prstGeom prst="rect">
            <a:avLst/>
          </a:prstGeom>
        </p:spPr>
      </p:pic>
    </p:spTree>
    <p:extLst>
      <p:ext uri="{BB962C8B-B14F-4D97-AF65-F5344CB8AC3E}">
        <p14:creationId xmlns:p14="http://schemas.microsoft.com/office/powerpoint/2010/main" val="35557158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 name="CaixaDeTexto 3">
            <a:extLst>
              <a:ext uri="{FF2B5EF4-FFF2-40B4-BE49-F238E27FC236}">
                <a16:creationId xmlns:a16="http://schemas.microsoft.com/office/drawing/2014/main" id="{4F0AFEA1-9119-C042-CFE7-7B540E598DA4}"/>
              </a:ext>
            </a:extLst>
          </p:cNvPr>
          <p:cNvSpPr txBox="1"/>
          <p:nvPr/>
        </p:nvSpPr>
        <p:spPr>
          <a:xfrm>
            <a:off x="1224832" y="1977906"/>
            <a:ext cx="16394430" cy="3935052"/>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229870">
              <a:lnSpc>
                <a:spcPct val="107000"/>
              </a:lnSpc>
            </a:pPr>
            <a:endParaRPr lang="pt-BR" b="1" dirty="0">
              <a:latin typeface="Poppins" panose="00000500000000000000" pitchFamily="2" charset="0"/>
              <a:cs typeface="Poppins" panose="00000500000000000000" pitchFamily="2" charset="0"/>
            </a:endParaRPr>
          </a:p>
          <a:p>
            <a:pPr>
              <a:lnSpc>
                <a:spcPct val="107000"/>
              </a:lnSpc>
              <a:spcAft>
                <a:spcPts val="800"/>
              </a:spcAft>
            </a:pPr>
            <a:r>
              <a:rPr lang="pt-BR" b="1" dirty="0">
                <a:latin typeface="Poppins" panose="00000500000000000000" pitchFamily="2" charset="0"/>
                <a:cs typeface="Poppins" panose="00000500000000000000" pitchFamily="2" charset="0"/>
              </a:rPr>
              <a:t>Orientações: </a:t>
            </a:r>
            <a:r>
              <a:rPr lang="pt-BR" kern="100" dirty="0">
                <a:effectLst/>
                <a:latin typeface="Poppins" panose="00000500000000000000" pitchFamily="2" charset="0"/>
                <a:ea typeface="Aptos" panose="020B0004020202020204" pitchFamily="34" charset="0"/>
                <a:cs typeface="Poppins" panose="00000500000000000000" pitchFamily="2" charset="0"/>
              </a:rPr>
              <a:t>a </a:t>
            </a:r>
            <a:r>
              <a:rPr lang="pt-BR" b="1" kern="100" dirty="0">
                <a:effectLst/>
                <a:latin typeface="Poppins" panose="00000500000000000000" pitchFamily="2" charset="0"/>
                <a:ea typeface="Aptos" panose="020B0004020202020204" pitchFamily="34" charset="0"/>
                <a:cs typeface="Poppins" panose="00000500000000000000" pitchFamily="2" charset="0"/>
              </a:rPr>
              <a:t>seção Ser sempre +</a:t>
            </a:r>
            <a:r>
              <a:rPr lang="pt-BR" kern="100" dirty="0">
                <a:effectLst/>
                <a:latin typeface="Poppins" panose="00000500000000000000" pitchFamily="2" charset="0"/>
                <a:ea typeface="Aptos" panose="020B0004020202020204" pitchFamily="34" charset="0"/>
                <a:cs typeface="Poppins" panose="00000500000000000000" pitchFamily="2" charset="0"/>
              </a:rPr>
              <a:t> tem como objetivo desenvolver e aprimorar as competências socioemocionais dos estudantes, focando especificamente nas situações desafiadoras que podem surgir no ambiente profissional. </a:t>
            </a:r>
          </a:p>
          <a:p>
            <a:pPr>
              <a:lnSpc>
                <a:spcPct val="107000"/>
              </a:lnSpc>
              <a:spcAft>
                <a:spcPts val="800"/>
              </a:spcAft>
            </a:pPr>
            <a:endParaRPr lang="pt-BR" b="1"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Tempo:</a:t>
            </a:r>
            <a:r>
              <a:rPr lang="pt-BR" kern="100" dirty="0">
                <a:effectLst/>
                <a:latin typeface="Poppins" panose="00000500000000000000" pitchFamily="2" charset="0"/>
                <a:ea typeface="Aptos" panose="020B0004020202020204" pitchFamily="34" charset="0"/>
                <a:cs typeface="Poppins" panose="00000500000000000000" pitchFamily="2" charset="0"/>
              </a:rPr>
              <a:t> 15 minutos.</a:t>
            </a:r>
          </a:p>
          <a:p>
            <a:pPr>
              <a:lnSpc>
                <a:spcPct val="107000"/>
              </a:lnSpc>
              <a:spcAft>
                <a:spcPts val="800"/>
              </a:spcAft>
            </a:pPr>
            <a:endParaRPr lang="pt-BR"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endParaRPr lang="pt-BR" b="1"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Gestão de sala de aula</a:t>
            </a:r>
            <a:r>
              <a:rPr lang="pt-BR" kern="100" dirty="0">
                <a:effectLst/>
                <a:latin typeface="Poppins" panose="00000500000000000000" pitchFamily="2" charset="0"/>
                <a:ea typeface="Aptos" panose="020B0004020202020204" pitchFamily="34" charset="0"/>
                <a:cs typeface="Poppins" panose="00000500000000000000" pitchFamily="2" charset="0"/>
              </a:rPr>
              <a:t>: </a:t>
            </a:r>
          </a:p>
          <a:p>
            <a:pPr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Mantenha um ambiente de diálogo aberto e respeitoso. </a:t>
            </a:r>
          </a:p>
          <a:p>
            <a:pPr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Assegure a participação equitativa, promovendo uma discussão inclusiva. </a:t>
            </a:r>
          </a:p>
          <a:p>
            <a:pPr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Reconheça a complexidade do tema e a diversidade de perspectivas que os estudantes podem trazer. </a:t>
            </a:r>
          </a:p>
          <a:p>
            <a:pPr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Forneça feedback construtivo e direcionamento à medida que os estudantes exploram possíveis soluções para o cenário proposto.  </a:t>
            </a:r>
          </a:p>
          <a:p>
            <a:pPr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Ajude os estudantes a refinarem suas ideias e a considerarem todas as implicações de suas sugestões</a:t>
            </a:r>
            <a:r>
              <a:rPr lang="pt-BR" kern="100" dirty="0">
                <a:latin typeface="Poppins" panose="00000500000000000000" pitchFamily="2" charset="0"/>
                <a:ea typeface="Aptos" panose="020B0004020202020204" pitchFamily="34" charset="0"/>
                <a:cs typeface="Poppins" panose="00000500000000000000" pitchFamily="2" charset="0"/>
              </a:rPr>
              <a:t>.</a:t>
            </a:r>
            <a:endParaRPr lang="pt-BR" dirty="0">
              <a:latin typeface="Poppins" panose="00000500000000000000" pitchFamily="2" charset="0"/>
              <a:cs typeface="Poppins" panose="00000500000000000000" pitchFamily="2" charset="0"/>
            </a:endParaRPr>
          </a:p>
          <a:p>
            <a:pPr indent="-229870">
              <a:lnSpc>
                <a:spcPct val="107000"/>
              </a:lnSpc>
            </a:pPr>
            <a:endParaRPr lang="pt-BR" kern="100" dirty="0">
              <a:effectLst/>
              <a:latin typeface="Poppins" panose="00000500000000000000" pitchFamily="2" charset="0"/>
              <a:ea typeface="Aptos" panose="020B0004020202020204" pitchFamily="34" charset="0"/>
              <a:cs typeface="Poppins" panose="00000500000000000000" pitchFamily="2" charset="0"/>
            </a:endParaRPr>
          </a:p>
        </p:txBody>
      </p:sp>
      <p:sp>
        <p:nvSpPr>
          <p:cNvPr id="7" name="Retângulo 6">
            <a:extLst>
              <a:ext uri="{FF2B5EF4-FFF2-40B4-BE49-F238E27FC236}">
                <a16:creationId xmlns:a16="http://schemas.microsoft.com/office/drawing/2014/main" id="{3B75932C-CC80-6A56-E5BC-5DEB4AF4C62F}"/>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CaixaDeTexto 12">
            <a:extLst>
              <a:ext uri="{FF2B5EF4-FFF2-40B4-BE49-F238E27FC236}">
                <a16:creationId xmlns:a16="http://schemas.microsoft.com/office/drawing/2014/main" id="{B2A952CB-DC09-F6A6-6C6D-C1E848537DFD}"/>
              </a:ext>
            </a:extLst>
          </p:cNvPr>
          <p:cNvSpPr txBox="1"/>
          <p:nvPr/>
        </p:nvSpPr>
        <p:spPr>
          <a:xfrm>
            <a:off x="1478280" y="1193628"/>
            <a:ext cx="8884920" cy="724347"/>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11</a:t>
            </a:r>
            <a:endParaRPr lang="pt-BR" sz="4800" b="1" dirty="0">
              <a:solidFill>
                <a:schemeClr val="bg1"/>
              </a:solidFill>
              <a:latin typeface="Poppins" pitchFamily="2" charset="77"/>
              <a:cs typeface="Poppins" pitchFamily="2" charset="77"/>
            </a:endParaRPr>
          </a:p>
        </p:txBody>
      </p:sp>
      <p:cxnSp>
        <p:nvCxnSpPr>
          <p:cNvPr id="5" name="Conector Reto 6">
            <a:extLst>
              <a:ext uri="{FF2B5EF4-FFF2-40B4-BE49-F238E27FC236}">
                <a16:creationId xmlns:a16="http://schemas.microsoft.com/office/drawing/2014/main" id="{9D29F592-5ECC-3334-7478-87747046DFB8}"/>
              </a:ext>
            </a:extLst>
          </p:cNvPr>
          <p:cNvCxnSpPr>
            <a:cxnSpLocks/>
          </p:cNvCxnSpPr>
          <p:nvPr/>
        </p:nvCxnSpPr>
        <p:spPr>
          <a:xfrm flipV="1">
            <a:off x="868312" y="1712979"/>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6" name="Oval 11">
            <a:extLst>
              <a:ext uri="{FF2B5EF4-FFF2-40B4-BE49-F238E27FC236}">
                <a16:creationId xmlns:a16="http://schemas.microsoft.com/office/drawing/2014/main" id="{9DB95264-A000-015A-DB42-45E4CA05F872}"/>
              </a:ext>
            </a:extLst>
          </p:cNvPr>
          <p:cNvSpPr/>
          <p:nvPr/>
        </p:nvSpPr>
        <p:spPr>
          <a:xfrm>
            <a:off x="590646" y="2967031"/>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a:p>
        </p:txBody>
      </p:sp>
      <p:sp>
        <p:nvSpPr>
          <p:cNvPr id="9" name="Oval 12">
            <a:extLst>
              <a:ext uri="{FF2B5EF4-FFF2-40B4-BE49-F238E27FC236}">
                <a16:creationId xmlns:a16="http://schemas.microsoft.com/office/drawing/2014/main" id="{F32573A7-AE7A-A513-07BE-A83975642382}"/>
              </a:ext>
            </a:extLst>
          </p:cNvPr>
          <p:cNvSpPr/>
          <p:nvPr/>
        </p:nvSpPr>
        <p:spPr>
          <a:xfrm>
            <a:off x="606222" y="2071653"/>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16" name="Google Shape;2216;p100">
            <a:extLst>
              <a:ext uri="{FF2B5EF4-FFF2-40B4-BE49-F238E27FC236}">
                <a16:creationId xmlns:a16="http://schemas.microsoft.com/office/drawing/2014/main" id="{29E53CFB-DB8A-535C-BF67-E1DB847E8348}"/>
              </a:ext>
            </a:extLst>
          </p:cNvPr>
          <p:cNvSpPr/>
          <p:nvPr/>
        </p:nvSpPr>
        <p:spPr>
          <a:xfrm>
            <a:off x="712493" y="2194086"/>
            <a:ext cx="355853" cy="301106"/>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7" name="Imagem 16">
            <a:extLst>
              <a:ext uri="{FF2B5EF4-FFF2-40B4-BE49-F238E27FC236}">
                <a16:creationId xmlns:a16="http://schemas.microsoft.com/office/drawing/2014/main" id="{BE5EF110-78A6-FEE3-7CC5-509EF4CBB70B}"/>
              </a:ext>
            </a:extLst>
          </p:cNvPr>
          <p:cNvPicPr>
            <a:picLocks noChangeAspect="1"/>
          </p:cNvPicPr>
          <p:nvPr/>
        </p:nvPicPr>
        <p:blipFill>
          <a:blip r:embed="rId3"/>
          <a:srcRect/>
          <a:stretch/>
        </p:blipFill>
        <p:spPr>
          <a:xfrm>
            <a:off x="766183" y="3111210"/>
            <a:ext cx="235287" cy="282344"/>
          </a:xfrm>
          <a:prstGeom prst="rect">
            <a:avLst/>
          </a:prstGeom>
        </p:spPr>
      </p:pic>
      <p:sp>
        <p:nvSpPr>
          <p:cNvPr id="18" name="Oval 10">
            <a:extLst>
              <a:ext uri="{FF2B5EF4-FFF2-40B4-BE49-F238E27FC236}">
                <a16:creationId xmlns:a16="http://schemas.microsoft.com/office/drawing/2014/main" id="{DB7AA251-AB31-9772-3E53-043C1EC06B0D}"/>
              </a:ext>
            </a:extLst>
          </p:cNvPr>
          <p:cNvSpPr/>
          <p:nvPr/>
        </p:nvSpPr>
        <p:spPr>
          <a:xfrm>
            <a:off x="581660" y="3978772"/>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19" name="Google Shape;2223;p100">
            <a:extLst>
              <a:ext uri="{FF2B5EF4-FFF2-40B4-BE49-F238E27FC236}">
                <a16:creationId xmlns:a16="http://schemas.microsoft.com/office/drawing/2014/main" id="{F84DB645-9369-6D89-89C8-B15920AF4BFE}"/>
              </a:ext>
            </a:extLst>
          </p:cNvPr>
          <p:cNvSpPr>
            <a:spLocks/>
          </p:cNvSpPr>
          <p:nvPr/>
        </p:nvSpPr>
        <p:spPr>
          <a:xfrm>
            <a:off x="685177" y="4096417"/>
            <a:ext cx="368618" cy="340263"/>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2" name="Oval 9">
            <a:extLst>
              <a:ext uri="{FF2B5EF4-FFF2-40B4-BE49-F238E27FC236}">
                <a16:creationId xmlns:a16="http://schemas.microsoft.com/office/drawing/2014/main" id="{0C4D7D32-C456-9E93-B9DD-39FDE314BD5C}"/>
              </a:ext>
            </a:extLst>
          </p:cNvPr>
          <p:cNvSpPr/>
          <p:nvPr/>
        </p:nvSpPr>
        <p:spPr>
          <a:xfrm>
            <a:off x="586664" y="6258960"/>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10" name="Gráfico 9">
            <a:extLst>
              <a:ext uri="{FF2B5EF4-FFF2-40B4-BE49-F238E27FC236}">
                <a16:creationId xmlns:a16="http://schemas.microsoft.com/office/drawing/2014/main" id="{4C39190B-D359-5B3A-E175-4B8112E8EBA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7877" y="6364641"/>
            <a:ext cx="352944" cy="360965"/>
          </a:xfrm>
          <a:prstGeom prst="rect">
            <a:avLst/>
          </a:prstGeom>
        </p:spPr>
      </p:pic>
      <p:sp>
        <p:nvSpPr>
          <p:cNvPr id="4" name="CaixaDeTexto 3">
            <a:extLst>
              <a:ext uri="{FF2B5EF4-FFF2-40B4-BE49-F238E27FC236}">
                <a16:creationId xmlns:a16="http://schemas.microsoft.com/office/drawing/2014/main" id="{0FE9F336-E1B4-4BAE-759A-01AC5C09DA5E}"/>
              </a:ext>
            </a:extLst>
          </p:cNvPr>
          <p:cNvSpPr txBox="1"/>
          <p:nvPr/>
        </p:nvSpPr>
        <p:spPr>
          <a:xfrm>
            <a:off x="1478279" y="6364641"/>
            <a:ext cx="15941403" cy="2148986"/>
          </a:xfrm>
          <a:prstGeom prst="rect">
            <a:avLst/>
          </a:prstGeom>
          <a:noFill/>
          <a:ln>
            <a:noFill/>
          </a:ln>
        </p:spPr>
        <p:txBody>
          <a:bodyPr wrap="square">
            <a:spAutoFit/>
          </a:bodyPr>
          <a:lstStyle/>
          <a:p>
            <a:pPr>
              <a:lnSpc>
                <a:spcPct val="107000"/>
              </a:lnSpc>
              <a:spcAft>
                <a:spcPts val="800"/>
              </a:spcAft>
            </a:pPr>
            <a:r>
              <a:rPr lang="pt-BR" b="1" kern="100" dirty="0">
                <a:effectLst/>
                <a:latin typeface="Poppins" pitchFamily="2" charset="77"/>
                <a:ea typeface="Aptos" panose="020B0004020202020204" pitchFamily="34" charset="0"/>
                <a:cs typeface="Times New Roman" panose="02020603050405020304" pitchFamily="18" charset="0"/>
              </a:rPr>
              <a:t>Expectativas de respostas</a:t>
            </a:r>
            <a:r>
              <a:rPr lang="pt-BR" kern="100" dirty="0">
                <a:effectLst/>
                <a:latin typeface="Poppins" panose="00000500000000000000" pitchFamily="2" charset="0"/>
                <a:ea typeface="Aptos" panose="020B0004020202020204" pitchFamily="34" charset="0"/>
                <a:cs typeface="Poppins" panose="00000500000000000000" pitchFamily="2" charset="0"/>
              </a:rPr>
              <a:t>:</a:t>
            </a:r>
            <a:endParaRPr lang="pt-BR" dirty="0">
              <a:latin typeface="Poppins" panose="00000500000000000000" pitchFamily="2" charset="0"/>
              <a:cs typeface="Poppins" panose="00000500000000000000" pitchFamily="2" charset="0"/>
            </a:endParaRPr>
          </a:p>
          <a:p>
            <a:pPr indent="-171450">
              <a:buFont typeface="Arial" panose="020B0604020202020204" pitchFamily="34" charset="0"/>
              <a:buChar char="•"/>
            </a:pPr>
            <a:r>
              <a:rPr lang="pt-BR" dirty="0">
                <a:latin typeface="Poppins" panose="00000500000000000000" pitchFamily="2" charset="0"/>
                <a:cs typeface="Poppins" panose="00000500000000000000" pitchFamily="2" charset="0"/>
              </a:rPr>
              <a:t>Para lidar com o desentendimento, conduziria uma reunião estruturada, na qual cada membro teria a oportunidade de expor suas preocupações e argumentos. Utilizaria uma abordagem conciliadora, propondo que as tarefas fossem organizadas em etapas: priorizar o pipeline de testes como base para validação e, em seguida, focar na configuração da persistência. Isso garantiria um alinhamento claro das prioridades.</a:t>
            </a:r>
          </a:p>
          <a:p>
            <a:pPr indent="-171450">
              <a:buFont typeface="Arial" panose="020B0604020202020204" pitchFamily="34" charset="0"/>
              <a:buChar char="•"/>
            </a:pPr>
            <a:endParaRPr lang="pt-BR" dirty="0">
              <a:latin typeface="Poppins" panose="00000500000000000000" pitchFamily="2" charset="0"/>
              <a:cs typeface="Poppins" panose="00000500000000000000" pitchFamily="2" charset="0"/>
            </a:endParaRPr>
          </a:p>
          <a:p>
            <a:pPr indent="-171450">
              <a:buFont typeface="Arial" panose="020B0604020202020204" pitchFamily="34" charset="0"/>
              <a:buChar char="•"/>
            </a:pPr>
            <a:r>
              <a:rPr lang="pt-BR" dirty="0">
                <a:latin typeface="Poppins" panose="00000500000000000000" pitchFamily="2" charset="0"/>
                <a:cs typeface="Poppins" panose="00000500000000000000" pitchFamily="2" charset="0"/>
              </a:rPr>
              <a:t>Ofereceria suporte prático ao colega, explicando os conceitos de </a:t>
            </a:r>
            <a:r>
              <a:rPr lang="pt-BR" dirty="0" err="1">
                <a:latin typeface="Poppins" panose="00000500000000000000" pitchFamily="2" charset="0"/>
                <a:cs typeface="Poppins" panose="00000500000000000000" pitchFamily="2" charset="0"/>
              </a:rPr>
              <a:t>persistent</a:t>
            </a:r>
            <a:r>
              <a:rPr lang="pt-BR" dirty="0">
                <a:latin typeface="Poppins" panose="00000500000000000000" pitchFamily="2" charset="0"/>
                <a:cs typeface="Poppins" panose="00000500000000000000" pitchFamily="2" charset="0"/>
              </a:rPr>
              <a:t> volumes (</a:t>
            </a:r>
            <a:r>
              <a:rPr lang="pt-BR" dirty="0" err="1">
                <a:latin typeface="Poppins" panose="00000500000000000000" pitchFamily="2" charset="0"/>
                <a:cs typeface="Poppins" panose="00000500000000000000" pitchFamily="2" charset="0"/>
              </a:rPr>
              <a:t>PVs</a:t>
            </a:r>
            <a:r>
              <a:rPr lang="pt-BR" dirty="0">
                <a:latin typeface="Poppins" panose="00000500000000000000" pitchFamily="2" charset="0"/>
                <a:cs typeface="Poppins" panose="00000500000000000000" pitchFamily="2" charset="0"/>
              </a:rPr>
              <a:t>) e </a:t>
            </a:r>
            <a:r>
              <a:rPr lang="pt-BR" dirty="0" err="1">
                <a:latin typeface="Poppins" panose="00000500000000000000" pitchFamily="2" charset="0"/>
                <a:cs typeface="Poppins" panose="00000500000000000000" pitchFamily="2" charset="0"/>
              </a:rPr>
              <a:t>persistent</a:t>
            </a:r>
            <a:r>
              <a:rPr lang="pt-BR" dirty="0">
                <a:latin typeface="Poppins" panose="00000500000000000000" pitchFamily="2" charset="0"/>
                <a:cs typeface="Poppins" panose="00000500000000000000" pitchFamily="2" charset="0"/>
              </a:rPr>
              <a:t> volume </a:t>
            </a:r>
            <a:r>
              <a:rPr lang="pt-BR" dirty="0" err="1">
                <a:latin typeface="Poppins" panose="00000500000000000000" pitchFamily="2" charset="0"/>
                <a:cs typeface="Poppins" panose="00000500000000000000" pitchFamily="2" charset="0"/>
              </a:rPr>
              <a:t>claims</a:t>
            </a:r>
            <a:r>
              <a:rPr lang="pt-BR" dirty="0">
                <a:latin typeface="Poppins" panose="00000500000000000000" pitchFamily="2" charset="0"/>
                <a:cs typeface="Poppins" panose="00000500000000000000" pitchFamily="2" charset="0"/>
              </a:rPr>
              <a:t> (</a:t>
            </a:r>
            <a:r>
              <a:rPr lang="pt-BR" dirty="0" err="1">
                <a:latin typeface="Poppins" panose="00000500000000000000" pitchFamily="2" charset="0"/>
                <a:cs typeface="Poppins" panose="00000500000000000000" pitchFamily="2" charset="0"/>
              </a:rPr>
              <a:t>PVCs</a:t>
            </a:r>
            <a:r>
              <a:rPr lang="pt-BR" dirty="0">
                <a:latin typeface="Poppins" panose="00000500000000000000" pitchFamily="2" charset="0"/>
                <a:cs typeface="Poppins" panose="00000500000000000000" pitchFamily="2" charset="0"/>
              </a:rPr>
              <a:t>) com exemplos simples e objetivos. Também sugeriria que trabalhássemos juntos na configuração inicial, para que ele adquirisse mais confiança. Paralelamente, redistribuiria algumas de suas responsabilidades entre outros membros, a fim de reduzir sua carga de trabalho. Dessa forma, acredito que o colega se sentiria mais confortável para lidar com o desafio. Esse suporte não apenas fortaleceria sua confiança, mas também motivaria a equipe a colaborar de forma mais efetiva, percebendo o impacto positivo do trabalho em grupo.</a:t>
            </a:r>
          </a:p>
        </p:txBody>
      </p:sp>
    </p:spTree>
    <p:extLst>
      <p:ext uri="{BB962C8B-B14F-4D97-AF65-F5344CB8AC3E}">
        <p14:creationId xmlns:p14="http://schemas.microsoft.com/office/powerpoint/2010/main" val="13177511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4CE74A5-4899-15FF-B913-F9672A7AB5F0}"/>
            </a:ext>
          </a:extLst>
        </p:cNvPr>
        <p:cNvGrpSpPr/>
        <p:nvPr/>
      </p:nvGrpSpPr>
      <p:grpSpPr>
        <a:xfrm>
          <a:off x="0" y="0"/>
          <a:ext cx="0" cy="0"/>
          <a:chOff x="0" y="0"/>
          <a:chExt cx="0" cy="0"/>
        </a:xfrm>
      </p:grpSpPr>
      <p:cxnSp>
        <p:nvCxnSpPr>
          <p:cNvPr id="7" name="Conector Reto 6">
            <a:extLst>
              <a:ext uri="{FF2B5EF4-FFF2-40B4-BE49-F238E27FC236}">
                <a16:creationId xmlns:a16="http://schemas.microsoft.com/office/drawing/2014/main" id="{71446BE5-7F4D-85A3-CB1E-D3B237F3662F}"/>
              </a:ext>
            </a:extLst>
          </p:cNvPr>
          <p:cNvCxnSpPr>
            <a:cxnSpLocks/>
          </p:cNvCxnSpPr>
          <p:nvPr/>
        </p:nvCxnSpPr>
        <p:spPr>
          <a:xfrm flipV="1">
            <a:off x="868312" y="1689533"/>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9" name="Oval 8">
            <a:extLst>
              <a:ext uri="{FF2B5EF4-FFF2-40B4-BE49-F238E27FC236}">
                <a16:creationId xmlns:a16="http://schemas.microsoft.com/office/drawing/2014/main" id="{0A121B23-94A5-49A8-2872-0EB5533F16A0}"/>
              </a:ext>
            </a:extLst>
          </p:cNvPr>
          <p:cNvSpPr/>
          <p:nvPr/>
        </p:nvSpPr>
        <p:spPr>
          <a:xfrm>
            <a:off x="601805" y="6980348"/>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10" name="Oval 9">
            <a:extLst>
              <a:ext uri="{FF2B5EF4-FFF2-40B4-BE49-F238E27FC236}">
                <a16:creationId xmlns:a16="http://schemas.microsoft.com/office/drawing/2014/main" id="{1063A493-115B-BE42-26C5-C5D2E9D31ED3}"/>
              </a:ext>
            </a:extLst>
          </p:cNvPr>
          <p:cNvSpPr/>
          <p:nvPr/>
        </p:nvSpPr>
        <p:spPr>
          <a:xfrm>
            <a:off x="600496" y="4939088"/>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17" name="Gráfico 16">
            <a:extLst>
              <a:ext uri="{FF2B5EF4-FFF2-40B4-BE49-F238E27FC236}">
                <a16:creationId xmlns:a16="http://schemas.microsoft.com/office/drawing/2014/main" id="{2B724F30-AE70-60FF-7AAD-225CBD4914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7195" y="5044769"/>
            <a:ext cx="352944" cy="360965"/>
          </a:xfrm>
          <a:prstGeom prst="rect">
            <a:avLst/>
          </a:prstGeom>
        </p:spPr>
      </p:pic>
      <p:pic>
        <p:nvPicPr>
          <p:cNvPr id="18" name="Gráfico 17">
            <a:extLst>
              <a:ext uri="{FF2B5EF4-FFF2-40B4-BE49-F238E27FC236}">
                <a16:creationId xmlns:a16="http://schemas.microsoft.com/office/drawing/2014/main" id="{695489E3-30C1-A636-BF81-0B37B5B4D35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7717" y="7061529"/>
            <a:ext cx="312039" cy="400050"/>
          </a:xfrm>
          <a:prstGeom prst="rect">
            <a:avLst/>
          </a:prstGeom>
        </p:spPr>
      </p:pic>
      <p:sp>
        <p:nvSpPr>
          <p:cNvPr id="20" name="CaixaDeTexto 3">
            <a:extLst>
              <a:ext uri="{FF2B5EF4-FFF2-40B4-BE49-F238E27FC236}">
                <a16:creationId xmlns:a16="http://schemas.microsoft.com/office/drawing/2014/main" id="{CFCD196D-D042-A3D8-C333-028CC27E382D}"/>
              </a:ext>
            </a:extLst>
          </p:cNvPr>
          <p:cNvSpPr txBox="1"/>
          <p:nvPr/>
        </p:nvSpPr>
        <p:spPr>
          <a:xfrm>
            <a:off x="1478280" y="2146575"/>
            <a:ext cx="15377160" cy="5519588"/>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Orientaç</a:t>
            </a:r>
            <a:r>
              <a:rPr lang="pt-BR" b="1" kern="100" dirty="0">
                <a:latin typeface="Poppins" panose="00000500000000000000" pitchFamily="2" charset="0"/>
                <a:ea typeface="Aptos" panose="020B0004020202020204" pitchFamily="34" charset="0"/>
                <a:cs typeface="Poppins" panose="00000500000000000000" pitchFamily="2" charset="0"/>
              </a:rPr>
              <a:t>ões: </a:t>
            </a:r>
            <a:r>
              <a:rPr lang="pt-BR" kern="100" dirty="0">
                <a:latin typeface="Poppins" panose="00000500000000000000" pitchFamily="2" charset="0"/>
                <a:ea typeface="Aptos" panose="020B0004020202020204" pitchFamily="34" charset="0"/>
                <a:cs typeface="Poppins" panose="00000500000000000000" pitchFamily="2" charset="0"/>
              </a:rPr>
              <a:t>p</a:t>
            </a:r>
            <a:r>
              <a:rPr lang="pt-BR" kern="100" dirty="0">
                <a:effectLst/>
                <a:latin typeface="Poppins" panose="00000500000000000000" pitchFamily="2" charset="0"/>
                <a:ea typeface="Aptos" panose="020B0004020202020204" pitchFamily="34" charset="0"/>
                <a:cs typeface="Poppins" panose="00000500000000000000" pitchFamily="2" charset="0"/>
              </a:rPr>
              <a:t>rofessor, a seção </a:t>
            </a:r>
            <a:r>
              <a:rPr lang="pt-BR" b="1" kern="100" dirty="0">
                <a:effectLst/>
                <a:latin typeface="Poppins" panose="00000500000000000000" pitchFamily="2" charset="0"/>
                <a:ea typeface="Aptos" panose="020B0004020202020204" pitchFamily="34" charset="0"/>
                <a:cs typeface="Poppins" panose="00000500000000000000" pitchFamily="2" charset="0"/>
              </a:rPr>
              <a:t>O que nós aprendemos hoje?</a:t>
            </a:r>
            <a:r>
              <a:rPr lang="pt-BR" kern="100" dirty="0">
                <a:effectLst/>
                <a:latin typeface="Poppins" panose="00000500000000000000" pitchFamily="2" charset="0"/>
                <a:ea typeface="Aptos" panose="020B0004020202020204" pitchFamily="34" charset="0"/>
                <a:cs typeface="Poppins" panose="00000500000000000000" pitchFamily="2" charset="0"/>
              </a:rPr>
              <a:t> tem o objetivo de reforçar e esclarecer os conceitos principais discutidos na aula. Essa dinâmica pode ser uma ferramenta de avaliação informal do aprendizado dos estudantes, identificando áreas que podem precisar de mais atenção em aulas futuras. </a:t>
            </a:r>
          </a:p>
          <a:p>
            <a:pPr>
              <a:lnSpc>
                <a:spcPct val="107000"/>
              </a:lnSpc>
              <a:spcAft>
                <a:spcPts val="800"/>
              </a:spcAft>
            </a:pPr>
            <a:endParaRPr lang="pt-BR" kern="100" dirty="0">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Tempo:</a:t>
            </a:r>
            <a:r>
              <a:rPr lang="pt-BR" kern="100" dirty="0">
                <a:effectLst/>
                <a:latin typeface="Poppins" panose="00000500000000000000" pitchFamily="2" charset="0"/>
                <a:ea typeface="Aptos" panose="020B0004020202020204" pitchFamily="34" charset="0"/>
                <a:cs typeface="Poppins" panose="00000500000000000000" pitchFamily="2" charset="0"/>
              </a:rPr>
              <a:t> </a:t>
            </a:r>
            <a:r>
              <a:rPr lang="pt-BR" kern="100" dirty="0">
                <a:latin typeface="Poppins" panose="00000500000000000000" pitchFamily="2" charset="0"/>
                <a:ea typeface="Aptos" panose="020B0004020202020204" pitchFamily="34" charset="0"/>
                <a:cs typeface="Poppins" panose="00000500000000000000" pitchFamily="2" charset="0"/>
              </a:rPr>
              <a:t>1</a:t>
            </a:r>
            <a:r>
              <a:rPr lang="pt-BR" kern="100" dirty="0">
                <a:effectLst/>
                <a:latin typeface="Poppins" panose="00000500000000000000" pitchFamily="2" charset="0"/>
                <a:ea typeface="Aptos" panose="020B0004020202020204" pitchFamily="34" charset="0"/>
                <a:cs typeface="Poppins" panose="00000500000000000000" pitchFamily="2" charset="0"/>
              </a:rPr>
              <a:t> minuto.</a:t>
            </a:r>
          </a:p>
          <a:p>
            <a:pPr>
              <a:lnSpc>
                <a:spcPct val="107000"/>
              </a:lnSpc>
              <a:spcAft>
                <a:spcPts val="800"/>
              </a:spcAft>
            </a:pPr>
            <a:endParaRPr lang="pt-BR" b="1"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Gestão de sala de aula:</a:t>
            </a:r>
            <a:r>
              <a:rPr lang="pt-BR" kern="100" dirty="0">
                <a:effectLst/>
                <a:latin typeface="Poppins" panose="00000500000000000000" pitchFamily="2" charset="0"/>
                <a:ea typeface="Aptos" panose="020B0004020202020204" pitchFamily="34" charset="0"/>
                <a:cs typeface="Poppins" panose="00000500000000000000" pitchFamily="2" charset="0"/>
              </a:rPr>
              <a:t> </a:t>
            </a:r>
          </a:p>
          <a:p>
            <a:pPr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Mantenha um tom positivo e construtivo, reforçando o aprendizado em vez de focar em correções. </a:t>
            </a:r>
          </a:p>
          <a:p>
            <a:pPr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Seja direto e objetivo nas explicações para manter a atividade dentro do tempo estipulado. </a:t>
            </a:r>
          </a:p>
          <a:p>
            <a:pPr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Engaje os estudantes rapidamente, pedindo confirmações ou reações breves às definições apresentadas. </a:t>
            </a:r>
          </a:p>
          <a:p>
            <a:pPr>
              <a:lnSpc>
                <a:spcPct val="107000"/>
              </a:lnSpc>
              <a:spcAft>
                <a:spcPts val="800"/>
              </a:spcAft>
            </a:pPr>
            <a:endParaRPr lang="pt-BR"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pPr>
            <a:r>
              <a:rPr lang="pt-BR" b="1" kern="100" dirty="0">
                <a:effectLst/>
                <a:latin typeface="Poppins" panose="00000500000000000000" pitchFamily="2" charset="0"/>
                <a:ea typeface="Aptos" panose="020B0004020202020204" pitchFamily="34" charset="0"/>
                <a:cs typeface="Poppins" panose="00000500000000000000" pitchFamily="2" charset="0"/>
              </a:rPr>
              <a:t>Condução da dinâmica: </a:t>
            </a:r>
          </a:p>
          <a:p>
            <a:pPr marL="285750"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Explique que esta parte da seção, “Então ficamos assim...”, é um momento de reflexão e esclarecimento sobre os conceitos abordados na aula. </a:t>
            </a:r>
          </a:p>
          <a:p>
            <a:pPr marL="285750"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Informe que será uma rápida revisão para assegurar que os entendimentos dos estudantes estão alinhados com as definições corretas dos conceitos. </a:t>
            </a:r>
          </a:p>
          <a:p>
            <a:pPr marL="285750"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Destaque se as contribuições dos estudantes estavam alinhadas com o conceito e ofereça esclarecimentos rápidos caso haja discrepâncias ou mal-entendidos. </a:t>
            </a:r>
          </a:p>
          <a:p>
            <a:pPr marL="285750"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Finalize resumindo os pontos principais e reiterando a importância de cada conceito e como ele se encaixa no contexto maior da aula. </a:t>
            </a:r>
          </a:p>
          <a:p>
            <a:pPr marL="285750"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Reforce a ideia de que essa revisão ajuda a solidificar o entendimento dos estudantes e prepará-los para aplicar esses conceitos em situações práticas.</a:t>
            </a:r>
          </a:p>
          <a:p>
            <a:pPr>
              <a:lnSpc>
                <a:spcPct val="107000"/>
              </a:lnSpc>
              <a:spcAft>
                <a:spcPts val="800"/>
              </a:spcAft>
            </a:pPr>
            <a:endParaRPr lang="pt-BR" b="1"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endParaRPr lang="pt-BR" b="1"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Expectativas de respostas:</a:t>
            </a:r>
            <a:r>
              <a:rPr lang="pt-BR" kern="100" dirty="0">
                <a:effectLst/>
                <a:latin typeface="Poppins" panose="00000500000000000000" pitchFamily="2" charset="0"/>
                <a:ea typeface="Aptos" panose="020B0004020202020204" pitchFamily="34" charset="0"/>
                <a:cs typeface="Poppins" panose="00000500000000000000" pitchFamily="2" charset="0"/>
              </a:rPr>
              <a:t> </a:t>
            </a:r>
            <a:r>
              <a:rPr lang="pt-BR" kern="100" dirty="0">
                <a:latin typeface="Poppins" panose="00000500000000000000" pitchFamily="2" charset="0"/>
                <a:ea typeface="Aptos" panose="020B0004020202020204" pitchFamily="34" charset="0"/>
                <a:cs typeface="Poppins" panose="00000500000000000000" pitchFamily="2" charset="0"/>
              </a:rPr>
              <a:t>o</a:t>
            </a:r>
            <a:r>
              <a:rPr lang="pt-BR" kern="100" dirty="0">
                <a:effectLst/>
                <a:latin typeface="Poppins" panose="00000500000000000000" pitchFamily="2" charset="0"/>
                <a:ea typeface="Aptos" panose="020B0004020202020204" pitchFamily="34" charset="0"/>
                <a:cs typeface="Poppins" panose="00000500000000000000" pitchFamily="2" charset="0"/>
              </a:rPr>
              <a:t>s estudantes devem sair da aula com um entendimento claro e preciso dos conceitos principais. A atividade serve como uma verificação rápida do entendimento dos estudantes e uma oportunidade para corrigir quaisquer mal-entendidos.  </a:t>
            </a:r>
            <a:endParaRPr lang="pt-BR" b="1" i="0" dirty="0">
              <a:solidFill>
                <a:srgbClr val="000000"/>
              </a:solidFill>
              <a:effectLst/>
              <a:latin typeface="Poppins" panose="00000500000000000000" pitchFamily="2" charset="0"/>
              <a:cs typeface="Poppins" panose="00000500000000000000" pitchFamily="2" charset="0"/>
            </a:endParaRPr>
          </a:p>
        </p:txBody>
      </p:sp>
      <p:sp>
        <p:nvSpPr>
          <p:cNvPr id="14" name="Oval 10">
            <a:extLst>
              <a:ext uri="{FF2B5EF4-FFF2-40B4-BE49-F238E27FC236}">
                <a16:creationId xmlns:a16="http://schemas.microsoft.com/office/drawing/2014/main" id="{8200BC71-F5E1-A9F0-111E-7575E9588BE6}"/>
              </a:ext>
            </a:extLst>
          </p:cNvPr>
          <p:cNvSpPr/>
          <p:nvPr/>
        </p:nvSpPr>
        <p:spPr>
          <a:xfrm>
            <a:off x="581660" y="3638801"/>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15" name="Google Shape;2223;p100">
            <a:extLst>
              <a:ext uri="{FF2B5EF4-FFF2-40B4-BE49-F238E27FC236}">
                <a16:creationId xmlns:a16="http://schemas.microsoft.com/office/drawing/2014/main" id="{7E38202A-B680-05BF-5D2A-9C9B1096F607}"/>
              </a:ext>
            </a:extLst>
          </p:cNvPr>
          <p:cNvSpPr>
            <a:spLocks/>
          </p:cNvSpPr>
          <p:nvPr/>
        </p:nvSpPr>
        <p:spPr>
          <a:xfrm>
            <a:off x="685177" y="3756446"/>
            <a:ext cx="368618" cy="340263"/>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 name="Oval 12">
            <a:extLst>
              <a:ext uri="{FF2B5EF4-FFF2-40B4-BE49-F238E27FC236}">
                <a16:creationId xmlns:a16="http://schemas.microsoft.com/office/drawing/2014/main" id="{1BBA1D2B-EF5B-D791-2935-935D4F64139E}"/>
              </a:ext>
            </a:extLst>
          </p:cNvPr>
          <p:cNvSpPr/>
          <p:nvPr/>
        </p:nvSpPr>
        <p:spPr>
          <a:xfrm>
            <a:off x="607827" y="2074927"/>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a:p>
        </p:txBody>
      </p:sp>
      <p:sp>
        <p:nvSpPr>
          <p:cNvPr id="3" name="Google Shape;2216;p100">
            <a:extLst>
              <a:ext uri="{FF2B5EF4-FFF2-40B4-BE49-F238E27FC236}">
                <a16:creationId xmlns:a16="http://schemas.microsoft.com/office/drawing/2014/main" id="{52D5F57D-4AF4-33F2-B052-5D0589CD3FEB}"/>
              </a:ext>
            </a:extLst>
          </p:cNvPr>
          <p:cNvSpPr/>
          <p:nvPr/>
        </p:nvSpPr>
        <p:spPr>
          <a:xfrm>
            <a:off x="715912" y="2222760"/>
            <a:ext cx="355853" cy="301106"/>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1" name="Oval 11">
            <a:extLst>
              <a:ext uri="{FF2B5EF4-FFF2-40B4-BE49-F238E27FC236}">
                <a16:creationId xmlns:a16="http://schemas.microsoft.com/office/drawing/2014/main" id="{3856D4D8-501F-DA70-72ED-231742EC0638}"/>
              </a:ext>
            </a:extLst>
          </p:cNvPr>
          <p:cNvSpPr/>
          <p:nvPr/>
        </p:nvSpPr>
        <p:spPr>
          <a:xfrm>
            <a:off x="594328" y="2884259"/>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a:p>
        </p:txBody>
      </p:sp>
      <p:pic>
        <p:nvPicPr>
          <p:cNvPr id="16" name="Imagem 15">
            <a:extLst>
              <a:ext uri="{FF2B5EF4-FFF2-40B4-BE49-F238E27FC236}">
                <a16:creationId xmlns:a16="http://schemas.microsoft.com/office/drawing/2014/main" id="{178F1434-E614-E031-12BA-E863DE936B72}"/>
              </a:ext>
            </a:extLst>
          </p:cNvPr>
          <p:cNvPicPr>
            <a:picLocks noChangeAspect="1"/>
          </p:cNvPicPr>
          <p:nvPr/>
        </p:nvPicPr>
        <p:blipFill>
          <a:blip r:embed="rId5"/>
          <a:srcRect/>
          <a:stretch/>
        </p:blipFill>
        <p:spPr>
          <a:xfrm>
            <a:off x="769865" y="3028438"/>
            <a:ext cx="235287" cy="282344"/>
          </a:xfrm>
          <a:prstGeom prst="rect">
            <a:avLst/>
          </a:prstGeom>
        </p:spPr>
      </p:pic>
      <p:sp>
        <p:nvSpPr>
          <p:cNvPr id="21" name="Retângulo 20">
            <a:extLst>
              <a:ext uri="{FF2B5EF4-FFF2-40B4-BE49-F238E27FC236}">
                <a16:creationId xmlns:a16="http://schemas.microsoft.com/office/drawing/2014/main" id="{75B92691-AFED-0D8A-BE83-1C129FC2D514}"/>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2" name="CaixaDeTexto 21">
            <a:extLst>
              <a:ext uri="{FF2B5EF4-FFF2-40B4-BE49-F238E27FC236}">
                <a16:creationId xmlns:a16="http://schemas.microsoft.com/office/drawing/2014/main" id="{658D1858-B909-9525-2A88-D319A852FF7C}"/>
              </a:ext>
            </a:extLst>
          </p:cNvPr>
          <p:cNvSpPr txBox="1"/>
          <p:nvPr/>
        </p:nvSpPr>
        <p:spPr>
          <a:xfrm>
            <a:off x="1478280" y="1193628"/>
            <a:ext cx="8884920" cy="739587"/>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12</a:t>
            </a:r>
            <a:endParaRPr lang="pt-BR" sz="4800" b="1" dirty="0">
              <a:solidFill>
                <a:schemeClr val="bg1"/>
              </a:solidFill>
              <a:latin typeface="Poppins" pitchFamily="2" charset="77"/>
              <a:cs typeface="Poppins" pitchFamily="2" charset="77"/>
            </a:endParaRPr>
          </a:p>
        </p:txBody>
      </p:sp>
    </p:spTree>
    <p:extLst>
      <p:ext uri="{BB962C8B-B14F-4D97-AF65-F5344CB8AC3E}">
        <p14:creationId xmlns:p14="http://schemas.microsoft.com/office/powerpoint/2010/main" val="29778290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161520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a:noFill/>
        </a:ln>
      </a:spPr>
      <a:bodyPr spcFirstLastPara="1" wrap="square" lIns="91425" tIns="45700" rIns="91425" bIns="45700" anchor="t" anchorCtr="0">
        <a:normAutofit/>
      </a:bodyPr>
      <a:lstStyle>
        <a:defPPr algn="l">
          <a:defRPr sz="2400" dirty="0"/>
        </a:defPPr>
      </a:lstStyle>
    </a:txDef>
  </a:objectDefaults>
  <a:extraClrSchemeLst/>
</a:theme>
</file>

<file path=ppt/theme/theme2.xml><?xml version="1.0" encoding="utf-8"?>
<a:theme xmlns:a="http://schemas.openxmlformats.org/drawingml/2006/main" name="Trilha_SIS">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nchor="ctr"/>
      <a:lstStyle>
        <a:defPPr>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rilhas_Iniciais">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nchor="ctr"/>
      <a:lstStyle>
        <a:defPPr>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acb3b2f-5927-4b98-82b1-fea2b4072a87">
      <Terms xmlns="http://schemas.microsoft.com/office/infopath/2007/PartnerControls"/>
    </lcf76f155ced4ddcb4097134ff3c332f>
    <Curso xmlns="aacb3b2f-5927-4b98-82b1-fea2b4072a87" xsi:nil="true"/>
    <Semana xmlns="aacb3b2f-5927-4b98-82b1-fea2b4072a87" xsi:nil="true"/>
    <Ano xmlns="aacb3b2f-5927-4b98-82b1-fea2b4072a87"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4B81252851F28942875D89D2C39F1241" ma:contentTypeVersion="18" ma:contentTypeDescription="Crie um novo documento." ma:contentTypeScope="" ma:versionID="4a43562f0951836659c836b04acf3ff5">
  <xsd:schema xmlns:xsd="http://www.w3.org/2001/XMLSchema" xmlns:xs="http://www.w3.org/2001/XMLSchema" xmlns:p="http://schemas.microsoft.com/office/2006/metadata/properties" xmlns:ns2="aacb3b2f-5927-4b98-82b1-fea2b4072a87" xmlns:ns3="a45d3e5f-3e31-4187-b998-c44ee850df36" targetNamespace="http://schemas.microsoft.com/office/2006/metadata/properties" ma:root="true" ma:fieldsID="603b1973da2e891d21f14d8bb65aba69" ns2:_="" ns3:_="">
    <xsd:import namespace="aacb3b2f-5927-4b98-82b1-fea2b4072a87"/>
    <xsd:import namespace="a45d3e5f-3e31-4187-b998-c44ee850df3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lcf76f155ced4ddcb4097134ff3c332f"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Location" minOccurs="0"/>
                <xsd:element ref="ns2:Curso" minOccurs="0"/>
                <xsd:element ref="ns2:Semana" minOccurs="0"/>
                <xsd:element ref="ns2:An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cb3b2f-5927-4b98-82b1-fea2b4072a8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Marcações de imagem" ma:readOnly="false" ma:fieldId="{5cf76f15-5ced-4ddc-b409-7134ff3c332f}" ma:taxonomyMulti="true" ma:sspId="a85b3961-dbc6-48b8-bc39-d38047892866"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Location" ma:index="21" nillable="true" ma:displayName="Location" ma:description="" ma:indexed="true" ma:internalName="MediaServiceLocation" ma:readOnly="true">
      <xsd:simpleType>
        <xsd:restriction base="dms:Text"/>
      </xsd:simpleType>
    </xsd:element>
    <xsd:element name="Curso" ma:index="22" nillable="true" ma:displayName="Curso" ma:format="Dropdown" ma:internalName="Curso">
      <xsd:simpleType>
        <xsd:restriction base="dms:Text">
          <xsd:maxLength value="255"/>
        </xsd:restriction>
      </xsd:simpleType>
    </xsd:element>
    <xsd:element name="Semana" ma:index="23" nillable="true" ma:displayName="Semana" ma:format="Dropdown" ma:internalName="Semana">
      <xsd:simpleType>
        <xsd:restriction base="dms:Text">
          <xsd:maxLength value="255"/>
        </xsd:restriction>
      </xsd:simpleType>
    </xsd:element>
    <xsd:element name="Ano" ma:index="24" nillable="true" ma:displayName="Ano" ma:format="Dropdown" ma:internalName="Ano">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45d3e5f-3e31-4187-b998-c44ee850df36" elementFormDefault="qualified">
    <xsd:import namespace="http://schemas.microsoft.com/office/2006/documentManagement/types"/>
    <xsd:import namespace="http://schemas.microsoft.com/office/infopath/2007/PartnerControls"/>
    <xsd:element name="SharedWithUsers" ma:index="11"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Detalhes de Compartilhado Com"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C661F7A-1649-4A39-91A5-A3893F5678E5}">
  <ds:schemaRefs>
    <ds:schemaRef ds:uri="http://purl.org/dc/elements/1.1/"/>
    <ds:schemaRef ds:uri="aacb3b2f-5927-4b98-82b1-fea2b4072a87"/>
    <ds:schemaRef ds:uri="http://purl.org/dc/terms/"/>
    <ds:schemaRef ds:uri="http://purl.org/dc/dcmitype/"/>
    <ds:schemaRef ds:uri="http://www.w3.org/XML/1998/namespace"/>
    <ds:schemaRef ds:uri="http://schemas.openxmlformats.org/package/2006/metadata/core-properties"/>
    <ds:schemaRef ds:uri="http://schemas.microsoft.com/office/2006/documentManagement/types"/>
    <ds:schemaRef ds:uri="http://schemas.microsoft.com/office/infopath/2007/PartnerControls"/>
    <ds:schemaRef ds:uri="a45d3e5f-3e31-4187-b998-c44ee850df36"/>
    <ds:schemaRef ds:uri="http://schemas.microsoft.com/office/2006/metadata/properties"/>
  </ds:schemaRefs>
</ds:datastoreItem>
</file>

<file path=customXml/itemProps2.xml><?xml version="1.0" encoding="utf-8"?>
<ds:datastoreItem xmlns:ds="http://schemas.openxmlformats.org/officeDocument/2006/customXml" ds:itemID="{EF1BD0DC-92D0-4BEF-9BE7-5D204EB1C653}">
  <ds:schemaRefs>
    <ds:schemaRef ds:uri="a45d3e5f-3e31-4187-b998-c44ee850df36"/>
    <ds:schemaRef ds:uri="aacb3b2f-5927-4b98-82b1-fea2b4072a8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27590F2-902A-4FFC-B993-9715B30E05A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{FEC88D2B-52F4-444E-836C-622E8DFD9A7D}tf10001120</Template>
  <TotalTime>409</TotalTime>
  <Words>1881</Words>
  <Application>Microsoft Office PowerPoint</Application>
  <PresentationFormat>Personalizar</PresentationFormat>
  <Paragraphs>140</Paragraphs>
  <Slides>19</Slides>
  <Notes>19</Notes>
  <HiddenSlides>4</HiddenSlides>
  <MMClips>1</MMClips>
  <ScaleCrop>false</ScaleCrop>
  <HeadingPairs>
    <vt:vector size="6" baseType="variant">
      <vt:variant>
        <vt:lpstr>Fontes usadas</vt:lpstr>
      </vt:variant>
      <vt:variant>
        <vt:i4>6</vt:i4>
      </vt:variant>
      <vt:variant>
        <vt:lpstr>Tema</vt:lpstr>
      </vt:variant>
      <vt:variant>
        <vt:i4>3</vt:i4>
      </vt:variant>
      <vt:variant>
        <vt:lpstr>Títulos de slides</vt:lpstr>
      </vt:variant>
      <vt:variant>
        <vt:i4>19</vt:i4>
      </vt:variant>
    </vt:vector>
  </HeadingPairs>
  <TitlesOfParts>
    <vt:vector size="28" baseType="lpstr">
      <vt:lpstr>Poppins</vt:lpstr>
      <vt:lpstr>Poppins Medium</vt:lpstr>
      <vt:lpstr>Calibri</vt:lpstr>
      <vt:lpstr>Poppins Bold</vt:lpstr>
      <vt:lpstr>Arial</vt:lpstr>
      <vt:lpstr>Poppins Light</vt:lpstr>
      <vt:lpstr>Office Theme</vt:lpstr>
      <vt:lpstr>Trilha_SIS</vt:lpstr>
      <vt:lpstr>Trilhas_Iniciais</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Caco Bressane Ilustração e Design</dc:creator>
  <cp:lastModifiedBy>Luca Rocha</cp:lastModifiedBy>
  <cp:revision>39</cp:revision>
  <dcterms:modified xsi:type="dcterms:W3CDTF">2026-09-17T14:54:04Z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0x0101004B81252851F28942875D89D2C39F1241</vt:lpwstr>
  </property>
  <property fmtid="{D5CDD505-2E9C-101B-9397-08002B2CF9AE}" pid="3" name="MediaServiceImageTags">
    <vt:lpwstr/>
  </property>
</Properties>
</file>