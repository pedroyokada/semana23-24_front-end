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 id="2147483669" r:id="rId5"/>
    <p:sldMasterId id="2147483725" r:id="rId6"/>
  </p:sldMasterIdLst>
  <p:notesMasterIdLst>
    <p:notesMasterId r:id="rId20"/>
  </p:notesMasterIdLst>
  <p:handoutMasterIdLst>
    <p:handoutMasterId r:id="rId21"/>
  </p:handoutMasterIdLst>
  <p:sldIdLst>
    <p:sldId id="995" r:id="rId7"/>
    <p:sldId id="945" r:id="rId8"/>
    <p:sldId id="981" r:id="rId9"/>
    <p:sldId id="982" r:id="rId10"/>
    <p:sldId id="948" r:id="rId11"/>
    <p:sldId id="991" r:id="rId12"/>
    <p:sldId id="602" r:id="rId13"/>
    <p:sldId id="949" r:id="rId14"/>
    <p:sldId id="1246" r:id="rId15"/>
    <p:sldId id="1266" r:id="rId16"/>
    <p:sldId id="1267" r:id="rId17"/>
    <p:sldId id="1268" r:id="rId18"/>
    <p:sldId id="805" r:id="rId19"/>
  </p:sldIdLst>
  <p:sldSz cx="18288000" cy="10287000"/>
  <p:notesSz cx="6858000" cy="9144000"/>
  <p:embeddedFontLst>
    <p:embeddedFont>
      <p:font typeface="Poppins" panose="00000500000000000000" pitchFamily="2" charset="0"/>
      <p:regular r:id="rId22"/>
      <p:bold r:id="rId23"/>
      <p:italic r:id="rId24"/>
      <p:boldItalic r:id="rId25"/>
    </p:embeddedFont>
    <p:embeddedFont>
      <p:font typeface="Poppins Bold" panose="00000800000000000000" pitchFamily="2" charset="0"/>
      <p:bold r:id="rId26"/>
      <p:italic r:id="rId27"/>
      <p:boldItalic r:id="rId28"/>
    </p:embeddedFont>
    <p:embeddedFont>
      <p:font typeface="Poppins Light" panose="000004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0C091F-4F9F-B823-3F86-61B29C165090}" name="Etna Nobre" initials="EN" userId="536488f0b3312cec" providerId="Windows Live"/>
  <p188:author id="{CA82B621-AF1E-5701-9628-970A2BAC155B}" name="Marcus Vasconcelos de Castro" initials="MV" userId="S::marcus_castro@vanzolini-ead.org.br::f3e0bdc8-d4d6-4b41-86a7-248e0cb99c76" providerId="AD"/>
  <p188:author id="{E2B8FC21-1315-EB9D-926F-BBDAE9BF75A5}" name="Utilizador Convidado" initials="UC" userId="S::urn:spo:anon#e40fd8ed93df147444d00c51071f924f182ff2b8ef1a9031d089521bc73ad0f2::" providerId="AD"/>
  <p188:author id="{5D93F123-A5E2-A62B-D9E3-D9303D1BB86B}" name="Gustavo Cruz dos Reis" initials="GC" userId="S::greis@vanzolini-ead.org.br::837664e1-438f-44d7-9e01-7f6012fe004f" providerId="AD"/>
  <p188:author id="{F5B7B953-1DF4-8E25-2FD7-461A6661F625}" name="user" initials="u" userId="user" providerId="None"/>
  <p188:author id="{C6975768-E079-2129-EF66-8C7D8D20589C}" name="Usuário Convidado" initials="UC" userId="S::urn:spo:anon#9c1a6640c4cf430e37b8e52984f4ed92aa1896e2c9d3b1637fd5ce4c8fd5c9d5::" providerId="AD"/>
  <p188:author id="{6CA8C269-474B-54A0-5332-E1CD01049E8D}" name="Simara de Bastos Estima" initials="Sd" userId="S::simara.estima@levefuturo.com.br::851f0e59-69da-4352-8f6c-95a0578731bb" providerId="AD"/>
  <p188:author id="{BAEE28E6-BCA2-A58F-B4C5-4E73CE74ED33}" name="MARCUS VASCONCELOS DE CASTRO" initials="MC" userId="S::marcus.castro@fatec.sp.gov.br::dcc98bfb-8b88-4fff-9dd1-69ee0ad30106" providerId="AD"/>
  <p188:author id="{E0388DF7-5B9F-86E5-E6C5-3F344187204B}" name="Eloisa Dalbem" initials="ED" userId="S::eldalbem@vanzolini-ead.org.br::9ae0c03a-8642-493e-97df-c9fd93e6c398" providerId="AD"/>
  <p188:author id="{E06AE5F7-C4FB-8FC1-0379-16158CB16B4E}" name="Michelle Mirabile Barbosa" initials="MM" userId="S::michelle_barbosa@vanzolini-ead.org.br::514663f0-91cb-4e5c-876a-7189c1f1989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ENISE ONCKEN" initials="DO" lastIdx="4" clrIdx="0">
    <p:extLst>
      <p:ext uri="{19B8F6BF-5375-455C-9EA6-DF929625EA0E}">
        <p15:presenceInfo xmlns:p15="http://schemas.microsoft.com/office/powerpoint/2012/main" userId="6cace8f68071a60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9AC2"/>
    <a:srgbClr val="92D050"/>
    <a:srgbClr val="FFFFFF"/>
    <a:srgbClr val="28566E"/>
    <a:srgbClr val="263B4B"/>
    <a:srgbClr val="D9D9D9"/>
    <a:srgbClr val="D8D2D5"/>
    <a:srgbClr val="EDB1C8"/>
    <a:srgbClr val="000000"/>
    <a:srgbClr val="CAC0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27" autoAdjust="0"/>
    <p:restoredTop sz="87522" autoAdjust="0"/>
  </p:normalViewPr>
  <p:slideViewPr>
    <p:cSldViewPr snapToGrid="0">
      <p:cViewPr varScale="1">
        <p:scale>
          <a:sx n="63" d="100"/>
          <a:sy n="63" d="100"/>
        </p:scale>
        <p:origin x="1224" y="6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5.fntdata"/><Relationship Id="rId39" Type="http://schemas.openxmlformats.org/officeDocument/2006/relationships/viewProps" Target="viewProps.xml"/><Relationship Id="rId21" Type="http://schemas.openxmlformats.org/officeDocument/2006/relationships/handoutMaster" Target="handoutMasters/handoutMaster1.xml"/><Relationship Id="rId34" Type="http://schemas.openxmlformats.org/officeDocument/2006/relationships/font" Target="fonts/font13.fntdata"/><Relationship Id="rId42"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notesMaster" Target="notesMasters/notesMaster1.xml"/><Relationship Id="rId29" Type="http://schemas.openxmlformats.org/officeDocument/2006/relationships/font" Target="fonts/font8.fntdata"/><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17/09/2026</a:t>
            </a:fld>
            <a:endParaRPr lang="pt-BR" dirty="0"/>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dirty="0"/>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dirty="0"/>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8D670-0DED-6217-855F-C7DF2E73344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3DBF986-FE00-101B-B4DF-9608A4CC0E0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5813CC4-C37D-38ED-A8FF-38AC2351F17D}"/>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8430B6CC-ADE7-D94C-BDBF-A7DDCC280E6B}"/>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7020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41" name="Google Shape;6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7152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0DD33-5581-EAC7-B26A-0077C585684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2ED2C19-FDFF-17DA-F9D8-47138BA6B14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A3AC147-6546-82B8-6BBD-044B0A4C361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AF1134E3-B18A-A4E2-2141-911B6AD7F1FD}"/>
              </a:ext>
            </a:extLst>
          </p:cNvPr>
          <p:cNvSpPr>
            <a:spLocks noGrp="1"/>
          </p:cNvSpPr>
          <p:nvPr>
            <p:ph type="sldNum" sz="quarter" idx="10"/>
          </p:nvPr>
        </p:nvSpPr>
        <p:spPr/>
        <p:txBody>
          <a:bodyPr/>
          <a:lstStyle/>
          <a:p>
            <a:fld id="{8BE604BA-17DA-4B63-8B72-ADA1FAE27E0B}" type="slidenum">
              <a:rPr lang="pt-BR" smtClean="0"/>
              <a:t>4</a:t>
            </a:fld>
            <a:endParaRPr lang="pt-BR" dirty="0"/>
          </a:p>
        </p:txBody>
      </p:sp>
    </p:spTree>
    <p:extLst>
      <p:ext uri="{BB962C8B-B14F-4D97-AF65-F5344CB8AC3E}">
        <p14:creationId xmlns:p14="http://schemas.microsoft.com/office/powerpoint/2010/main" val="4267804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52" name="Google Shape;6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9565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46532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pt-BR" dirty="0">
              <a:latin typeface="Poppins" panose="00000500000000000000" pitchFamily="2" charset="0"/>
              <a:cs typeface="Poppins" panose="00000500000000000000" pitchFamily="2" charset="0"/>
            </a:endParaRPr>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62544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5550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E7A64-A70A-C3FA-BC7F-62738BC80AB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F836E8C-BAF5-6CEF-AB5B-4973780B239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C2BF7F7-8EF1-ED67-95D9-CF3E77C4FAD6}"/>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EF99F2DC-80E3-A38B-8279-F2593E0182B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57177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82443-05CB-25C5-E6FE-472C4A4B671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7D71E1E-3E01-2AA5-F4CA-C624DF3D7A7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B7BEB46-6461-030B-1485-90FA4FA36C60}"/>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A76390C5-AAF6-24DE-8C84-8F48F729E2E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45875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3F604-E362-A358-FEA0-8D1F2CBBC85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20B9BB2-D10E-ECC3-9C38-35706E9122B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AE37F39-0042-F9F3-D97F-C15AFFEBAA63}"/>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9AEA95F5-5ABF-313E-1BAE-6956DE40A92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52582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779C8-8692-FE5C-F297-A8D2BC16DED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F93F19B-5BF7-3BEC-3363-7B327DC47C8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C9B63C2-EF24-3E94-F996-D9DE0235CB57}"/>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2EEA1024-E1DA-E554-AA52-47009E9E161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5771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863512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Atividade_Resposta" userDrawn="1">
  <p:cSld name="2_Atividade_Resposta">
    <p:spTree>
      <p:nvGrpSpPr>
        <p:cNvPr id="1" name="Shape 244"/>
        <p:cNvGrpSpPr/>
        <p:nvPr/>
      </p:nvGrpSpPr>
      <p:grpSpPr>
        <a:xfrm>
          <a:off x="0" y="0"/>
          <a:ext cx="0" cy="0"/>
          <a:chOff x="0" y="0"/>
          <a:chExt cx="0" cy="0"/>
        </a:xfrm>
      </p:grpSpPr>
      <p:sp>
        <p:nvSpPr>
          <p:cNvPr id="12" name="Google Shape;550;p38">
            <a:extLst>
              <a:ext uri="{FF2B5EF4-FFF2-40B4-BE49-F238E27FC236}">
                <a16:creationId xmlns:a16="http://schemas.microsoft.com/office/drawing/2014/main" id="{B63D1618-4DC9-81A2-1395-7A581D0E2524}"/>
              </a:ext>
            </a:extLst>
          </p:cNvPr>
          <p:cNvSpPr/>
          <p:nvPr userDrawn="1"/>
        </p:nvSpPr>
        <p:spPr>
          <a:xfrm>
            <a:off x="4324935"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Poppins"/>
              <a:ea typeface="Poppins"/>
              <a:cs typeface="Poppins"/>
              <a:sym typeface="Poppins"/>
            </a:endParaRPr>
          </a:p>
        </p:txBody>
      </p:sp>
      <p:sp>
        <p:nvSpPr>
          <p:cNvPr id="13" name="Google Shape;552;p38">
            <a:extLst>
              <a:ext uri="{FF2B5EF4-FFF2-40B4-BE49-F238E27FC236}">
                <a16:creationId xmlns:a16="http://schemas.microsoft.com/office/drawing/2014/main" id="{642E7FBD-2EAE-B480-D2C0-0E05D335427E}"/>
              </a:ext>
            </a:extLst>
          </p:cNvPr>
          <p:cNvSpPr/>
          <p:nvPr userDrawn="1"/>
        </p:nvSpPr>
        <p:spPr>
          <a:xfrm>
            <a:off x="10830009"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Poppins"/>
              <a:ea typeface="Poppins"/>
              <a:cs typeface="Poppins"/>
              <a:sym typeface="Poppins"/>
            </a:endParaRPr>
          </a:p>
        </p:txBody>
      </p:sp>
      <p:sp>
        <p:nvSpPr>
          <p:cNvPr id="14" name="Google Shape;555;p38">
            <a:extLst>
              <a:ext uri="{FF2B5EF4-FFF2-40B4-BE49-F238E27FC236}">
                <a16:creationId xmlns:a16="http://schemas.microsoft.com/office/drawing/2014/main" id="{690CC235-292D-45C9-F973-86247E174E3A}"/>
              </a:ext>
            </a:extLst>
          </p:cNvPr>
          <p:cNvSpPr txBox="1"/>
          <p:nvPr userDrawn="1"/>
        </p:nvSpPr>
        <p:spPr>
          <a:xfrm>
            <a:off x="4324934"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dirty="0">
                <a:solidFill>
                  <a:schemeClr val="tx1"/>
                </a:solidFill>
                <a:latin typeface="Poppins"/>
                <a:ea typeface="Poppins"/>
                <a:cs typeface="Poppins"/>
                <a:sym typeface="Poppins"/>
              </a:rPr>
              <a:t>Materiais necessários</a:t>
            </a:r>
          </a:p>
        </p:txBody>
      </p:sp>
      <p:sp>
        <p:nvSpPr>
          <p:cNvPr id="15" name="Google Shape;556;p38">
            <a:extLst>
              <a:ext uri="{FF2B5EF4-FFF2-40B4-BE49-F238E27FC236}">
                <a16:creationId xmlns:a16="http://schemas.microsoft.com/office/drawing/2014/main" id="{03565EBF-03F3-84DC-8861-14074402225D}"/>
              </a:ext>
            </a:extLst>
          </p:cNvPr>
          <p:cNvSpPr txBox="1"/>
          <p:nvPr userDrawn="1"/>
        </p:nvSpPr>
        <p:spPr>
          <a:xfrm>
            <a:off x="10830010"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dirty="0">
                <a:solidFill>
                  <a:schemeClr val="tx1"/>
                </a:solidFill>
                <a:latin typeface="Poppins"/>
                <a:ea typeface="Poppins"/>
                <a:cs typeface="Poppins"/>
                <a:sym typeface="Poppins"/>
              </a:rPr>
              <a:t>Passo a passo</a:t>
            </a:r>
          </a:p>
        </p:txBody>
      </p:sp>
      <p:sp>
        <p:nvSpPr>
          <p:cNvPr id="25" name="Google Shape;551;p38">
            <a:extLst>
              <a:ext uri="{FF2B5EF4-FFF2-40B4-BE49-F238E27FC236}">
                <a16:creationId xmlns:a16="http://schemas.microsoft.com/office/drawing/2014/main" id="{CD83FF8F-63B7-0CEA-B429-A2BCF2BB7487}"/>
              </a:ext>
            </a:extLst>
          </p:cNvPr>
          <p:cNvSpPr/>
          <p:nvPr userDrawn="1"/>
        </p:nvSpPr>
        <p:spPr>
          <a:xfrm rot="10800000">
            <a:off x="6784410"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Poppins"/>
              <a:ea typeface="Poppins"/>
              <a:cs typeface="Poppins"/>
              <a:sym typeface="Poppins"/>
            </a:endParaRPr>
          </a:p>
        </p:txBody>
      </p:sp>
      <p:pic>
        <p:nvPicPr>
          <p:cNvPr id="27" name="Gráfico 26">
            <a:extLst>
              <a:ext uri="{FF2B5EF4-FFF2-40B4-BE49-F238E27FC236}">
                <a16:creationId xmlns:a16="http://schemas.microsoft.com/office/drawing/2014/main" id="{0A2D55E2-F6DC-1B1A-6206-C9A21DB957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937578" y="2478729"/>
            <a:ext cx="919981" cy="625587"/>
          </a:xfrm>
          <a:prstGeom prst="rect">
            <a:avLst/>
          </a:prstGeom>
        </p:spPr>
      </p:pic>
      <p:sp>
        <p:nvSpPr>
          <p:cNvPr id="26" name="Google Shape;553;p38">
            <a:extLst>
              <a:ext uri="{FF2B5EF4-FFF2-40B4-BE49-F238E27FC236}">
                <a16:creationId xmlns:a16="http://schemas.microsoft.com/office/drawing/2014/main" id="{5669D558-D8B7-9B54-34D3-9E8D442164C5}"/>
              </a:ext>
            </a:extLst>
          </p:cNvPr>
          <p:cNvSpPr/>
          <p:nvPr userDrawn="1"/>
        </p:nvSpPr>
        <p:spPr>
          <a:xfrm rot="10800000">
            <a:off x="13289486"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Calibri"/>
              <a:ea typeface="Calibri"/>
              <a:cs typeface="Calibri"/>
              <a:sym typeface="Calibri"/>
            </a:endParaRPr>
          </a:p>
        </p:txBody>
      </p:sp>
      <p:pic>
        <p:nvPicPr>
          <p:cNvPr id="28" name="Gráfico 27">
            <a:extLst>
              <a:ext uri="{FF2B5EF4-FFF2-40B4-BE49-F238E27FC236}">
                <a16:creationId xmlns:a16="http://schemas.microsoft.com/office/drawing/2014/main" id="{2A2DE510-28AA-A9FA-EF96-ADC1ED86D1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3568672" y="2449466"/>
            <a:ext cx="675825" cy="661446"/>
          </a:xfrm>
          <a:prstGeom prst="rect">
            <a:avLst/>
          </a:prstGeom>
        </p:spPr>
      </p:pic>
      <p:sp>
        <p:nvSpPr>
          <p:cNvPr id="43" name="Espaço Reservado para Texto 42">
            <a:extLst>
              <a:ext uri="{FF2B5EF4-FFF2-40B4-BE49-F238E27FC236}">
                <a16:creationId xmlns:a16="http://schemas.microsoft.com/office/drawing/2014/main" id="{72E00D2B-696A-7CA4-B294-8A4F6F5EABA8}"/>
              </a:ext>
            </a:extLst>
          </p:cNvPr>
          <p:cNvSpPr>
            <a:spLocks noGrp="1"/>
          </p:cNvSpPr>
          <p:nvPr>
            <p:ph type="body" sz="quarter" idx="10"/>
          </p:nvPr>
        </p:nvSpPr>
        <p:spPr>
          <a:xfrm>
            <a:off x="4606925" y="928688"/>
            <a:ext cx="10020958" cy="724735"/>
          </a:xfrm>
          <a:prstGeom prst="rect">
            <a:avLst/>
          </a:prstGeom>
        </p:spPr>
        <p:txBody>
          <a:bodyPr/>
          <a:lstStyle/>
          <a:p>
            <a:pPr lvl="0"/>
            <a:endParaRPr lang="pt-BR"/>
          </a:p>
        </p:txBody>
      </p:sp>
      <p:sp>
        <p:nvSpPr>
          <p:cNvPr id="44" name="Espaço Reservado para Texto 42">
            <a:extLst>
              <a:ext uri="{FF2B5EF4-FFF2-40B4-BE49-F238E27FC236}">
                <a16:creationId xmlns:a16="http://schemas.microsoft.com/office/drawing/2014/main" id="{118B8204-3952-1CCE-5DDA-09799D963BDF}"/>
              </a:ext>
            </a:extLst>
          </p:cNvPr>
          <p:cNvSpPr>
            <a:spLocks noGrp="1"/>
          </p:cNvSpPr>
          <p:nvPr>
            <p:ph type="body" sz="quarter" idx="11"/>
          </p:nvPr>
        </p:nvSpPr>
        <p:spPr>
          <a:xfrm>
            <a:off x="641669" y="4538602"/>
            <a:ext cx="2798011" cy="642937"/>
          </a:xfrm>
          <a:prstGeom prst="rect">
            <a:avLst/>
          </a:prstGeom>
        </p:spPr>
        <p:txBody>
          <a:bodyPr/>
          <a:lstStyle/>
          <a:p>
            <a:pPr lvl="0"/>
            <a:endParaRPr lang="pt-BR"/>
          </a:p>
        </p:txBody>
      </p:sp>
      <p:sp>
        <p:nvSpPr>
          <p:cNvPr id="47" name="Espaço Reservado para Texto 42">
            <a:extLst>
              <a:ext uri="{FF2B5EF4-FFF2-40B4-BE49-F238E27FC236}">
                <a16:creationId xmlns:a16="http://schemas.microsoft.com/office/drawing/2014/main" id="{E46ABB28-D7A5-0F46-EF31-F1C12A67E799}"/>
              </a:ext>
            </a:extLst>
          </p:cNvPr>
          <p:cNvSpPr>
            <a:spLocks noGrp="1"/>
          </p:cNvSpPr>
          <p:nvPr>
            <p:ph type="body" sz="quarter" idx="12"/>
          </p:nvPr>
        </p:nvSpPr>
        <p:spPr>
          <a:xfrm>
            <a:off x="1387641" y="6084650"/>
            <a:ext cx="2758756" cy="642937"/>
          </a:xfrm>
          <a:prstGeom prst="rect">
            <a:avLst/>
          </a:prstGeom>
        </p:spPr>
        <p:txBody>
          <a:bodyPr/>
          <a:lstStyle/>
          <a:p>
            <a:pPr lvl="0"/>
            <a:endParaRPr lang="pt-BR"/>
          </a:p>
        </p:txBody>
      </p:sp>
      <p:sp>
        <p:nvSpPr>
          <p:cNvPr id="48" name="Espaço Reservado para Texto 42">
            <a:extLst>
              <a:ext uri="{FF2B5EF4-FFF2-40B4-BE49-F238E27FC236}">
                <a16:creationId xmlns:a16="http://schemas.microsoft.com/office/drawing/2014/main" id="{BF847B60-BEEF-1E56-730D-C01E43BCC2AB}"/>
              </a:ext>
            </a:extLst>
          </p:cNvPr>
          <p:cNvSpPr>
            <a:spLocks noGrp="1"/>
          </p:cNvSpPr>
          <p:nvPr>
            <p:ph type="body" sz="quarter" idx="13"/>
          </p:nvPr>
        </p:nvSpPr>
        <p:spPr>
          <a:xfrm>
            <a:off x="1359066" y="7270513"/>
            <a:ext cx="2758756" cy="642937"/>
          </a:xfrm>
          <a:prstGeom prst="rect">
            <a:avLst/>
          </a:prstGeom>
        </p:spPr>
        <p:txBody>
          <a:bodyPr/>
          <a:lstStyle/>
          <a:p>
            <a:pPr lvl="0"/>
            <a:endParaRPr lang="pt-BR"/>
          </a:p>
        </p:txBody>
      </p:sp>
      <p:pic>
        <p:nvPicPr>
          <p:cNvPr id="6" name="Imagem 5">
            <a:extLst>
              <a:ext uri="{FF2B5EF4-FFF2-40B4-BE49-F238E27FC236}">
                <a16:creationId xmlns:a16="http://schemas.microsoft.com/office/drawing/2014/main" id="{95E6CF90-3D18-314F-D612-4C49F18E4990}"/>
              </a:ext>
            </a:extLst>
          </p:cNvPr>
          <p:cNvPicPr>
            <a:picLocks/>
          </p:cNvPicPr>
          <p:nvPr userDrawn="1"/>
        </p:nvPicPr>
        <p:blipFill>
          <a:blip r:embed="rId4"/>
          <a:stretch>
            <a:fillRect/>
          </a:stretch>
        </p:blipFill>
        <p:spPr>
          <a:xfrm>
            <a:off x="396001" y="421201"/>
            <a:ext cx="3434405" cy="2390404"/>
          </a:xfrm>
          <a:prstGeom prst="rect">
            <a:avLst/>
          </a:prstGeom>
        </p:spPr>
      </p:pic>
      <p:sp>
        <p:nvSpPr>
          <p:cNvPr id="5" name="Google Shape;207;p37">
            <a:extLst>
              <a:ext uri="{FF2B5EF4-FFF2-40B4-BE49-F238E27FC236}">
                <a16:creationId xmlns:a16="http://schemas.microsoft.com/office/drawing/2014/main" id="{8D519054-56C9-E8DC-6002-F426D55631A8}"/>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3500" b="0" i="0" u="none" strike="noStrike" cap="none" dirty="0">
                <a:solidFill>
                  <a:srgbClr val="FFFFFF"/>
                </a:solidFill>
                <a:latin typeface="Poppins Light" pitchFamily="2" charset="77"/>
                <a:ea typeface="Poppins Light"/>
                <a:cs typeface="Poppins Light" pitchFamily="2" charset="77"/>
                <a:sym typeface="Poppins Light"/>
              </a:rPr>
            </a:br>
            <a:r>
              <a:rPr lang="pt-BR" sz="3500" b="0" i="0" u="none" strike="noStrike" cap="none" dirty="0">
                <a:solidFill>
                  <a:srgbClr val="FFFFFF"/>
                </a:solidFill>
                <a:latin typeface="Poppins Light" pitchFamily="2" charset="77"/>
                <a:ea typeface="Poppins Light"/>
                <a:cs typeface="Poppins Light" pitchFamily="2" charset="77"/>
                <a:sym typeface="Poppins Light"/>
              </a:rPr>
              <a:t>em </a:t>
            </a:r>
            <a:r>
              <a:rPr lang="pt-BR" sz="3500" b="1" i="0" u="none" strike="noStrike" cap="none" dirty="0">
                <a:solidFill>
                  <a:srgbClr val="FFFFFF"/>
                </a:solidFill>
                <a:latin typeface="Poppins"/>
                <a:ea typeface="Poppins"/>
                <a:cs typeface="Poppins"/>
                <a:sym typeface="Poppins"/>
              </a:rPr>
              <a:t>prática</a:t>
            </a:r>
            <a:endParaRPr sz="3500" b="0" i="0" u="none" strike="noStrike" cap="none" dirty="0">
              <a:solidFill>
                <a:srgbClr val="FFFFFF"/>
              </a:solidFill>
              <a:latin typeface="Poppins Light"/>
              <a:ea typeface="Poppins Light"/>
              <a:cs typeface="Poppins Light"/>
              <a:sym typeface="Poppins Light"/>
            </a:endParaRPr>
          </a:p>
        </p:txBody>
      </p:sp>
      <p:sp>
        <p:nvSpPr>
          <p:cNvPr id="2" name="Google Shape;562;p38">
            <a:extLst>
              <a:ext uri="{FF2B5EF4-FFF2-40B4-BE49-F238E27FC236}">
                <a16:creationId xmlns:a16="http://schemas.microsoft.com/office/drawing/2014/main" id="{DC2E51EA-7A9E-03EB-F489-7558738ECDF2}"/>
              </a:ext>
            </a:extLst>
          </p:cNvPr>
          <p:cNvSpPr txBox="1"/>
          <p:nvPr userDrawn="1"/>
        </p:nvSpPr>
        <p:spPr>
          <a:xfrm>
            <a:off x="4958755" y="8923165"/>
            <a:ext cx="928574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800" b="1" i="0" u="none" strike="noStrike" cap="none" noProof="0" dirty="0">
                <a:solidFill>
                  <a:schemeClr val="dk1"/>
                </a:solidFill>
                <a:latin typeface="Poppins"/>
                <a:ea typeface="Poppins"/>
                <a:cs typeface="Poppins"/>
                <a:sym typeface="Poppins"/>
              </a:rPr>
              <a:t>Baixe o roteiro dessa atividade</a:t>
            </a:r>
            <a:endParaRPr lang="pt-BR" sz="1800" b="0" i="0" u="none" strike="noStrike" cap="none" noProof="0" dirty="0">
              <a:solidFill>
                <a:srgbClr val="000000"/>
              </a:solidFill>
              <a:latin typeface="Poppins"/>
              <a:ea typeface="Poppins"/>
              <a:cs typeface="Poppins"/>
              <a:sym typeface="Poppins"/>
            </a:endParaRPr>
          </a:p>
        </p:txBody>
      </p:sp>
      <p:pic>
        <p:nvPicPr>
          <p:cNvPr id="7" name="Imagem 6">
            <a:extLst>
              <a:ext uri="{FF2B5EF4-FFF2-40B4-BE49-F238E27FC236}">
                <a16:creationId xmlns:a16="http://schemas.microsoft.com/office/drawing/2014/main" id="{EC34FE3E-47A8-E9EA-DBAE-A2C1931AD7E3}"/>
              </a:ext>
            </a:extLst>
          </p:cNvPr>
          <p:cNvPicPr>
            <a:picLocks noChangeAspect="1"/>
          </p:cNvPicPr>
          <p:nvPr userDrawn="1"/>
        </p:nvPicPr>
        <p:blipFill>
          <a:blip r:embed="rId5"/>
          <a:stretch>
            <a:fillRect/>
          </a:stretch>
        </p:blipFill>
        <p:spPr>
          <a:xfrm>
            <a:off x="4353070" y="8693932"/>
            <a:ext cx="545339" cy="6544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8288000" cy="10287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Imagem 11">
            <a:extLst>
              <a:ext uri="{FF2B5EF4-FFF2-40B4-BE49-F238E27FC236}">
                <a16:creationId xmlns:a16="http://schemas.microsoft.com/office/drawing/2014/main" id="{2EC5732E-C91A-D384-7A29-81C4F99132D4}"/>
              </a:ext>
            </a:extLst>
          </p:cNvPr>
          <p:cNvPicPr>
            <a:picLocks/>
          </p:cNvPicPr>
          <p:nvPr userDrawn="1"/>
        </p:nvPicPr>
        <p:blipFill>
          <a:blip r:embed="rId2"/>
          <a:stretch>
            <a:fillRect/>
          </a:stretch>
        </p:blipFill>
        <p:spPr>
          <a:xfrm>
            <a:off x="8704814" y="2055603"/>
            <a:ext cx="6307210" cy="4564807"/>
          </a:xfrm>
          <a:prstGeom prst="rect">
            <a:avLst/>
          </a:prstGeom>
        </p:spPr>
      </p:pic>
      <p:pic>
        <p:nvPicPr>
          <p:cNvPr id="9" name="Imagem 8">
            <a:extLst>
              <a:ext uri="{FF2B5EF4-FFF2-40B4-BE49-F238E27FC236}">
                <a16:creationId xmlns:a16="http://schemas.microsoft.com/office/drawing/2014/main" id="{527EBAC4-2A8C-5900-EC42-5E61F91F0946}"/>
              </a:ext>
            </a:extLst>
          </p:cNvPr>
          <p:cNvPicPr>
            <a:picLocks/>
          </p:cNvPicPr>
          <p:nvPr userDrawn="1"/>
        </p:nvPicPr>
        <p:blipFill>
          <a:blip r:embed="rId2"/>
          <a:stretch>
            <a:fillRect/>
          </a:stretch>
        </p:blipFill>
        <p:spPr>
          <a:xfrm>
            <a:off x="8704814" y="2055603"/>
            <a:ext cx="6307210" cy="456480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3224043" y="3598169"/>
            <a:ext cx="5102506" cy="2344928"/>
          </a:xfrm>
          <a:prstGeom prst="rect">
            <a:avLst/>
          </a:prstGeom>
        </p:spPr>
        <p:txBody>
          <a:bodyPr lIns="0" tIns="0" rIns="0" bIns="0" rtlCol="0" anchor="t">
            <a:spAutoFit/>
          </a:bodyPr>
          <a:lstStyle/>
          <a:p>
            <a:pPr algn="r">
              <a:lnSpc>
                <a:spcPts val="6015"/>
              </a:lnSpc>
            </a:pPr>
            <a:r>
              <a:rPr lang="pt-BR" sz="6399" noProof="0" dirty="0">
                <a:solidFill>
                  <a:srgbClr val="000000"/>
                </a:solidFill>
                <a:latin typeface="Poppins Bold"/>
              </a:rPr>
              <a:t>Educação Profissional Paulista</a:t>
            </a:r>
          </a:p>
        </p:txBody>
      </p:sp>
      <p:sp>
        <p:nvSpPr>
          <p:cNvPr id="2" name="TextBox 5">
            <a:extLst>
              <a:ext uri="{FF2B5EF4-FFF2-40B4-BE49-F238E27FC236}">
                <a16:creationId xmlns:a16="http://schemas.microsoft.com/office/drawing/2014/main" id="{6DBC72C7-C710-800A-C379-F6C1DBE65031}"/>
              </a:ext>
            </a:extLst>
          </p:cNvPr>
          <p:cNvSpPr txBox="1"/>
          <p:nvPr userDrawn="1"/>
        </p:nvSpPr>
        <p:spPr>
          <a:xfrm>
            <a:off x="9104402" y="3475910"/>
            <a:ext cx="5367683" cy="846386"/>
          </a:xfrm>
          <a:prstGeom prst="rect">
            <a:avLst/>
          </a:prstGeom>
        </p:spPr>
        <p:txBody>
          <a:bodyPr lIns="0" tIns="0" rIns="0" bIns="0" rtlCol="0" anchor="t">
            <a:spAutoFit/>
          </a:bodyPr>
          <a:lstStyle/>
          <a:p>
            <a:pPr>
              <a:lnSpc>
                <a:spcPts val="6845"/>
              </a:lnSpc>
            </a:pPr>
            <a:r>
              <a:rPr lang="pt-BR" sz="5000" noProof="0" dirty="0">
                <a:solidFill>
                  <a:srgbClr val="FFFFFF"/>
                </a:solidFill>
                <a:latin typeface="Poppins Light"/>
              </a:rPr>
              <a:t>Técnico em </a:t>
            </a:r>
          </a:p>
        </p:txBody>
      </p:sp>
      <p:sp>
        <p:nvSpPr>
          <p:cNvPr id="4" name="TextBox 6">
            <a:extLst>
              <a:ext uri="{FF2B5EF4-FFF2-40B4-BE49-F238E27FC236}">
                <a16:creationId xmlns:a16="http://schemas.microsoft.com/office/drawing/2014/main" id="{6C42670F-F865-673C-461A-99A20C35AD88}"/>
              </a:ext>
            </a:extLst>
          </p:cNvPr>
          <p:cNvSpPr txBox="1"/>
          <p:nvPr userDrawn="1"/>
        </p:nvSpPr>
        <p:spPr>
          <a:xfrm>
            <a:off x="9174600" y="4344718"/>
            <a:ext cx="5510664" cy="1446550"/>
          </a:xfrm>
          <a:prstGeom prst="rect">
            <a:avLst/>
          </a:prstGeom>
        </p:spPr>
        <p:txBody>
          <a:bodyPr wrap="square" lIns="0" tIns="0" rIns="0" bIns="0" rtlCol="0" anchor="t">
            <a:spAutoFit/>
          </a:bodyPr>
          <a:lstStyle/>
          <a:p>
            <a:pPr>
              <a:lnSpc>
                <a:spcPct val="100000"/>
              </a:lnSpc>
            </a:pPr>
            <a:r>
              <a:rPr lang="pt-BR" sz="4700" noProof="0" dirty="0">
                <a:solidFill>
                  <a:srgbClr val="FFFFFF"/>
                </a:solidFill>
                <a:latin typeface="Poppins Bold"/>
              </a:rPr>
              <a:t>Desenvolvimento de Sistemas</a:t>
            </a:r>
          </a:p>
        </p:txBody>
      </p:sp>
      <p:pic>
        <p:nvPicPr>
          <p:cNvPr id="5" name="Imagem 4">
            <a:extLst>
              <a:ext uri="{FF2B5EF4-FFF2-40B4-BE49-F238E27FC236}">
                <a16:creationId xmlns:a16="http://schemas.microsoft.com/office/drawing/2014/main" id="{CB63F944-AC67-D5F8-7438-89F43C0378EE}"/>
              </a:ext>
            </a:extLst>
          </p:cNvPr>
          <p:cNvPicPr>
            <a:picLocks/>
          </p:cNvPicPr>
          <p:nvPr userDrawn="1"/>
        </p:nvPicPr>
        <p:blipFill>
          <a:blip r:embed="rId3"/>
          <a:stretch>
            <a:fillRect/>
          </a:stretch>
        </p:blipFill>
        <p:spPr>
          <a:xfrm>
            <a:off x="7243211" y="8078412"/>
            <a:ext cx="3805206" cy="1720803"/>
          </a:xfrm>
          <a:prstGeom prst="rect">
            <a:avLst/>
          </a:prstGeom>
        </p:spPr>
      </p:pic>
    </p:spTree>
    <p:extLst>
      <p:ext uri="{BB962C8B-B14F-4D97-AF65-F5344CB8AC3E}">
        <p14:creationId xmlns:p14="http://schemas.microsoft.com/office/powerpoint/2010/main" val="177496773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CD1033A7-228B-1DA2-EB35-B102BEEA1D7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0" name="Imagem 9">
            <a:extLst>
              <a:ext uri="{FF2B5EF4-FFF2-40B4-BE49-F238E27FC236}">
                <a16:creationId xmlns:a16="http://schemas.microsoft.com/office/drawing/2014/main" id="{8A52A5E2-905D-402F-E4D3-BB9C98993C9A}"/>
              </a:ext>
            </a:extLst>
          </p:cNvPr>
          <p:cNvPicPr>
            <a:picLocks/>
          </p:cNvPicPr>
          <p:nvPr userDrawn="1"/>
        </p:nvPicPr>
        <p:blipFill>
          <a:blip r:embed="rId3"/>
          <a:stretch>
            <a:fillRect/>
          </a:stretch>
        </p:blipFill>
        <p:spPr>
          <a:xfrm>
            <a:off x="0" y="0"/>
            <a:ext cx="12848420" cy="8071212"/>
          </a:xfrm>
          <a:prstGeom prst="rect">
            <a:avLst/>
          </a:prstGeom>
        </p:spPr>
      </p:pic>
      <p:pic>
        <p:nvPicPr>
          <p:cNvPr id="12" name="Imagem 11">
            <a:extLst>
              <a:ext uri="{FF2B5EF4-FFF2-40B4-BE49-F238E27FC236}">
                <a16:creationId xmlns:a16="http://schemas.microsoft.com/office/drawing/2014/main" id="{06CAA464-62A5-B20C-5DD7-DBE6616ACB36}"/>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8A610ACC-90D2-5456-1F39-1F02FE18018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1" name="Imagem 10">
            <a:extLst>
              <a:ext uri="{FF2B5EF4-FFF2-40B4-BE49-F238E27FC236}">
                <a16:creationId xmlns:a16="http://schemas.microsoft.com/office/drawing/2014/main" id="{7C51D9EB-680E-08ED-67A1-2BD200911DC5}"/>
              </a:ext>
            </a:extLst>
          </p:cNvPr>
          <p:cNvPicPr>
            <a:picLocks/>
          </p:cNvPicPr>
          <p:nvPr userDrawn="1"/>
        </p:nvPicPr>
        <p:blipFill>
          <a:blip r:embed="rId3"/>
          <a:stretch>
            <a:fillRect/>
          </a:stretch>
        </p:blipFill>
        <p:spPr>
          <a:xfrm>
            <a:off x="0" y="0"/>
            <a:ext cx="12848420" cy="8071212"/>
          </a:xfrm>
          <a:prstGeom prst="rect">
            <a:avLst/>
          </a:prstGeom>
        </p:spPr>
      </p:pic>
      <p:pic>
        <p:nvPicPr>
          <p:cNvPr id="14" name="Imagem 13">
            <a:extLst>
              <a:ext uri="{FF2B5EF4-FFF2-40B4-BE49-F238E27FC236}">
                <a16:creationId xmlns:a16="http://schemas.microsoft.com/office/drawing/2014/main" id="{E4BFE6B9-9CB2-A25B-2155-7EB5173A223A}"/>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1_Construindo o conceito">
    <p:spTree>
      <p:nvGrpSpPr>
        <p:cNvPr id="1" name="Shape 16"/>
        <p:cNvGrpSpPr/>
        <p:nvPr/>
      </p:nvGrpSpPr>
      <p:grpSpPr>
        <a:xfrm>
          <a:off x="0" y="0"/>
          <a:ext cx="0" cy="0"/>
          <a:chOff x="0" y="0"/>
          <a:chExt cx="0" cy="0"/>
        </a:xfrm>
      </p:grpSpPr>
      <p:pic>
        <p:nvPicPr>
          <p:cNvPr id="6" name="Google Shape;164;p15">
            <a:extLst>
              <a:ext uri="{FF2B5EF4-FFF2-40B4-BE49-F238E27FC236}">
                <a16:creationId xmlns:a16="http://schemas.microsoft.com/office/drawing/2014/main" id="{2A40035A-46AA-DFA0-4141-7C162F3C6DE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r="-3854"/>
          <a:stretch/>
        </p:blipFill>
        <p:spPr>
          <a:xfrm>
            <a:off x="0" y="0"/>
            <a:ext cx="8787534" cy="10287000"/>
          </a:xfrm>
          <a:prstGeom prst="rect">
            <a:avLst/>
          </a:prstGeom>
          <a:noFill/>
          <a:ln>
            <a:noFill/>
          </a:ln>
        </p:spPr>
      </p:pic>
      <p:sp>
        <p:nvSpPr>
          <p:cNvPr id="4" name="Retângulo 3">
            <a:extLst>
              <a:ext uri="{FF2B5EF4-FFF2-40B4-BE49-F238E27FC236}">
                <a16:creationId xmlns:a16="http://schemas.microsoft.com/office/drawing/2014/main" id="{569D7266-D0C4-A44D-9827-A0C02D9BAFF7}"/>
              </a:ext>
            </a:extLst>
          </p:cNvPr>
          <p:cNvSpPr/>
          <p:nvPr userDrawn="1"/>
        </p:nvSpPr>
        <p:spPr>
          <a:xfrm>
            <a:off x="8299521" y="-1"/>
            <a:ext cx="10013430" cy="10285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2203554" y="151400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12" name="Espaço Reservado para Texto 11">
            <a:extLst>
              <a:ext uri="{FF2B5EF4-FFF2-40B4-BE49-F238E27FC236}">
                <a16:creationId xmlns:a16="http://schemas.microsoft.com/office/drawing/2014/main" id="{5324B01E-494B-5E4B-E130-7F8451233889}"/>
              </a:ext>
            </a:extLst>
          </p:cNvPr>
          <p:cNvSpPr>
            <a:spLocks noGrp="1"/>
          </p:cNvSpPr>
          <p:nvPr>
            <p:ph type="body" sz="quarter" idx="10"/>
          </p:nvPr>
        </p:nvSpPr>
        <p:spPr>
          <a:xfrm>
            <a:off x="1035051" y="3822700"/>
            <a:ext cx="4076596" cy="3313113"/>
          </a:xfrm>
          <a:prstGeom prst="rect">
            <a:avLst/>
          </a:prstGeom>
        </p:spPr>
        <p:txBody>
          <a:bodyPr/>
          <a:lstStyle>
            <a:lvl1pPr>
              <a:defRPr sz="1800"/>
            </a:lvl1pPr>
          </a:lstStyle>
          <a:p>
            <a:pPr lvl="0"/>
            <a:endParaRPr lang="pt-BR"/>
          </a:p>
        </p:txBody>
      </p:sp>
      <p:sp>
        <p:nvSpPr>
          <p:cNvPr id="13" name="Espaço Reservado para Texto 11">
            <a:extLst>
              <a:ext uri="{FF2B5EF4-FFF2-40B4-BE49-F238E27FC236}">
                <a16:creationId xmlns:a16="http://schemas.microsoft.com/office/drawing/2014/main" id="{D70461BD-1593-C70D-1057-4FD1447C604E}"/>
              </a:ext>
            </a:extLst>
          </p:cNvPr>
          <p:cNvSpPr>
            <a:spLocks noGrp="1"/>
          </p:cNvSpPr>
          <p:nvPr>
            <p:ph type="body" sz="quarter" idx="11"/>
          </p:nvPr>
        </p:nvSpPr>
        <p:spPr>
          <a:xfrm>
            <a:off x="12997201" y="404944"/>
            <a:ext cx="4076596" cy="1139044"/>
          </a:xfrm>
          <a:prstGeom prst="rect">
            <a:avLst/>
          </a:prstGeom>
        </p:spPr>
        <p:txBody>
          <a:bodyPr/>
          <a:lstStyle>
            <a:lvl1pPr>
              <a:defRPr sz="1800"/>
            </a:lvl1pPr>
          </a:lstStyle>
          <a:p>
            <a:pPr lvl="0"/>
            <a:endParaRPr lang="pt-BR"/>
          </a:p>
        </p:txBody>
      </p:sp>
      <p:sp>
        <p:nvSpPr>
          <p:cNvPr id="14" name="Espaço Reservado para Texto 11">
            <a:extLst>
              <a:ext uri="{FF2B5EF4-FFF2-40B4-BE49-F238E27FC236}">
                <a16:creationId xmlns:a16="http://schemas.microsoft.com/office/drawing/2014/main" id="{78BE3200-A19B-129C-0001-7074E2293354}"/>
              </a:ext>
            </a:extLst>
          </p:cNvPr>
          <p:cNvSpPr>
            <a:spLocks noGrp="1"/>
          </p:cNvSpPr>
          <p:nvPr>
            <p:ph type="body" sz="quarter" idx="12"/>
          </p:nvPr>
        </p:nvSpPr>
        <p:spPr>
          <a:xfrm>
            <a:off x="12997201" y="1888970"/>
            <a:ext cx="4076596" cy="1139044"/>
          </a:xfrm>
          <a:prstGeom prst="rect">
            <a:avLst/>
          </a:prstGeom>
        </p:spPr>
        <p:txBody>
          <a:bodyPr/>
          <a:lstStyle>
            <a:lvl1pPr>
              <a:defRPr sz="1800"/>
            </a:lvl1pPr>
          </a:lstStyle>
          <a:p>
            <a:pPr lvl="0"/>
            <a:endParaRPr lang="pt-BR"/>
          </a:p>
        </p:txBody>
      </p:sp>
      <p:sp>
        <p:nvSpPr>
          <p:cNvPr id="15" name="Espaço Reservado para Texto 11">
            <a:extLst>
              <a:ext uri="{FF2B5EF4-FFF2-40B4-BE49-F238E27FC236}">
                <a16:creationId xmlns:a16="http://schemas.microsoft.com/office/drawing/2014/main" id="{D5B1F210-DB8A-2C19-6DC1-04B1A4E69F9E}"/>
              </a:ext>
            </a:extLst>
          </p:cNvPr>
          <p:cNvSpPr>
            <a:spLocks noGrp="1"/>
          </p:cNvSpPr>
          <p:nvPr>
            <p:ph type="body" sz="quarter" idx="13"/>
          </p:nvPr>
        </p:nvSpPr>
        <p:spPr>
          <a:xfrm>
            <a:off x="12997201" y="3552879"/>
            <a:ext cx="4076596" cy="1139044"/>
          </a:xfrm>
          <a:prstGeom prst="rect">
            <a:avLst/>
          </a:prstGeom>
        </p:spPr>
        <p:txBody>
          <a:bodyPr/>
          <a:lstStyle>
            <a:lvl1pPr>
              <a:defRPr sz="1800"/>
            </a:lvl1pPr>
          </a:lstStyle>
          <a:p>
            <a:pPr lvl="0"/>
            <a:endParaRPr lang="pt-BR"/>
          </a:p>
        </p:txBody>
      </p:sp>
      <p:sp>
        <p:nvSpPr>
          <p:cNvPr id="16" name="Espaço Reservado para Texto 11">
            <a:extLst>
              <a:ext uri="{FF2B5EF4-FFF2-40B4-BE49-F238E27FC236}">
                <a16:creationId xmlns:a16="http://schemas.microsoft.com/office/drawing/2014/main" id="{AEDDDAF3-00C6-4448-54A0-F213582A9D36}"/>
              </a:ext>
            </a:extLst>
          </p:cNvPr>
          <p:cNvSpPr>
            <a:spLocks noGrp="1"/>
          </p:cNvSpPr>
          <p:nvPr>
            <p:ph type="body" sz="quarter" idx="14"/>
          </p:nvPr>
        </p:nvSpPr>
        <p:spPr>
          <a:xfrm>
            <a:off x="12997201" y="5531581"/>
            <a:ext cx="4076596" cy="1139044"/>
          </a:xfrm>
          <a:prstGeom prst="rect">
            <a:avLst/>
          </a:prstGeom>
        </p:spPr>
        <p:txBody>
          <a:bodyPr/>
          <a:lstStyle>
            <a:lvl1pPr>
              <a:defRPr sz="1800"/>
            </a:lvl1pPr>
          </a:lstStyle>
          <a:p>
            <a:pPr lvl="0"/>
            <a:endParaRPr lang="pt-BR"/>
          </a:p>
        </p:txBody>
      </p:sp>
      <p:sp>
        <p:nvSpPr>
          <p:cNvPr id="17" name="Espaço Reservado para Texto 11">
            <a:extLst>
              <a:ext uri="{FF2B5EF4-FFF2-40B4-BE49-F238E27FC236}">
                <a16:creationId xmlns:a16="http://schemas.microsoft.com/office/drawing/2014/main" id="{33351543-E05B-156E-AB33-2E725E3AE564}"/>
              </a:ext>
            </a:extLst>
          </p:cNvPr>
          <p:cNvSpPr>
            <a:spLocks noGrp="1"/>
          </p:cNvSpPr>
          <p:nvPr>
            <p:ph type="body" sz="quarter" idx="15"/>
          </p:nvPr>
        </p:nvSpPr>
        <p:spPr>
          <a:xfrm>
            <a:off x="12997201" y="7120539"/>
            <a:ext cx="4076596" cy="1139044"/>
          </a:xfrm>
          <a:prstGeom prst="rect">
            <a:avLst/>
          </a:prstGeom>
        </p:spPr>
        <p:txBody>
          <a:bodyPr/>
          <a:lstStyle>
            <a:lvl1pPr>
              <a:defRPr sz="1800"/>
            </a:lvl1pPr>
          </a:lstStyle>
          <a:p>
            <a:pPr lvl="0"/>
            <a:endParaRPr lang="pt-BR"/>
          </a:p>
        </p:txBody>
      </p:sp>
      <p:sp>
        <p:nvSpPr>
          <p:cNvPr id="18" name="Espaço Reservado para Texto 11">
            <a:extLst>
              <a:ext uri="{FF2B5EF4-FFF2-40B4-BE49-F238E27FC236}">
                <a16:creationId xmlns:a16="http://schemas.microsoft.com/office/drawing/2014/main" id="{01D8F84B-5F4E-C2A3-883D-5A1C801EF18C}"/>
              </a:ext>
            </a:extLst>
          </p:cNvPr>
          <p:cNvSpPr>
            <a:spLocks noGrp="1"/>
          </p:cNvSpPr>
          <p:nvPr>
            <p:ph type="body" sz="quarter" idx="16"/>
          </p:nvPr>
        </p:nvSpPr>
        <p:spPr>
          <a:xfrm>
            <a:off x="12997201" y="8709496"/>
            <a:ext cx="4076596" cy="1139044"/>
          </a:xfrm>
          <a:prstGeom prst="rect">
            <a:avLst/>
          </a:prstGeom>
        </p:spPr>
        <p:txBody>
          <a:bodyPr/>
          <a:lstStyle>
            <a:lvl1pPr>
              <a:defRPr sz="1800"/>
            </a:lvl1pPr>
          </a:lstStyle>
          <a:p>
            <a:pPr lvl="0"/>
            <a:endParaRPr lang="pt-BR"/>
          </a:p>
        </p:txBody>
      </p:sp>
      <p:sp>
        <p:nvSpPr>
          <p:cNvPr id="20" name="Espaço Reservado para Imagem 19">
            <a:extLst>
              <a:ext uri="{FF2B5EF4-FFF2-40B4-BE49-F238E27FC236}">
                <a16:creationId xmlns:a16="http://schemas.microsoft.com/office/drawing/2014/main" id="{48712A06-262B-D6D3-C983-0170C2A084D1}"/>
              </a:ext>
            </a:extLst>
          </p:cNvPr>
          <p:cNvSpPr>
            <a:spLocks noGrp="1"/>
          </p:cNvSpPr>
          <p:nvPr>
            <p:ph type="pic" sz="quarter" idx="17"/>
          </p:nvPr>
        </p:nvSpPr>
        <p:spPr>
          <a:xfrm>
            <a:off x="8029575" y="438150"/>
            <a:ext cx="3922713" cy="2274888"/>
          </a:xfrm>
          <a:prstGeom prst="rect">
            <a:avLst/>
          </a:prstGeom>
          <a:solidFill>
            <a:schemeClr val="bg1">
              <a:lumMod val="85000"/>
            </a:schemeClr>
          </a:solidFill>
        </p:spPr>
        <p:txBody>
          <a:bodyPr/>
          <a:lstStyle/>
          <a:p>
            <a:endParaRPr lang="pt-BR" dirty="0"/>
          </a:p>
        </p:txBody>
      </p:sp>
      <p:sp>
        <p:nvSpPr>
          <p:cNvPr id="21" name="Espaço Reservado para Imagem 19">
            <a:extLst>
              <a:ext uri="{FF2B5EF4-FFF2-40B4-BE49-F238E27FC236}">
                <a16:creationId xmlns:a16="http://schemas.microsoft.com/office/drawing/2014/main" id="{0A8B1842-36CA-D18C-45E3-9B8BE54F5233}"/>
              </a:ext>
            </a:extLst>
          </p:cNvPr>
          <p:cNvSpPr>
            <a:spLocks noGrp="1"/>
          </p:cNvSpPr>
          <p:nvPr>
            <p:ph type="pic" sz="quarter" idx="18"/>
          </p:nvPr>
        </p:nvSpPr>
        <p:spPr>
          <a:xfrm>
            <a:off x="8029575" y="3361232"/>
            <a:ext cx="3922713" cy="2274888"/>
          </a:xfrm>
          <a:prstGeom prst="rect">
            <a:avLst/>
          </a:prstGeom>
          <a:solidFill>
            <a:schemeClr val="bg1">
              <a:lumMod val="85000"/>
            </a:schemeClr>
          </a:solidFill>
        </p:spPr>
        <p:txBody>
          <a:bodyPr/>
          <a:lstStyle/>
          <a:p>
            <a:endParaRPr lang="pt-BR" dirty="0"/>
          </a:p>
        </p:txBody>
      </p:sp>
      <p:sp>
        <p:nvSpPr>
          <p:cNvPr id="22" name="Espaço Reservado para Imagem 19">
            <a:extLst>
              <a:ext uri="{FF2B5EF4-FFF2-40B4-BE49-F238E27FC236}">
                <a16:creationId xmlns:a16="http://schemas.microsoft.com/office/drawing/2014/main" id="{9E259D35-9872-B049-FD84-CE39C4A5A725}"/>
              </a:ext>
            </a:extLst>
          </p:cNvPr>
          <p:cNvSpPr>
            <a:spLocks noGrp="1"/>
          </p:cNvSpPr>
          <p:nvPr>
            <p:ph type="pic" sz="quarter" idx="19"/>
          </p:nvPr>
        </p:nvSpPr>
        <p:spPr>
          <a:xfrm>
            <a:off x="8029575" y="5999501"/>
            <a:ext cx="3922713" cy="2274888"/>
          </a:xfrm>
          <a:prstGeom prst="rect">
            <a:avLst/>
          </a:prstGeom>
          <a:solidFill>
            <a:schemeClr val="bg1">
              <a:lumMod val="85000"/>
            </a:schemeClr>
          </a:solidFill>
        </p:spPr>
        <p:txBody>
          <a:bodyPr/>
          <a:lstStyle/>
          <a:p>
            <a:endParaRPr lang="pt-BR" dirty="0"/>
          </a:p>
        </p:txBody>
      </p:sp>
      <p:sp>
        <p:nvSpPr>
          <p:cNvPr id="23" name="Espaço Reservado para Texto 11">
            <a:extLst>
              <a:ext uri="{FF2B5EF4-FFF2-40B4-BE49-F238E27FC236}">
                <a16:creationId xmlns:a16="http://schemas.microsoft.com/office/drawing/2014/main" id="{AE1C7992-8AEB-845F-1366-E5FC6ECA3A5A}"/>
              </a:ext>
            </a:extLst>
          </p:cNvPr>
          <p:cNvSpPr>
            <a:spLocks noGrp="1"/>
          </p:cNvSpPr>
          <p:nvPr>
            <p:ph type="body" sz="quarter" idx="20"/>
          </p:nvPr>
        </p:nvSpPr>
        <p:spPr>
          <a:xfrm>
            <a:off x="8020466" y="2848341"/>
            <a:ext cx="4076596" cy="302847"/>
          </a:xfrm>
          <a:prstGeom prst="rect">
            <a:avLst/>
          </a:prstGeom>
        </p:spPr>
        <p:txBody>
          <a:bodyPr/>
          <a:lstStyle>
            <a:lvl1pPr>
              <a:defRPr sz="1800"/>
            </a:lvl1pPr>
          </a:lstStyle>
          <a:p>
            <a:pPr lvl="0"/>
            <a:endParaRPr lang="pt-BR"/>
          </a:p>
        </p:txBody>
      </p:sp>
      <p:sp>
        <p:nvSpPr>
          <p:cNvPr id="24" name="Espaço Reservado para Texto 11">
            <a:extLst>
              <a:ext uri="{FF2B5EF4-FFF2-40B4-BE49-F238E27FC236}">
                <a16:creationId xmlns:a16="http://schemas.microsoft.com/office/drawing/2014/main" id="{2D6CE238-2CC1-38FE-1D64-155E8DDF5FB2}"/>
              </a:ext>
            </a:extLst>
          </p:cNvPr>
          <p:cNvSpPr>
            <a:spLocks noGrp="1"/>
          </p:cNvSpPr>
          <p:nvPr>
            <p:ph type="body" sz="quarter" idx="21"/>
          </p:nvPr>
        </p:nvSpPr>
        <p:spPr>
          <a:xfrm>
            <a:off x="8020466" y="5726452"/>
            <a:ext cx="4076596" cy="302847"/>
          </a:xfrm>
          <a:prstGeom prst="rect">
            <a:avLst/>
          </a:prstGeom>
        </p:spPr>
        <p:txBody>
          <a:bodyPr/>
          <a:lstStyle>
            <a:lvl1pPr>
              <a:defRPr sz="1800"/>
            </a:lvl1pPr>
          </a:lstStyle>
          <a:p>
            <a:pPr lvl="0"/>
            <a:endParaRPr lang="pt-BR"/>
          </a:p>
        </p:txBody>
      </p:sp>
      <p:sp>
        <p:nvSpPr>
          <p:cNvPr id="25" name="Espaço Reservado para Texto 11">
            <a:extLst>
              <a:ext uri="{FF2B5EF4-FFF2-40B4-BE49-F238E27FC236}">
                <a16:creationId xmlns:a16="http://schemas.microsoft.com/office/drawing/2014/main" id="{CCF79652-1EF4-B51F-5A86-90BD5A7FF41E}"/>
              </a:ext>
            </a:extLst>
          </p:cNvPr>
          <p:cNvSpPr>
            <a:spLocks noGrp="1"/>
          </p:cNvSpPr>
          <p:nvPr>
            <p:ph type="body" sz="quarter" idx="22"/>
          </p:nvPr>
        </p:nvSpPr>
        <p:spPr>
          <a:xfrm>
            <a:off x="8020466" y="8364720"/>
            <a:ext cx="4076596" cy="302847"/>
          </a:xfrm>
          <a:prstGeom prst="rect">
            <a:avLst/>
          </a:prstGeom>
        </p:spPr>
        <p:txBody>
          <a:bodyPr/>
          <a:lstStyle>
            <a:lvl1pPr>
              <a:defRPr sz="1800"/>
            </a:lvl1pPr>
          </a:lstStyle>
          <a:p>
            <a:pPr lvl="0"/>
            <a:endParaRPr lang="pt-BR"/>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11534273" y="42431"/>
            <a:ext cx="0" cy="10287000"/>
          </a:xfrm>
          <a:prstGeom prst="straightConnector1">
            <a:avLst/>
          </a:prstGeom>
          <a:noFill/>
          <a:ln w="28575" cap="flat" cmpd="sng">
            <a:solidFill>
              <a:schemeClr val="dk1"/>
            </a:solidFill>
            <a:prstDash val="dot"/>
            <a:round/>
            <a:headEnd type="none" w="sm" len="sm"/>
            <a:tailEnd type="none" w="sm" len="sm"/>
          </a:ln>
        </p:spPr>
      </p:cxnSp>
      <p:cxnSp>
        <p:nvCxnSpPr>
          <p:cNvPr id="26" name="Google Shape;89;p34">
            <a:extLst>
              <a:ext uri="{FF2B5EF4-FFF2-40B4-BE49-F238E27FC236}">
                <a16:creationId xmlns:a16="http://schemas.microsoft.com/office/drawing/2014/main" id="{E6CB6094-B327-4FE9-85C2-75046C92B43B}"/>
              </a:ext>
            </a:extLst>
          </p:cNvPr>
          <p:cNvCxnSpPr/>
          <p:nvPr userDrawn="1"/>
        </p:nvCxnSpPr>
        <p:spPr>
          <a:xfrm rot="10800000">
            <a:off x="11091472" y="1514148"/>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7" name="Google Shape;92;p34">
            <a:extLst>
              <a:ext uri="{FF2B5EF4-FFF2-40B4-BE49-F238E27FC236}">
                <a16:creationId xmlns:a16="http://schemas.microsoft.com/office/drawing/2014/main" id="{752A9B77-04F6-2F45-AE2A-463001DA7DFB}"/>
              </a:ext>
            </a:extLst>
          </p:cNvPr>
          <p:cNvCxnSpPr/>
          <p:nvPr userDrawn="1"/>
        </p:nvCxnSpPr>
        <p:spPr>
          <a:xfrm rot="10800000">
            <a:off x="11091472" y="4591077"/>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8" name="Google Shape;95;p34">
            <a:extLst>
              <a:ext uri="{FF2B5EF4-FFF2-40B4-BE49-F238E27FC236}">
                <a16:creationId xmlns:a16="http://schemas.microsoft.com/office/drawing/2014/main" id="{BEADF656-22C2-5F8B-EF5F-18B5EE22D464}"/>
              </a:ext>
            </a:extLst>
          </p:cNvPr>
          <p:cNvCxnSpPr/>
          <p:nvPr userDrawn="1"/>
        </p:nvCxnSpPr>
        <p:spPr>
          <a:xfrm rot="10800000">
            <a:off x="11091471" y="7642394"/>
            <a:ext cx="5800865" cy="0"/>
          </a:xfrm>
          <a:prstGeom prst="straightConnector1">
            <a:avLst/>
          </a:prstGeom>
          <a:noFill/>
          <a:ln w="19050" cap="flat" cmpd="sng">
            <a:solidFill>
              <a:srgbClr val="F4F4F4"/>
            </a:solidFill>
            <a:prstDash val="solid"/>
            <a:round/>
            <a:headEnd type="diamond" w="med" len="med"/>
            <a:tailEnd type="none" w="sm" len="sm"/>
          </a:ln>
        </p:spPr>
      </p:cxnSp>
      <p:pic>
        <p:nvPicPr>
          <p:cNvPr id="11" name="Imagem 10">
            <a:extLst>
              <a:ext uri="{FF2B5EF4-FFF2-40B4-BE49-F238E27FC236}">
                <a16:creationId xmlns:a16="http://schemas.microsoft.com/office/drawing/2014/main" id="{62104131-1636-97CF-3764-6639DBB63B30}"/>
              </a:ext>
            </a:extLst>
          </p:cNvPr>
          <p:cNvPicPr>
            <a:picLocks/>
          </p:cNvPicPr>
          <p:nvPr userDrawn="1"/>
        </p:nvPicPr>
        <p:blipFill>
          <a:blip r:embed="rId3"/>
          <a:stretch>
            <a:fillRect/>
          </a:stretch>
        </p:blipFill>
        <p:spPr>
          <a:xfrm>
            <a:off x="381601" y="327600"/>
            <a:ext cx="3434405" cy="2390404"/>
          </a:xfrm>
          <a:prstGeom prst="rect">
            <a:avLst/>
          </a:prstGeom>
        </p:spPr>
      </p:pic>
      <p:sp>
        <p:nvSpPr>
          <p:cNvPr id="7" name="Google Shape;101;p34">
            <a:extLst>
              <a:ext uri="{FF2B5EF4-FFF2-40B4-BE49-F238E27FC236}">
                <a16:creationId xmlns:a16="http://schemas.microsoft.com/office/drawing/2014/main" id="{606FAC63-7E4F-1C04-DB5A-A68FE33CD612}"/>
              </a:ext>
            </a:extLst>
          </p:cNvPr>
          <p:cNvSpPr txBox="1"/>
          <p:nvPr userDrawn="1"/>
        </p:nvSpPr>
        <p:spPr>
          <a:xfrm>
            <a:off x="743543" y="1014222"/>
            <a:ext cx="272016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dirty="0">
                <a:solidFill>
                  <a:schemeClr val="lt1"/>
                </a:solidFill>
                <a:latin typeface="Poppins Medium"/>
                <a:ea typeface="Poppins Medium"/>
                <a:cs typeface="Poppins Medium"/>
                <a:sym typeface="Poppins Medium"/>
              </a:rPr>
              <a:t> </a:t>
            </a:r>
            <a:r>
              <a:rPr lang="pt-BR" sz="3500" b="1" i="0" u="none" strike="noStrike" cap="none" dirty="0">
                <a:solidFill>
                  <a:schemeClr val="lt1"/>
                </a:solidFill>
                <a:latin typeface="Poppins"/>
                <a:ea typeface="Poppins"/>
                <a:cs typeface="Poppins"/>
                <a:sym typeface="Poppins"/>
              </a:rPr>
              <a:t>conceito</a:t>
            </a:r>
            <a:endParaRPr sz="3500" b="0" i="0" u="none" strike="noStrike" cap="none" dirty="0">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649BBA63-7482-E6D1-CC24-EC86DF5C161D}"/>
              </a:ext>
            </a:extLst>
          </p:cNvPr>
          <p:cNvSpPr txBox="1"/>
          <p:nvPr userDrawn="1"/>
        </p:nvSpPr>
        <p:spPr>
          <a:xfrm>
            <a:off x="-1135626" y="92914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982718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6" name="Google Shape;142;p13">
            <a:extLst>
              <a:ext uri="{FF2B5EF4-FFF2-40B4-BE49-F238E27FC236}">
                <a16:creationId xmlns:a16="http://schemas.microsoft.com/office/drawing/2014/main" id="{F07B1DA4-0BE0-8D2F-5B14-D586124A95E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B59D7DFC-8F64-A1D7-B11E-A2CCF7E244A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9135066" y="1261373"/>
            <a:ext cx="0" cy="7651573"/>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2201317" y="1328935"/>
            <a:ext cx="6068031"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Objetivos da aula</a:t>
            </a:r>
            <a:endParaRPr sz="2700" b="1" i="0" u="none" strike="noStrike" cap="none" dirty="0">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11200516" y="1328480"/>
            <a:ext cx="6452345"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Habilidades técnicas</a:t>
            </a:r>
            <a:endParaRPr lang="pt-BR" sz="1400" b="0" i="0" u="none" strike="noStrike" cap="none" dirty="0">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2149782" y="3573282"/>
            <a:ext cx="5053542"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Recursos didáticos</a:t>
            </a:r>
            <a:endParaRPr sz="1400" b="0" i="0" u="none" strike="noStrike" cap="none" dirty="0">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2168198" y="6974477"/>
            <a:ext cx="4900873"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Duração da aula</a:t>
            </a:r>
            <a:endParaRPr sz="1400" b="0" i="0" u="none" strike="noStrike" cap="none" dirty="0">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11200516" y="4673913"/>
            <a:ext cx="6571620"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Habilidades socioemocionais</a:t>
            </a:r>
            <a:endParaRPr lang="pt-BR" sz="1400" b="0" i="0" u="none" strike="noStrike" cap="none" dirty="0">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7076661" y="336605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2093342" y="7576950"/>
            <a:ext cx="2585709" cy="400069"/>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91425" tIns="45700" rIns="91425" bIns="4570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20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11201062" y="5473994"/>
            <a:ext cx="6067478"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2165273" y="5234349"/>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807426" y="144012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grpSp>
        <p:nvGrpSpPr>
          <p:cNvPr id="62" name="Google Shape;34;p31">
            <a:extLst>
              <a:ext uri="{FF2B5EF4-FFF2-40B4-BE49-F238E27FC236}">
                <a16:creationId xmlns:a16="http://schemas.microsoft.com/office/drawing/2014/main" id="{094CE120-6DC2-B836-C78B-958857E32918}"/>
              </a:ext>
            </a:extLst>
          </p:cNvPr>
          <p:cNvGrpSpPr/>
          <p:nvPr userDrawn="1"/>
        </p:nvGrpSpPr>
        <p:grpSpPr>
          <a:xfrm>
            <a:off x="984626" y="1586920"/>
            <a:ext cx="642753" cy="642752"/>
            <a:chOff x="9358184" y="2764785"/>
            <a:chExt cx="495514" cy="495513"/>
          </a:xfrm>
        </p:grpSpPr>
        <p:grpSp>
          <p:nvGrpSpPr>
            <p:cNvPr id="63" name="Google Shape;35;p31">
              <a:extLst>
                <a:ext uri="{FF2B5EF4-FFF2-40B4-BE49-F238E27FC236}">
                  <a16:creationId xmlns:a16="http://schemas.microsoft.com/office/drawing/2014/main" id="{E46B2FE3-266B-CF02-D8D2-75497E399F1B}"/>
                </a:ext>
              </a:extLst>
            </p:cNvPr>
            <p:cNvGrpSpPr/>
            <p:nvPr/>
          </p:nvGrpSpPr>
          <p:grpSpPr>
            <a:xfrm>
              <a:off x="9358184" y="2802389"/>
              <a:ext cx="457909" cy="457909"/>
              <a:chOff x="9358184" y="2802389"/>
              <a:chExt cx="457909" cy="457909"/>
            </a:xfrm>
          </p:grpSpPr>
          <p:sp>
            <p:nvSpPr>
              <p:cNvPr id="66" name="Google Shape;36;p31">
                <a:extLst>
                  <a:ext uri="{FF2B5EF4-FFF2-40B4-BE49-F238E27FC236}">
                    <a16:creationId xmlns:a16="http://schemas.microsoft.com/office/drawing/2014/main" id="{E21811E9-DB1E-1BA0-75E9-117F29646F68}"/>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67" name="Google Shape;37;p31">
                <a:extLst>
                  <a:ext uri="{FF2B5EF4-FFF2-40B4-BE49-F238E27FC236}">
                    <a16:creationId xmlns:a16="http://schemas.microsoft.com/office/drawing/2014/main" id="{A2F25380-A4F9-BF9A-F39B-9E7A4E5B43A3}"/>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68" name="Google Shape;38;p31">
                <a:extLst>
                  <a:ext uri="{FF2B5EF4-FFF2-40B4-BE49-F238E27FC236}">
                    <a16:creationId xmlns:a16="http://schemas.microsoft.com/office/drawing/2014/main" id="{6A2B401C-3625-8C2F-E46D-458CF073E15D}"/>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sp>
          <p:nvSpPr>
            <p:cNvPr id="64" name="Google Shape;39;p31">
              <a:extLst>
                <a:ext uri="{FF2B5EF4-FFF2-40B4-BE49-F238E27FC236}">
                  <a16:creationId xmlns:a16="http://schemas.microsoft.com/office/drawing/2014/main" id="{8F00A6C3-B77A-F07E-05FF-EF372511D07A}"/>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65" name="Google Shape;40;p31">
              <a:extLst>
                <a:ext uri="{FF2B5EF4-FFF2-40B4-BE49-F238E27FC236}">
                  <a16:creationId xmlns:a16="http://schemas.microsoft.com/office/drawing/2014/main" id="{C568D4FE-9F66-CAB7-A0D0-1D65DBFCBB6A}"/>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sp>
        <p:nvSpPr>
          <p:cNvPr id="69" name="Google Shape;42;p31">
            <a:extLst>
              <a:ext uri="{FF2B5EF4-FFF2-40B4-BE49-F238E27FC236}">
                <a16:creationId xmlns:a16="http://schemas.microsoft.com/office/drawing/2014/main" id="{9872EE60-7A4F-1BA5-6C65-F74323570E69}"/>
              </a:ext>
            </a:extLst>
          </p:cNvPr>
          <p:cNvSpPr/>
          <p:nvPr userDrawn="1"/>
        </p:nvSpPr>
        <p:spPr>
          <a:xfrm>
            <a:off x="771809" y="3655897"/>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949009" y="3851897"/>
            <a:ext cx="729196" cy="721749"/>
            <a:chOff x="8278989" y="8660413"/>
            <a:chExt cx="568927" cy="563118"/>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70"/>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3"/>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3211"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774307" y="7050150"/>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988375" y="7287873"/>
            <a:ext cx="571378" cy="571378"/>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9806625" y="1462223"/>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9964992" y="1615822"/>
            <a:ext cx="709176" cy="652866"/>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9806625" y="4717036"/>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9956978" y="4878913"/>
            <a:ext cx="687995" cy="68784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9782692" y="70866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CaixaDeTexto 4">
            <a:extLst>
              <a:ext uri="{FF2B5EF4-FFF2-40B4-BE49-F238E27FC236}">
                <a16:creationId xmlns:a16="http://schemas.microsoft.com/office/drawing/2014/main" id="{104D0029-2A90-CBAF-53E9-DD1D730BADAB}"/>
              </a:ext>
            </a:extLst>
          </p:cNvPr>
          <p:cNvSpPr txBox="1"/>
          <p:nvPr userDrawn="1"/>
        </p:nvSpPr>
        <p:spPr>
          <a:xfrm>
            <a:off x="-707923" y="-8849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 Conteudo" preserve="1" userDrawn="1">
  <p:cSld name="2_1. Conteudo">
    <p:spTree>
      <p:nvGrpSpPr>
        <p:cNvPr id="1" name="Shape 78"/>
        <p:cNvGrpSpPr/>
        <p:nvPr/>
      </p:nvGrpSpPr>
      <p:grpSpPr>
        <a:xfrm>
          <a:off x="0" y="0"/>
          <a:ext cx="0" cy="0"/>
          <a:chOff x="0" y="0"/>
          <a:chExt cx="0" cy="0"/>
        </a:xfrm>
      </p:grpSpPr>
      <p:pic>
        <p:nvPicPr>
          <p:cNvPr id="7" name="Imagem 6">
            <a:extLst>
              <a:ext uri="{FF2B5EF4-FFF2-40B4-BE49-F238E27FC236}">
                <a16:creationId xmlns:a16="http://schemas.microsoft.com/office/drawing/2014/main" id="{833DDFF4-5934-6384-6A08-18D8879CC208}"/>
              </a:ext>
            </a:extLst>
          </p:cNvPr>
          <p:cNvPicPr>
            <a:picLocks/>
          </p:cNvPicPr>
          <p:nvPr userDrawn="1"/>
        </p:nvPicPr>
        <p:blipFill>
          <a:blip r:embed="rId2"/>
          <a:stretch>
            <a:fillRect/>
          </a:stretch>
        </p:blipFill>
        <p:spPr>
          <a:xfrm>
            <a:off x="298800" y="691201"/>
            <a:ext cx="3434405" cy="2390404"/>
          </a:xfrm>
          <a:prstGeom prst="rect">
            <a:avLst/>
          </a:prstGeom>
        </p:spPr>
      </p:pic>
      <p:sp>
        <p:nvSpPr>
          <p:cNvPr id="10" name="Google Shape;69;p32">
            <a:extLst>
              <a:ext uri="{FF2B5EF4-FFF2-40B4-BE49-F238E27FC236}">
                <a16:creationId xmlns:a16="http://schemas.microsoft.com/office/drawing/2014/main" id="{4A47350A-59ED-4380-8C9D-33FB53D2A25D}"/>
              </a:ext>
            </a:extLst>
          </p:cNvPr>
          <p:cNvSpPr txBox="1"/>
          <p:nvPr/>
        </p:nvSpPr>
        <p:spPr>
          <a:xfrm>
            <a:off x="1050819" y="1514972"/>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5627757" y="32553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5627757" y="468414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5627757" y="60747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5627757" y="74844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5272088" y="838807"/>
            <a:ext cx="10812462" cy="1890940"/>
          </a:xfrm>
          <a:prstGeom prst="rect">
            <a:avLst/>
          </a:prstGeom>
        </p:spPr>
        <p:txBody>
          <a:bodyPr/>
          <a:lstStyle>
            <a:lvl1pPr>
              <a:defRPr sz="20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162549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D6CDD641-8D49-E70A-469D-74FDC42F972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7" name="Imagem 6">
            <a:extLst>
              <a:ext uri="{FF2B5EF4-FFF2-40B4-BE49-F238E27FC236}">
                <a16:creationId xmlns:a16="http://schemas.microsoft.com/office/drawing/2014/main" id="{7FBD3BE8-6913-CC2C-06D9-4FDEC70CABBD}"/>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Google Shape;69;p32">
            <a:extLst>
              <a:ext uri="{FF2B5EF4-FFF2-40B4-BE49-F238E27FC236}">
                <a16:creationId xmlns:a16="http://schemas.microsoft.com/office/drawing/2014/main" id="{07D774CC-AEE0-AAA5-E348-DAFD716E0666}"/>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5560902" y="962025"/>
            <a:ext cx="11049093" cy="2598738"/>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6643035" y="3810156"/>
            <a:ext cx="9966960" cy="5229726"/>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Tree>
    <p:extLst>
      <p:ext uri="{BB962C8B-B14F-4D97-AF65-F5344CB8AC3E}">
        <p14:creationId xmlns:p14="http://schemas.microsoft.com/office/powerpoint/2010/main" val="2293429439"/>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C06DD873-35AF-F358-AF2A-2DF2E1112D5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6" name="Imagem 5">
            <a:extLst>
              <a:ext uri="{FF2B5EF4-FFF2-40B4-BE49-F238E27FC236}">
                <a16:creationId xmlns:a16="http://schemas.microsoft.com/office/drawing/2014/main" id="{4A8EB114-B88C-80A3-B92B-0E5C2838503E}"/>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10" name="Google Shape;69;p32">
            <a:extLst>
              <a:ext uri="{FF2B5EF4-FFF2-40B4-BE49-F238E27FC236}">
                <a16:creationId xmlns:a16="http://schemas.microsoft.com/office/drawing/2014/main" id="{795FD3B7-2662-CA2C-E60B-37DD4AC3C5E2}"/>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5397615" y="950913"/>
            <a:ext cx="12079173"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9561402" y="3559201"/>
            <a:ext cx="7915386" cy="5358724"/>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5394135" y="8553645"/>
            <a:ext cx="3746383" cy="36427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5394136" y="3546475"/>
            <a:ext cx="3746690" cy="4824413"/>
          </a:xfrm>
          <a:prstGeom prst="rect">
            <a:avLst/>
          </a:prstGeom>
          <a:solidFill>
            <a:srgbClr val="D9D9D9"/>
          </a:solidFill>
        </p:spPr>
        <p:txBody>
          <a:bodyPr/>
          <a:lstStyle>
            <a:lvl1pPr>
              <a:defRPr sz="1800" b="0" i="0">
                <a:latin typeface="Poppins" pitchFamily="2" charset="77"/>
                <a:cs typeface="Poppins" pitchFamily="2" charset="77"/>
              </a:defRPr>
            </a:lvl1pPr>
          </a:lstStyle>
          <a:p>
            <a:endParaRPr lang="pt-BR" dirty="0"/>
          </a:p>
        </p:txBody>
      </p:sp>
    </p:spTree>
    <p:extLst>
      <p:ext uri="{BB962C8B-B14F-4D97-AF65-F5344CB8AC3E}">
        <p14:creationId xmlns:p14="http://schemas.microsoft.com/office/powerpoint/2010/main" val="3010264346"/>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1C75F0AC-ED14-F43B-FEDB-D40371225B4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7" name="Imagem 6">
            <a:extLst>
              <a:ext uri="{FF2B5EF4-FFF2-40B4-BE49-F238E27FC236}">
                <a16:creationId xmlns:a16="http://schemas.microsoft.com/office/drawing/2014/main" id="{9C829B9D-57D4-42B9-0C19-CAB4220B13E4}"/>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Google Shape;69;p32">
            <a:extLst>
              <a:ext uri="{FF2B5EF4-FFF2-40B4-BE49-F238E27FC236}">
                <a16:creationId xmlns:a16="http://schemas.microsoft.com/office/drawing/2014/main" id="{F1039184-47E3-FA3C-DC62-77911A62528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5397614" y="928688"/>
            <a:ext cx="12079174" cy="178435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5397614" y="8790287"/>
            <a:ext cx="12079074" cy="443472"/>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8048157" y="867930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5397614" y="3019074"/>
            <a:ext cx="12079074" cy="5604226"/>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46968342"/>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19116EA-081B-D3E0-ABB2-5593DC7A202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7" name="Imagem 6">
            <a:extLst>
              <a:ext uri="{FF2B5EF4-FFF2-40B4-BE49-F238E27FC236}">
                <a16:creationId xmlns:a16="http://schemas.microsoft.com/office/drawing/2014/main" id="{D962814D-EDC9-6CF6-FD8B-3FB2970A2A7A}"/>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5397611" y="3041018"/>
            <a:ext cx="12079075" cy="5549698"/>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dirty="0"/>
          </a:p>
        </p:txBody>
      </p:sp>
      <p:sp>
        <p:nvSpPr>
          <p:cNvPr id="9" name="Google Shape;69;p32">
            <a:extLst>
              <a:ext uri="{FF2B5EF4-FFF2-40B4-BE49-F238E27FC236}">
                <a16:creationId xmlns:a16="http://schemas.microsoft.com/office/drawing/2014/main" id="{DE14EB72-1A65-A5DB-A2E7-252C0E2F6F4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5397611" y="950913"/>
            <a:ext cx="12079177"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5397611" y="8764236"/>
            <a:ext cx="12079177" cy="465463"/>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2735217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87FCC07C-4BE2-37BE-B92C-3F0C1F9F9F0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8" name="Imagem 7">
            <a:extLst>
              <a:ext uri="{FF2B5EF4-FFF2-40B4-BE49-F238E27FC236}">
                <a16:creationId xmlns:a16="http://schemas.microsoft.com/office/drawing/2014/main" id="{267E9DC7-19F7-417F-93BE-E85CEABE4D4A}"/>
              </a:ext>
            </a:extLst>
          </p:cNvPr>
          <p:cNvPicPr>
            <a:picLocks/>
          </p:cNvPicPr>
          <p:nvPr userDrawn="1"/>
        </p:nvPicPr>
        <p:blipFill>
          <a:blip r:embed="rId3"/>
          <a:stretch>
            <a:fillRect/>
          </a:stretch>
        </p:blipFill>
        <p:spPr>
          <a:xfrm>
            <a:off x="298800" y="439201"/>
            <a:ext cx="3434405" cy="2390404"/>
          </a:xfrm>
          <a:prstGeom prst="rect">
            <a:avLst/>
          </a:prstGeom>
        </p:spPr>
      </p:pic>
      <p:sp>
        <p:nvSpPr>
          <p:cNvPr id="18" name="Google Shape;82;p33">
            <a:extLst>
              <a:ext uri="{FF2B5EF4-FFF2-40B4-BE49-F238E27FC236}">
                <a16:creationId xmlns:a16="http://schemas.microsoft.com/office/drawing/2014/main" id="{BA9FF48C-E6ED-8BE9-735C-1F6F208016AF}"/>
              </a:ext>
            </a:extLst>
          </p:cNvPr>
          <p:cNvSpPr txBox="1"/>
          <p:nvPr userDrawn="1"/>
        </p:nvSpPr>
        <p:spPr>
          <a:xfrm>
            <a:off x="1090502" y="1123988"/>
            <a:ext cx="19707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chemeClr val="lt1"/>
                </a:solidFill>
                <a:latin typeface="Poppins Light" pitchFamily="2" charset="77"/>
                <a:ea typeface="Poppins Medium"/>
                <a:cs typeface="Poppins Light" pitchFamily="2" charset="77"/>
                <a:sym typeface="Poppins Medium"/>
              </a:rPr>
              <a:t>Ponto</a:t>
            </a:r>
            <a:r>
              <a:rPr lang="pt-BR" sz="3500" b="0" i="0" u="none" strike="noStrike" cap="none" dirty="0">
                <a:solidFill>
                  <a:schemeClr val="lt1"/>
                </a:solidFill>
                <a:latin typeface="Poppins Medium"/>
                <a:ea typeface="Poppins Medium"/>
                <a:cs typeface="Poppins Medium"/>
                <a:sym typeface="Poppins Medium"/>
              </a:rPr>
              <a:t> </a:t>
            </a:r>
            <a:r>
              <a:rPr lang="pt-BR" sz="3500" b="0" i="0" u="none" strike="noStrike" cap="none" dirty="0">
                <a:solidFill>
                  <a:schemeClr val="lt1"/>
                </a:solidFill>
                <a:latin typeface="Poppins Light" pitchFamily="2" charset="77"/>
                <a:ea typeface="Poppins Medium"/>
                <a:cs typeface="Poppins Light" pitchFamily="2" charset="77"/>
                <a:sym typeface="Poppins Medium"/>
              </a:rPr>
              <a:t>de</a:t>
            </a:r>
            <a:r>
              <a:rPr lang="pt-BR" sz="3500" b="0" i="0" u="none" strike="noStrike" cap="none" dirty="0">
                <a:solidFill>
                  <a:schemeClr val="lt1"/>
                </a:solidFill>
                <a:latin typeface="Poppins Medium"/>
                <a:ea typeface="Poppins Medium"/>
                <a:cs typeface="Poppins Medium"/>
                <a:sym typeface="Poppins Medium"/>
              </a:rPr>
              <a:t> </a:t>
            </a:r>
            <a:r>
              <a:rPr lang="pt-BR" sz="3500" b="1" i="0" u="none" strike="noStrike" cap="none" dirty="0">
                <a:solidFill>
                  <a:schemeClr val="lt1"/>
                </a:solidFill>
                <a:latin typeface="Poppins"/>
                <a:ea typeface="Poppins"/>
                <a:cs typeface="Poppins"/>
                <a:sym typeface="Poppins"/>
              </a:rPr>
              <a:t>partida</a:t>
            </a:r>
            <a:endParaRPr sz="3500" b="0" i="0" u="none" strike="noStrike" cap="none" dirty="0">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419614679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AE0DC479-3E72-CDCB-DBFF-155CA6D6AB6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7" name="Imagem 6">
            <a:extLst>
              <a:ext uri="{FF2B5EF4-FFF2-40B4-BE49-F238E27FC236}">
                <a16:creationId xmlns:a16="http://schemas.microsoft.com/office/drawing/2014/main" id="{AC80EE0B-3ED8-ED94-805C-593E61A1FFEE}"/>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Google Shape;69;p32">
            <a:extLst>
              <a:ext uri="{FF2B5EF4-FFF2-40B4-BE49-F238E27FC236}">
                <a16:creationId xmlns:a16="http://schemas.microsoft.com/office/drawing/2014/main" id="{1A04F5B2-68B0-2193-1467-BC61C52DF55C}"/>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1188993371"/>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7496197" y="3927724"/>
            <a:ext cx="9026798"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3306485" y="3414557"/>
            <a:ext cx="4189710" cy="2516188"/>
          </a:xfrm>
          <a:prstGeom prst="rect">
            <a:avLst/>
          </a:prstGeom>
          <a:solidFill>
            <a:srgbClr val="D8D8D8"/>
          </a:solidFill>
          <a:ln>
            <a:noFill/>
          </a:ln>
        </p:spPr>
      </p:sp>
      <p:sp>
        <p:nvSpPr>
          <p:cNvPr id="183" name="Google Shape;183;p15"/>
          <p:cNvSpPr txBox="1">
            <a:spLocks noGrp="1"/>
          </p:cNvSpPr>
          <p:nvPr>
            <p:ph type="body" idx="1"/>
          </p:nvPr>
        </p:nvSpPr>
        <p:spPr>
          <a:xfrm>
            <a:off x="8358411" y="4229807"/>
            <a:ext cx="8164583" cy="16961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7496197" y="7004653"/>
            <a:ext cx="8941738"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3306485" y="6491486"/>
            <a:ext cx="4189710" cy="2516188"/>
          </a:xfrm>
          <a:prstGeom prst="rect">
            <a:avLst/>
          </a:prstGeom>
          <a:solidFill>
            <a:srgbClr val="D8D8D8"/>
          </a:solidFill>
          <a:ln>
            <a:noFill/>
          </a:ln>
        </p:spPr>
      </p:sp>
      <p:sp>
        <p:nvSpPr>
          <p:cNvPr id="186" name="Google Shape;186;p15"/>
          <p:cNvSpPr txBox="1">
            <a:spLocks noGrp="1"/>
          </p:cNvSpPr>
          <p:nvPr>
            <p:ph type="body" idx="4"/>
          </p:nvPr>
        </p:nvSpPr>
        <p:spPr>
          <a:xfrm>
            <a:off x="8358411" y="7306737"/>
            <a:ext cx="8164579" cy="169611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3306485" y="2226787"/>
            <a:ext cx="13216509" cy="924288"/>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22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3306484" y="681247"/>
            <a:ext cx="13216507" cy="124345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19673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8" name="Google Shape;142;p13">
            <a:extLst>
              <a:ext uri="{FF2B5EF4-FFF2-40B4-BE49-F238E27FC236}">
                <a16:creationId xmlns:a16="http://schemas.microsoft.com/office/drawing/2014/main" id="{C1899201-5DAF-E974-F58A-A1AEAB93C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7" name="Google Shape;143;p13">
            <a:extLst>
              <a:ext uri="{FF2B5EF4-FFF2-40B4-BE49-F238E27FC236}">
                <a16:creationId xmlns:a16="http://schemas.microsoft.com/office/drawing/2014/main" id="{33DC5791-7C7E-1A35-F1B9-7D904EC4D10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2" name="CaixaDeTexto 1">
            <a:extLst>
              <a:ext uri="{FF2B5EF4-FFF2-40B4-BE49-F238E27FC236}">
                <a16:creationId xmlns:a16="http://schemas.microsoft.com/office/drawing/2014/main" id="{A002D0E8-22C3-90CC-B114-9B35A1342FE0}"/>
              </a:ext>
            </a:extLst>
          </p:cNvPr>
          <p:cNvSpPr txBox="1"/>
          <p:nvPr userDrawn="1"/>
        </p:nvSpPr>
        <p:spPr>
          <a:xfrm>
            <a:off x="4359965" y="28227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4914900" y="178226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4914900" y="271207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4914900" y="3663317"/>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4914900" y="4663285"/>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4914900" y="570831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4914900" y="676967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pic>
        <p:nvPicPr>
          <p:cNvPr id="16" name="Imagem 15">
            <a:extLst>
              <a:ext uri="{FF2B5EF4-FFF2-40B4-BE49-F238E27FC236}">
                <a16:creationId xmlns:a16="http://schemas.microsoft.com/office/drawing/2014/main" id="{B6EDAEE7-8257-49E3-E82B-EF04A1F1C136}"/>
              </a:ext>
            </a:extLst>
          </p:cNvPr>
          <p:cNvPicPr>
            <a:picLocks/>
          </p:cNvPicPr>
          <p:nvPr userDrawn="1"/>
        </p:nvPicPr>
        <p:blipFill>
          <a:blip r:embed="rId4"/>
          <a:stretch>
            <a:fillRect/>
          </a:stretch>
        </p:blipFill>
        <p:spPr>
          <a:xfrm>
            <a:off x="381601" y="327600"/>
            <a:ext cx="3434405" cy="2390404"/>
          </a:xfrm>
          <a:prstGeom prst="rect">
            <a:avLst/>
          </a:prstGeom>
        </p:spPr>
      </p:pic>
      <p:sp>
        <p:nvSpPr>
          <p:cNvPr id="12" name="Google Shape;101;p34">
            <a:extLst>
              <a:ext uri="{FF2B5EF4-FFF2-40B4-BE49-F238E27FC236}">
                <a16:creationId xmlns:a16="http://schemas.microsoft.com/office/drawing/2014/main" id="{B642C3FE-A5A7-DE40-B0EC-693188905B79}"/>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dirty="0">
                <a:solidFill>
                  <a:schemeClr val="lt1"/>
                </a:solidFill>
                <a:latin typeface="Poppins Medium"/>
                <a:ea typeface="Poppins Medium"/>
                <a:cs typeface="Poppins Medium"/>
                <a:sym typeface="Poppins Medium"/>
              </a:rPr>
              <a:t> </a:t>
            </a:r>
            <a:r>
              <a:rPr lang="pt-BR" sz="3500" b="1" i="0" u="none" strike="noStrike" cap="none" dirty="0">
                <a:solidFill>
                  <a:schemeClr val="lt1"/>
                </a:solidFill>
                <a:latin typeface="Poppins" pitchFamily="2" charset="77"/>
                <a:ea typeface="Poppins"/>
                <a:cs typeface="Poppins" pitchFamily="2" charset="77"/>
                <a:sym typeface="Poppins"/>
              </a:rPr>
              <a:t>conceito</a:t>
            </a:r>
            <a:endParaRPr sz="3500" b="1" i="0" u="none" strike="noStrike" cap="none" dirty="0">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42712842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8288000" cy="10287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29543989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4" name="Google Shape;190;p17">
            <a:extLst>
              <a:ext uri="{FF2B5EF4-FFF2-40B4-BE49-F238E27FC236}">
                <a16:creationId xmlns:a16="http://schemas.microsoft.com/office/drawing/2014/main" id="{A0810382-A324-7F5F-6D72-CCF68117DD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AE8102B1-F19D-4500-5793-123C76C1EF5E}"/>
              </a:ext>
            </a:extLst>
          </p:cNvPr>
          <p:cNvPicPr>
            <a:picLocks/>
          </p:cNvPicPr>
          <p:nvPr userDrawn="1"/>
        </p:nvPicPr>
        <p:blipFill>
          <a:blip r:embed="rId3"/>
          <a:stretch>
            <a:fillRect/>
          </a:stretch>
        </p:blipFill>
        <p:spPr>
          <a:xfrm>
            <a:off x="298800" y="691201"/>
            <a:ext cx="3434405" cy="2390404"/>
          </a:xfrm>
          <a:prstGeom prst="rect">
            <a:avLst/>
          </a:prstGeom>
        </p:spPr>
      </p:pic>
      <p:sp>
        <p:nvSpPr>
          <p:cNvPr id="231" name="Google Shape;231;p21"/>
          <p:cNvSpPr txBox="1"/>
          <p:nvPr userDrawn="1"/>
        </p:nvSpPr>
        <p:spPr>
          <a:xfrm>
            <a:off x="1210701" y="1160039"/>
            <a:ext cx="1967095"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rgbClr val="FFFFFF"/>
                </a:solidFill>
                <a:latin typeface="Poppins Light" pitchFamily="2" charset="77"/>
                <a:ea typeface="Poppins Light"/>
                <a:cs typeface="Poppins Light" pitchFamily="2" charset="77"/>
                <a:sym typeface="Poppins Light"/>
              </a:rPr>
              <a:t>Vamos fazer um</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dirty="0">
                <a:solidFill>
                  <a:srgbClr val="FFFFFF"/>
                </a:solidFill>
                <a:latin typeface="Poppins"/>
                <a:ea typeface="Poppins"/>
                <a:cs typeface="Poppins"/>
                <a:sym typeface="Poppins"/>
              </a:rPr>
              <a:t>quiz</a:t>
            </a:r>
            <a:endParaRPr lang="pt-BR" sz="3500" b="0" i="0" u="none" strike="noStrike" cap="none" noProof="0" dirty="0">
              <a:solidFill>
                <a:srgbClr val="FFFFFF"/>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13741301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6" name="Google Shape;190;p17">
            <a:extLst>
              <a:ext uri="{FF2B5EF4-FFF2-40B4-BE49-F238E27FC236}">
                <a16:creationId xmlns:a16="http://schemas.microsoft.com/office/drawing/2014/main" id="{F9357E3A-0A47-5C6A-4624-2811914CCED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8" name="Imagem 7">
            <a:extLst>
              <a:ext uri="{FF2B5EF4-FFF2-40B4-BE49-F238E27FC236}">
                <a16:creationId xmlns:a16="http://schemas.microsoft.com/office/drawing/2014/main" id="{3A46975C-DF3D-0E31-CEB1-A97A8453D41A}"/>
              </a:ext>
            </a:extLst>
          </p:cNvPr>
          <p:cNvPicPr>
            <a:picLocks/>
          </p:cNvPicPr>
          <p:nvPr userDrawn="1"/>
        </p:nvPicPr>
        <p:blipFill>
          <a:blip r:embed="rId3"/>
          <a:stretch>
            <a:fillRect/>
          </a:stretch>
        </p:blipFill>
        <p:spPr>
          <a:xfrm>
            <a:off x="298800" y="691201"/>
            <a:ext cx="3434405" cy="2390404"/>
          </a:xfrm>
          <a:prstGeom prst="rect">
            <a:avLst/>
          </a:prstGeom>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Google Shape;231;p21">
            <a:extLst>
              <a:ext uri="{FF2B5EF4-FFF2-40B4-BE49-F238E27FC236}">
                <a16:creationId xmlns:a16="http://schemas.microsoft.com/office/drawing/2014/main" id="{76C6D641-729D-5478-E0FD-4482BC0110EA}"/>
              </a:ext>
            </a:extLst>
          </p:cNvPr>
          <p:cNvSpPr txBox="1"/>
          <p:nvPr userDrawn="1"/>
        </p:nvSpPr>
        <p:spPr>
          <a:xfrm>
            <a:off x="943708" y="1324162"/>
            <a:ext cx="2292704"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dirty="0">
                <a:solidFill>
                  <a:srgbClr val="FFFFFF"/>
                </a:solidFill>
                <a:latin typeface="Poppins"/>
                <a:ea typeface="Poppins Light"/>
                <a:cs typeface="Poppins"/>
                <a:sym typeface="Poppins"/>
              </a:rPr>
              <a:t>responda</a:t>
            </a:r>
            <a:endParaRPr lang="pt-BR" sz="3500" b="0" i="0" u="none" strike="noStrike" cap="none" noProof="0" dirty="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2036829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5" name="Google Shape;190;p17">
            <a:extLst>
              <a:ext uri="{FF2B5EF4-FFF2-40B4-BE49-F238E27FC236}">
                <a16:creationId xmlns:a16="http://schemas.microsoft.com/office/drawing/2014/main" id="{DF08B642-629D-10BC-758C-D4D28C96BC5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12" name="Imagem 11">
            <a:extLst>
              <a:ext uri="{FF2B5EF4-FFF2-40B4-BE49-F238E27FC236}">
                <a16:creationId xmlns:a16="http://schemas.microsoft.com/office/drawing/2014/main" id="{15958799-2596-CBDC-A6EE-E9214F08186E}"/>
              </a:ext>
            </a:extLst>
          </p:cNvPr>
          <p:cNvPicPr>
            <a:picLocks/>
          </p:cNvPicPr>
          <p:nvPr userDrawn="1"/>
        </p:nvPicPr>
        <p:blipFill>
          <a:blip r:embed="rId3"/>
          <a:stretch>
            <a:fillRect/>
          </a:stretch>
        </p:blipFill>
        <p:spPr>
          <a:xfrm>
            <a:off x="0" y="0"/>
            <a:ext cx="12848420" cy="8071212"/>
          </a:xfrm>
          <a:prstGeom prst="rect">
            <a:avLst/>
          </a:prstGeom>
        </p:spPr>
      </p:pic>
      <p:pic>
        <p:nvPicPr>
          <p:cNvPr id="10" name="Imagem 9">
            <a:extLst>
              <a:ext uri="{FF2B5EF4-FFF2-40B4-BE49-F238E27FC236}">
                <a16:creationId xmlns:a16="http://schemas.microsoft.com/office/drawing/2014/main" id="{D82A7651-015C-96BD-B654-8688857A7EB0}"/>
              </a:ext>
            </a:extLst>
          </p:cNvPr>
          <p:cNvPicPr>
            <a:picLocks/>
          </p:cNvPicPr>
          <p:nvPr userDrawn="1"/>
        </p:nvPicPr>
        <p:blipFill>
          <a:blip r:embed="rId3"/>
          <a:stretch>
            <a:fillRect/>
          </a:stretch>
        </p:blipFill>
        <p:spPr>
          <a:xfrm>
            <a:off x="0" y="0"/>
            <a:ext cx="12848420" cy="8071212"/>
          </a:xfrm>
          <a:prstGeom prst="rect">
            <a:avLst/>
          </a:prstGeom>
        </p:spPr>
      </p:pic>
      <p:sp>
        <p:nvSpPr>
          <p:cNvPr id="6" name="Espaço Reservado para Texto 17">
            <a:extLst>
              <a:ext uri="{FF2B5EF4-FFF2-40B4-BE49-F238E27FC236}">
                <a16:creationId xmlns:a16="http://schemas.microsoft.com/office/drawing/2014/main" id="{99B3C895-9A6A-3A70-111A-A4701F153597}"/>
              </a:ext>
            </a:extLst>
          </p:cNvPr>
          <p:cNvSpPr>
            <a:spLocks noGrp="1"/>
          </p:cNvSpPr>
          <p:nvPr>
            <p:ph type="body" sz="quarter" idx="11" hasCustomPrompt="1"/>
          </p:nvPr>
        </p:nvSpPr>
        <p:spPr>
          <a:xfrm>
            <a:off x="3657194" y="1498708"/>
            <a:ext cx="6254750" cy="4692650"/>
          </a:xfrm>
          <a:prstGeom prst="rect">
            <a:avLst/>
          </a:prstGeom>
        </p:spPr>
        <p:txBody>
          <a:bodyPr/>
          <a:lstStyle>
            <a:lvl1pPr>
              <a:defRPr sz="2400">
                <a:latin typeface="Poppins" panose="00000500000000000000" pitchFamily="2" charset="0"/>
                <a:cs typeface="Poppins" panose="00000500000000000000" pitchFamily="2" charset="0"/>
              </a:defRPr>
            </a:lvl1pPr>
            <a:lvl2pPr>
              <a:defRPr sz="1600"/>
            </a:lvl2pPr>
            <a:lvl3pPr>
              <a:defRPr sz="1600"/>
            </a:lvl3pPr>
            <a:lvl4pPr>
              <a:defRPr sz="1600"/>
            </a:lvl4pPr>
            <a:lvl5pPr>
              <a:defRPr sz="1600"/>
            </a:lvl5pPr>
          </a:lstStyle>
          <a:p>
            <a:pPr lvl="0"/>
            <a:r>
              <a:rPr lang="pt-BR" noProof="0"/>
              <a:t>Escreva a citação nesta área </a:t>
            </a:r>
            <a:r>
              <a:rPr lang="en-US"/>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7" name="Espaço Reservado para Texto 19">
            <a:extLst>
              <a:ext uri="{FF2B5EF4-FFF2-40B4-BE49-F238E27FC236}">
                <a16:creationId xmlns:a16="http://schemas.microsoft.com/office/drawing/2014/main" id="{015A9257-63A1-16A0-C8E8-D41B83F04B6E}"/>
              </a:ext>
            </a:extLst>
          </p:cNvPr>
          <p:cNvSpPr>
            <a:spLocks noGrp="1"/>
          </p:cNvSpPr>
          <p:nvPr>
            <p:ph type="body" sz="quarter" idx="12" hasCustomPrompt="1"/>
          </p:nvPr>
        </p:nvSpPr>
        <p:spPr>
          <a:xfrm>
            <a:off x="3656551" y="6370106"/>
            <a:ext cx="5018087" cy="606425"/>
          </a:xfrm>
          <a:prstGeom prst="rect">
            <a:avLst/>
          </a:prstGeom>
        </p:spPr>
        <p:txBody>
          <a:bodyPr/>
          <a:lstStyle>
            <a:lvl1pPr>
              <a:defRPr sz="1800">
                <a:latin typeface="Poppins" panose="00000500000000000000" pitchFamily="2" charset="0"/>
                <a:cs typeface="Poppins" panose="00000500000000000000" pitchFamily="2" charset="0"/>
              </a:defRPr>
            </a:lvl1pPr>
          </a:lstStyle>
          <a:p>
            <a:pPr lvl="0"/>
            <a:r>
              <a:rPr lang="pt-BR"/>
              <a:t>Referência completa da citação/autoria</a:t>
            </a:r>
          </a:p>
        </p:txBody>
      </p:sp>
    </p:spTree>
    <p:extLst>
      <p:ext uri="{BB962C8B-B14F-4D97-AF65-F5344CB8AC3E}">
        <p14:creationId xmlns:p14="http://schemas.microsoft.com/office/powerpoint/2010/main" val="3029729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3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37132638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pic>
        <p:nvPicPr>
          <p:cNvPr id="2" name="Google Shape;10;p29">
            <a:extLst>
              <a:ext uri="{FF2B5EF4-FFF2-40B4-BE49-F238E27FC236}">
                <a16:creationId xmlns:a16="http://schemas.microsoft.com/office/drawing/2014/main" id="{69B899E0-256B-4ABD-B3CF-5D0279BAB1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7414310" y="169102"/>
            <a:ext cx="648222" cy="304469"/>
          </a:xfrm>
          <a:prstGeom prst="rect">
            <a:avLst/>
          </a:prstGeom>
          <a:noFill/>
          <a:ln>
            <a:noFill/>
          </a:ln>
        </p:spPr>
      </p:pic>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3950716" y="1987423"/>
            <a:ext cx="7497763" cy="1255713"/>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3950716" y="3511423"/>
            <a:ext cx="7497763" cy="1255713"/>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3950716" y="5047615"/>
            <a:ext cx="7497763" cy="1255713"/>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3950716" y="6730111"/>
            <a:ext cx="7497763" cy="1255713"/>
          </a:xfrm>
          <a:prstGeom prst="rect">
            <a:avLst/>
          </a:prstGeom>
        </p:spPr>
        <p:txBody>
          <a:bodyPr/>
          <a:lstStyle/>
          <a:p>
            <a:pPr lvl="0"/>
            <a:endParaRPr lang="pt-BR"/>
          </a:p>
        </p:txBody>
      </p:sp>
    </p:spTree>
    <p:extLst>
      <p:ext uri="{BB962C8B-B14F-4D97-AF65-F5344CB8AC3E}">
        <p14:creationId xmlns:p14="http://schemas.microsoft.com/office/powerpoint/2010/main" val="11897978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8288000" cy="10287000"/>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dirty="0"/>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1293813" y="1331913"/>
            <a:ext cx="6138862" cy="5408612"/>
          </a:xfrm>
          <a:prstGeom prst="rect">
            <a:avLst/>
          </a:prstGeom>
        </p:spPr>
        <p:txBody>
          <a:bodyPr/>
          <a:lstStyle/>
          <a:p>
            <a:endParaRPr lang="pt-BR" dirty="0"/>
          </a:p>
        </p:txBody>
      </p:sp>
    </p:spTree>
    <p:extLst>
      <p:ext uri="{BB962C8B-B14F-4D97-AF65-F5344CB8AC3E}">
        <p14:creationId xmlns:p14="http://schemas.microsoft.com/office/powerpoint/2010/main" val="30782261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endParaRPr lang="en-US" dirty="0"/>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22" name="Imagem 21">
            <a:extLst>
              <a:ext uri="{FF2B5EF4-FFF2-40B4-BE49-F238E27FC236}">
                <a16:creationId xmlns:a16="http://schemas.microsoft.com/office/drawing/2014/main" id="{E4663DB8-8777-3CF6-7362-6F602F78F4CC}"/>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3500" b="0" i="0" u="none" strike="noStrike" cap="none" dirty="0">
                <a:solidFill>
                  <a:srgbClr val="FFFFFF"/>
                </a:solidFill>
                <a:latin typeface="Poppins Light" pitchFamily="2" charset="77"/>
                <a:ea typeface="Poppins Light"/>
                <a:cs typeface="Poppins Light" pitchFamily="2" charset="77"/>
                <a:sym typeface="Poppins Light"/>
              </a:rPr>
            </a:br>
            <a:r>
              <a:rPr lang="pt-BR" sz="3500" b="0" i="0" u="none" strike="noStrike" cap="none" dirty="0">
                <a:solidFill>
                  <a:srgbClr val="FFFFFF"/>
                </a:solidFill>
                <a:latin typeface="Poppins Light" pitchFamily="2" charset="77"/>
                <a:ea typeface="Poppins Light"/>
                <a:cs typeface="Poppins Light" pitchFamily="2" charset="77"/>
                <a:sym typeface="Poppins Light"/>
              </a:rPr>
              <a:t>em </a:t>
            </a:r>
            <a:r>
              <a:rPr lang="pt-BR" sz="3500" b="1" i="0" u="none" strike="noStrike" cap="none" dirty="0">
                <a:solidFill>
                  <a:srgbClr val="FFFFFF"/>
                </a:solidFill>
                <a:latin typeface="Poppins"/>
                <a:ea typeface="Poppins"/>
                <a:cs typeface="Poppins"/>
                <a:sym typeface="Poppins"/>
              </a:rPr>
              <a:t>prática</a:t>
            </a:r>
            <a:endParaRPr sz="3500" b="0" i="0" u="none" strike="noStrike" cap="none" dirty="0">
              <a:solidFill>
                <a:srgbClr val="FFFFFF"/>
              </a:solidFill>
              <a:latin typeface="Poppins Light"/>
              <a:ea typeface="Poppins Light"/>
              <a:cs typeface="Poppins Light"/>
              <a:sym typeface="Poppins Light"/>
            </a:endParaRPr>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6802880" y="1694394"/>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dirty="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6802880" y="2528112"/>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6802880" y="3892162"/>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dirty="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6802880" y="4725880"/>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6802880" y="6089930"/>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dirty="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6802880" y="6923648"/>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6802880" y="8287699"/>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dirty="0">
                <a:solidFill>
                  <a:srgbClr val="FF161F"/>
                </a:solidFill>
                <a:latin typeface="Poppins" pitchFamily="2" charset="77"/>
                <a:cs typeface="Poppins" pitchFamily="2" charset="77"/>
              </a:rPr>
              <a:t>4</a:t>
            </a:r>
          </a:p>
        </p:txBody>
      </p:sp>
      <p:cxnSp>
        <p:nvCxnSpPr>
          <p:cNvPr id="13" name="Google Shape;164;p37">
            <a:extLst>
              <a:ext uri="{FF2B5EF4-FFF2-40B4-BE49-F238E27FC236}">
                <a16:creationId xmlns:a16="http://schemas.microsoft.com/office/drawing/2014/main" id="{5991BC56-AAA0-E465-9AC1-50D541BE4CC8}"/>
              </a:ext>
            </a:extLst>
          </p:cNvPr>
          <p:cNvCxnSpPr>
            <a:cxnSpLocks/>
          </p:cNvCxnSpPr>
          <p:nvPr userDrawn="1"/>
        </p:nvCxnSpPr>
        <p:spPr>
          <a:xfrm>
            <a:off x="6802880" y="9121417"/>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7810500" y="914402"/>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7810500" y="3117956"/>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7810500" y="5306520"/>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7810500" y="7510074"/>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909163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3CC9B972-2FC2-310D-2E4E-FAC046494CE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10" name="Imagem 9">
            <a:extLst>
              <a:ext uri="{FF2B5EF4-FFF2-40B4-BE49-F238E27FC236}">
                <a16:creationId xmlns:a16="http://schemas.microsoft.com/office/drawing/2014/main" id="{E547DEC9-7580-B840-434A-741F577F2BDA}"/>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dirty="0">
                <a:solidFill>
                  <a:schemeClr val="lt1"/>
                </a:solidFill>
                <a:latin typeface="Poppins"/>
                <a:ea typeface="Poppins"/>
                <a:cs typeface="Poppins"/>
                <a:sym typeface="Poppins"/>
              </a:rPr>
              <a:t>aprendemos hoje?</a:t>
            </a:r>
            <a:endParaRPr lang="pt-BR" sz="3500" b="0" i="0" u="none" strike="noStrike" cap="none" noProof="0" dirty="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dirty="0">
                <a:solidFill>
                  <a:schemeClr val="bg1"/>
                </a:solidFill>
                <a:latin typeface="Poppins Light" panose="00000400000000000000" pitchFamily="2" charset="0"/>
                <a:cs typeface="Poppins Light" panose="00000400000000000000" pitchFamily="2" charset="0"/>
              </a:rPr>
              <a:t>© Getty Images</a:t>
            </a: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7301898" y="2537432"/>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7301898" y="4620023"/>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7301898" y="6736255"/>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6904767" y="260643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dirty="0">
                <a:solidFill>
                  <a:schemeClr val="tx1"/>
                </a:solidFill>
                <a:latin typeface="Poppins"/>
                <a:ea typeface="Poppins"/>
                <a:cs typeface="Poppins"/>
                <a:sym typeface="Poppins"/>
              </a:rPr>
              <a:t>1</a:t>
            </a:r>
            <a:endParaRPr sz="1400" b="0" i="0" u="none" strike="noStrike" cap="none" dirty="0">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6862237" y="4401353"/>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dirty="0">
                <a:solidFill>
                  <a:schemeClr val="tx1"/>
                </a:solidFill>
                <a:latin typeface="Poppins"/>
                <a:ea typeface="Poppins"/>
                <a:cs typeface="Poppins"/>
                <a:sym typeface="Poppins"/>
              </a:rPr>
              <a:t>2</a:t>
            </a:r>
            <a:endParaRPr sz="1400" b="0" i="0" u="none" strike="noStrike" cap="none" dirty="0">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6862237" y="619626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dirty="0">
                <a:solidFill>
                  <a:schemeClr val="tx1"/>
                </a:solidFill>
                <a:latin typeface="Poppins"/>
                <a:ea typeface="Poppins"/>
                <a:cs typeface="Poppins"/>
                <a:sym typeface="Poppins"/>
              </a:rPr>
              <a:t>3</a:t>
            </a:r>
            <a:endParaRPr sz="1400" b="0" i="0" u="none" strike="noStrike" cap="none" dirty="0">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8454255" y="135774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5_OqueAprendemos" preserve="1" userDrawn="1">
  <p:cSld name="6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E22AC8E9-5E0D-65AB-29C1-402DD6CDF5F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9" name="Imagem 8">
            <a:extLst>
              <a:ext uri="{FF2B5EF4-FFF2-40B4-BE49-F238E27FC236}">
                <a16:creationId xmlns:a16="http://schemas.microsoft.com/office/drawing/2014/main" id="{85DF13C4-D109-968E-E051-728BBF757384}"/>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dirty="0">
                <a:solidFill>
                  <a:schemeClr val="lt1"/>
                </a:solidFill>
                <a:latin typeface="Poppins"/>
                <a:ea typeface="Poppins"/>
                <a:cs typeface="Poppins"/>
                <a:sym typeface="Poppins"/>
              </a:rPr>
              <a:t>aprendemos hoje?</a:t>
            </a:r>
            <a:endParaRPr lang="pt-BR" sz="3500" b="0" i="0" u="none" strike="noStrike" cap="none" noProof="0" dirty="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dirty="0">
                <a:solidFill>
                  <a:schemeClr val="bg1"/>
                </a:solidFill>
                <a:latin typeface="Poppins Light" panose="00000400000000000000" pitchFamily="2" charset="0"/>
                <a:cs typeface="Poppins Light" panose="00000400000000000000" pitchFamily="2" charset="0"/>
              </a:rPr>
              <a:t>© Getty Images</a:t>
            </a: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7302500" y="2536825"/>
            <a:ext cx="9531350" cy="6102350"/>
          </a:xfrm>
          <a:prstGeom prst="rect">
            <a:avLst/>
          </a:prstGeom>
          <a:solidFill>
            <a:schemeClr val="bg1">
              <a:lumMod val="85000"/>
            </a:schemeClr>
          </a:solidFill>
        </p:spPr>
        <p:txBody>
          <a:bodyPr/>
          <a:lstStyle>
            <a:lvl1pPr>
              <a:defRPr sz="1800" b="0" i="0">
                <a:latin typeface="Poppins" pitchFamily="2" charset="77"/>
                <a:cs typeface="Poppins" pitchFamily="2" charset="77"/>
              </a:defRPr>
            </a:lvl1pPr>
          </a:lstStyle>
          <a:p>
            <a:endParaRPr lang="pt-BR" dirty="0"/>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7015381" y="1101032"/>
            <a:ext cx="8160900" cy="1077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dirty="0">
                <a:solidFill>
                  <a:srgbClr val="FF0000"/>
                </a:solidFill>
                <a:latin typeface="Poppins"/>
                <a:ea typeface="Poppins"/>
                <a:cs typeface="Poppins"/>
                <a:sym typeface="Poppins"/>
              </a:rPr>
              <a:t>Nuvem de palavras</a:t>
            </a:r>
          </a:p>
        </p:txBody>
      </p:sp>
    </p:spTree>
    <p:extLst>
      <p:ext uri="{BB962C8B-B14F-4D97-AF65-F5344CB8AC3E}">
        <p14:creationId xmlns:p14="http://schemas.microsoft.com/office/powerpoint/2010/main" val="3333225175"/>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5" name="Google Shape;142;p13">
            <a:extLst>
              <a:ext uri="{FF2B5EF4-FFF2-40B4-BE49-F238E27FC236}">
                <a16:creationId xmlns:a16="http://schemas.microsoft.com/office/drawing/2014/main" id="{3A4E29AB-E897-54A0-EF5B-495232186FB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8" name="Google Shape;143;p13">
            <a:extLst>
              <a:ext uri="{FF2B5EF4-FFF2-40B4-BE49-F238E27FC236}">
                <a16:creationId xmlns:a16="http://schemas.microsoft.com/office/drawing/2014/main" id="{2F8AB1D9-1F91-C301-CADC-3280526D526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sp>
        <p:nvSpPr>
          <p:cNvPr id="397" name="Google Shape;397;p33"/>
          <p:cNvSpPr txBox="1">
            <a:spLocks noGrp="1"/>
          </p:cNvSpPr>
          <p:nvPr>
            <p:ph type="body" idx="5"/>
          </p:nvPr>
        </p:nvSpPr>
        <p:spPr>
          <a:xfrm>
            <a:off x="2175792" y="2781300"/>
            <a:ext cx="12458810" cy="573436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2175792" y="1771334"/>
            <a:ext cx="9518400" cy="6924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4500" b="1" i="0" u="none" strike="noStrike" cap="none" noProof="0" dirty="0">
                <a:solidFill>
                  <a:srgbClr val="FF161F"/>
                </a:solidFill>
                <a:latin typeface="Poppins"/>
                <a:ea typeface="Poppins"/>
                <a:cs typeface="Poppins"/>
                <a:sym typeface="Poppins"/>
              </a:rPr>
              <a:t>Referências</a:t>
            </a:r>
            <a:r>
              <a:rPr lang="en-US" sz="4500" b="1" i="0" u="none" strike="noStrike" cap="none" dirty="0">
                <a:solidFill>
                  <a:srgbClr val="FF161F"/>
                </a:solidFill>
                <a:latin typeface="Poppins"/>
                <a:ea typeface="Poppins"/>
                <a:cs typeface="Poppins"/>
                <a:sym typeface="Poppins"/>
              </a:rPr>
              <a:t> da aula</a:t>
            </a:r>
            <a:endParaRPr sz="1400" b="0" i="0" u="none" strike="noStrike" cap="none" dirty="0">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12" name="Google Shape;142;p13">
            <a:extLst>
              <a:ext uri="{FF2B5EF4-FFF2-40B4-BE49-F238E27FC236}">
                <a16:creationId xmlns:a16="http://schemas.microsoft.com/office/drawing/2014/main" id="{78E61B95-FA95-9482-303F-F8E9C7A050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3" name="Google Shape;143;p13">
            <a:extLst>
              <a:ext uri="{FF2B5EF4-FFF2-40B4-BE49-F238E27FC236}">
                <a16:creationId xmlns:a16="http://schemas.microsoft.com/office/drawing/2014/main" id="{56ED5AE7-8A4A-D26D-0938-3A483027087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1777896"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930533"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7894950"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4438856"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1383791"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699925" y="4638675"/>
            <a:ext cx="2960521" cy="2516188"/>
          </a:xfrm>
          <a:prstGeom prst="rect">
            <a:avLst/>
          </a:prstGeom>
          <a:solidFill>
            <a:srgbClr val="D8D8D8"/>
          </a:solidFill>
          <a:ln>
            <a:noFill/>
          </a:ln>
        </p:spPr>
      </p:sp>
      <p:sp>
        <p:nvSpPr>
          <p:cNvPr id="173" name="Google Shape;173;p14"/>
          <p:cNvSpPr>
            <a:spLocks noGrp="1"/>
          </p:cNvSpPr>
          <p:nvPr>
            <p:ph type="pic" idx="3"/>
          </p:nvPr>
        </p:nvSpPr>
        <p:spPr>
          <a:xfrm>
            <a:off x="4154709" y="4638675"/>
            <a:ext cx="2960521" cy="2516188"/>
          </a:xfrm>
          <a:prstGeom prst="rect">
            <a:avLst/>
          </a:prstGeom>
          <a:solidFill>
            <a:srgbClr val="D8D8D8"/>
          </a:solidFill>
          <a:ln>
            <a:noFill/>
          </a:ln>
        </p:spPr>
      </p:sp>
      <p:sp>
        <p:nvSpPr>
          <p:cNvPr id="174" name="Google Shape;174;p14"/>
          <p:cNvSpPr>
            <a:spLocks noGrp="1"/>
          </p:cNvSpPr>
          <p:nvPr>
            <p:ph type="pic" idx="4"/>
          </p:nvPr>
        </p:nvSpPr>
        <p:spPr>
          <a:xfrm>
            <a:off x="7609493" y="4638675"/>
            <a:ext cx="2960521" cy="2516188"/>
          </a:xfrm>
          <a:prstGeom prst="rect">
            <a:avLst/>
          </a:prstGeom>
          <a:solidFill>
            <a:srgbClr val="D8D8D8"/>
          </a:solidFill>
          <a:ln>
            <a:noFill/>
          </a:ln>
        </p:spPr>
      </p:sp>
      <p:sp>
        <p:nvSpPr>
          <p:cNvPr id="175" name="Google Shape;175;p14"/>
          <p:cNvSpPr>
            <a:spLocks noGrp="1"/>
          </p:cNvSpPr>
          <p:nvPr>
            <p:ph type="pic" idx="5"/>
          </p:nvPr>
        </p:nvSpPr>
        <p:spPr>
          <a:xfrm>
            <a:off x="11064277" y="4638675"/>
            <a:ext cx="2960521" cy="2516188"/>
          </a:xfrm>
          <a:prstGeom prst="rect">
            <a:avLst/>
          </a:prstGeom>
          <a:solidFill>
            <a:srgbClr val="D8D8D8"/>
          </a:solidFill>
          <a:ln>
            <a:noFill/>
          </a:ln>
        </p:spPr>
      </p:sp>
      <p:pic>
        <p:nvPicPr>
          <p:cNvPr id="11" name="Imagem 10">
            <a:extLst>
              <a:ext uri="{FF2B5EF4-FFF2-40B4-BE49-F238E27FC236}">
                <a16:creationId xmlns:a16="http://schemas.microsoft.com/office/drawing/2014/main" id="{309EE108-5C42-6D7D-C34C-49DD3B16C2B0}"/>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dirty="0">
                <a:solidFill>
                  <a:schemeClr val="lt1"/>
                </a:solidFill>
                <a:latin typeface="Poppins"/>
                <a:ea typeface="Poppins"/>
                <a:cs typeface="Poppins"/>
                <a:sym typeface="Poppins"/>
              </a:rPr>
              <a:t>Exposição</a:t>
            </a:r>
            <a:endParaRPr sz="3000" b="0" i="0" u="none" strike="noStrike" cap="none" dirty="0">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chemeClr val="lt1"/>
                </a:solidFill>
                <a:latin typeface="Poppins Light" pitchFamily="2" charset="77"/>
                <a:ea typeface="Poppins"/>
                <a:cs typeface="Poppins Light" pitchFamily="2" charset="77"/>
                <a:sym typeface="Poppins"/>
              </a:rPr>
              <a:t>Construindo o </a:t>
            </a:r>
            <a:r>
              <a:rPr lang="pt-BR" sz="3500" b="1" i="0" u="none" strike="noStrike" cap="none" noProof="0" dirty="0">
                <a:solidFill>
                  <a:schemeClr val="lt1"/>
                </a:solidFill>
                <a:latin typeface="Poppins"/>
                <a:ea typeface="Poppins"/>
                <a:cs typeface="Poppins"/>
                <a:sym typeface="Poppins"/>
              </a:rPr>
              <a:t>conceito</a:t>
            </a:r>
            <a:endParaRPr lang="pt-BR" sz="3500" b="0" i="0" u="none" strike="noStrike" cap="none" noProof="0" dirty="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14519061" y="4638675"/>
            <a:ext cx="2960521" cy="2516188"/>
          </a:xfrm>
          <a:prstGeom prst="rect">
            <a:avLst/>
          </a:prstGeom>
          <a:solidFill>
            <a:srgbClr val="D8D8D8"/>
          </a:solidFill>
          <a:ln>
            <a:noFill/>
          </a:ln>
        </p:spPr>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14803750" y="6936983"/>
            <a:ext cx="0" cy="2098562"/>
          </a:xfrm>
          <a:prstGeom prst="straightConnector1">
            <a:avLst/>
          </a:prstGeom>
          <a:noFill/>
          <a:ln w="19050" cap="flat" cmpd="sng">
            <a:solidFill>
              <a:schemeClr val="dk1"/>
            </a:solidFill>
            <a:prstDash val="solid"/>
            <a:round/>
            <a:headEnd type="diamond" w="med" len="med"/>
            <a:tailEnd type="none" w="sm" len="sm"/>
          </a:ln>
        </p:spPr>
      </p:cxnSp>
    </p:spTree>
    <p:extLst>
      <p:ext uri="{BB962C8B-B14F-4D97-AF65-F5344CB8AC3E}">
        <p14:creationId xmlns:p14="http://schemas.microsoft.com/office/powerpoint/2010/main" val="36574536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4" name="Google Shape;142;p13">
            <a:extLst>
              <a:ext uri="{FF2B5EF4-FFF2-40B4-BE49-F238E27FC236}">
                <a16:creationId xmlns:a16="http://schemas.microsoft.com/office/drawing/2014/main" id="{55594D94-EA93-240A-5848-0F4C472AAAF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6" name="Google Shape;143;p13">
            <a:extLst>
              <a:ext uri="{FF2B5EF4-FFF2-40B4-BE49-F238E27FC236}">
                <a16:creationId xmlns:a16="http://schemas.microsoft.com/office/drawing/2014/main" id="{503005C4-694D-DCF7-F54E-77C762AA3BA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72" name="Google Shape;172;p14"/>
          <p:cNvSpPr>
            <a:spLocks noGrp="1"/>
          </p:cNvSpPr>
          <p:nvPr>
            <p:ph type="pic" idx="2"/>
          </p:nvPr>
        </p:nvSpPr>
        <p:spPr>
          <a:xfrm>
            <a:off x="4691715" y="1626877"/>
            <a:ext cx="3722376" cy="2617180"/>
          </a:xfrm>
          <a:prstGeom prst="rect">
            <a:avLst/>
          </a:prstGeom>
          <a:solidFill>
            <a:srgbClr val="D8D8D8"/>
          </a:solidFill>
          <a:ln>
            <a:noFill/>
          </a:ln>
        </p:spPr>
      </p:sp>
      <p:sp>
        <p:nvSpPr>
          <p:cNvPr id="173" name="Google Shape;173;p14"/>
          <p:cNvSpPr>
            <a:spLocks noGrp="1"/>
          </p:cNvSpPr>
          <p:nvPr>
            <p:ph type="pic" idx="3"/>
          </p:nvPr>
        </p:nvSpPr>
        <p:spPr>
          <a:xfrm>
            <a:off x="4691715" y="5755897"/>
            <a:ext cx="3722376" cy="2617180"/>
          </a:xfrm>
          <a:prstGeom prst="rect">
            <a:avLst/>
          </a:prstGeom>
          <a:solidFill>
            <a:srgbClr val="D8D8D8"/>
          </a:solidFill>
          <a:ln>
            <a:noFill/>
          </a:ln>
        </p:spPr>
      </p:sp>
      <p:sp>
        <p:nvSpPr>
          <p:cNvPr id="174" name="Google Shape;174;p14"/>
          <p:cNvSpPr>
            <a:spLocks noGrp="1"/>
          </p:cNvSpPr>
          <p:nvPr>
            <p:ph type="pic" idx="4"/>
          </p:nvPr>
        </p:nvSpPr>
        <p:spPr>
          <a:xfrm>
            <a:off x="13139294" y="5755897"/>
            <a:ext cx="3722376" cy="2617180"/>
          </a:xfrm>
          <a:prstGeom prst="rect">
            <a:avLst/>
          </a:prstGeom>
          <a:solidFill>
            <a:srgbClr val="D8D8D8"/>
          </a:solidFill>
          <a:ln>
            <a:noFill/>
          </a:ln>
        </p:spPr>
      </p:sp>
      <p:sp>
        <p:nvSpPr>
          <p:cNvPr id="175" name="Google Shape;175;p14"/>
          <p:cNvSpPr>
            <a:spLocks noGrp="1"/>
          </p:cNvSpPr>
          <p:nvPr>
            <p:ph type="pic" idx="5"/>
          </p:nvPr>
        </p:nvSpPr>
        <p:spPr>
          <a:xfrm>
            <a:off x="13139293" y="1626877"/>
            <a:ext cx="3722376" cy="2617180"/>
          </a:xfrm>
          <a:prstGeom prst="rect">
            <a:avLst/>
          </a:prstGeom>
          <a:solidFill>
            <a:srgbClr val="D8D8D8"/>
          </a:solidFill>
          <a:ln>
            <a:noFill/>
          </a:ln>
        </p:spPr>
      </p:sp>
      <p:pic>
        <p:nvPicPr>
          <p:cNvPr id="11" name="Imagem 10">
            <a:extLst>
              <a:ext uri="{FF2B5EF4-FFF2-40B4-BE49-F238E27FC236}">
                <a16:creationId xmlns:a16="http://schemas.microsoft.com/office/drawing/2014/main" id="{7B0B75FA-4B60-E506-2F8A-5DCEFD6C51F4}"/>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dirty="0">
                <a:solidFill>
                  <a:schemeClr val="lt1"/>
                </a:solidFill>
                <a:latin typeface="Poppins"/>
                <a:ea typeface="Poppins"/>
                <a:cs typeface="Poppins"/>
                <a:sym typeface="Poppins"/>
              </a:rPr>
              <a:t>Exposição</a:t>
            </a:r>
            <a:endParaRPr sz="3000" b="0" i="0" u="none" strike="noStrike" cap="none" dirty="0">
              <a:solidFill>
                <a:schemeClr val="lt1"/>
              </a:solidFill>
              <a:latin typeface="Poppins Light"/>
              <a:ea typeface="Poppins Light"/>
              <a:cs typeface="Poppins Light"/>
              <a:sym typeface="Poppins Light"/>
            </a:endParaRP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chemeClr val="lt1"/>
                </a:solidFill>
                <a:latin typeface="Poppins Light" pitchFamily="2" charset="77"/>
                <a:ea typeface="Poppins"/>
                <a:cs typeface="Poppins Light" pitchFamily="2" charset="77"/>
                <a:sym typeface="Poppins"/>
              </a:rPr>
              <a:t>Construindo o </a:t>
            </a:r>
            <a:r>
              <a:rPr lang="pt-BR" sz="3500" b="1" i="0" u="none" strike="noStrike" cap="none" noProof="0" dirty="0">
                <a:solidFill>
                  <a:schemeClr val="lt1"/>
                </a:solidFill>
                <a:latin typeface="Poppins"/>
                <a:ea typeface="Poppins"/>
                <a:cs typeface="Poppins"/>
                <a:sym typeface="Poppins"/>
              </a:rPr>
              <a:t>conceito</a:t>
            </a:r>
            <a:endParaRPr lang="pt-BR" sz="3500" b="0" i="0" u="none" strike="noStrike" cap="none" noProof="0" dirty="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8915504" y="3954441"/>
            <a:ext cx="3722376" cy="2617180"/>
          </a:xfrm>
          <a:prstGeom prst="rect">
            <a:avLst/>
          </a:prstGeom>
          <a:solidFill>
            <a:srgbClr val="D8D8D8"/>
          </a:solidFill>
          <a:ln>
            <a:noFill/>
          </a:ln>
        </p:spPr>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4691715"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4691715"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13141449"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13141449"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8925049" y="6665345"/>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91206025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13589449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514532" y="913691"/>
            <a:ext cx="11244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514531" y="572423"/>
            <a:ext cx="6230397" cy="432396"/>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buClr>
                <a:srgbClr val="000000"/>
              </a:buClr>
              <a:buSzPts val="3400"/>
              <a:buFont typeface="Arial"/>
              <a:buNone/>
            </a:pPr>
            <a:r>
              <a:rPr lang="pt-BR" b="1" dirty="0">
                <a:latin typeface="Arial" panose="020B0604020202020204" pitchFamily="34" charset="0"/>
                <a:ea typeface="Verdana"/>
                <a:cs typeface="Arial" panose="020B0604020202020204" pitchFamily="34" charset="0"/>
                <a:sym typeface="Verdana"/>
              </a:rPr>
              <a:t>Diversas aplicações</a:t>
            </a:r>
            <a:endParaRPr lang="pt-BR" sz="1400" b="1" i="0" u="none" strike="noStrike" cap="none" dirty="0">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11178854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442380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rilha_SIS_5_3">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735965" y="1211362"/>
            <a:ext cx="955549" cy="1046990"/>
          </a:xfrm>
          <a:prstGeom prst="rect">
            <a:avLst/>
          </a:prstGeom>
        </p:spPr>
      </p:pic>
      <p:pic>
        <p:nvPicPr>
          <p:cNvPr id="33" name="Imagem 3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dirty="0">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cxnSp>
          <p:nvCxnSpPr>
            <p:cNvPr id="43" name="Conector reto 42"/>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p:ph type="body" sz="quarter" idx="13" hasCustomPrompt="1"/>
          </p:nvPr>
        </p:nvSpPr>
        <p:spPr>
          <a:xfrm>
            <a:off x="9766953" y="1149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p:ph type="body" sz="quarter" idx="17" hasCustomPrompt="1"/>
          </p:nvPr>
        </p:nvSpPr>
        <p:spPr>
          <a:xfrm>
            <a:off x="9764360" y="1532502"/>
            <a:ext cx="2998494" cy="84031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36" name="Elipse 35"/>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cxnSp>
        <p:nvCxnSpPr>
          <p:cNvPr id="49" name="Conector angulado 48"/>
          <p:cNvCxnSpPr>
            <a:stCxn id="36"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50" name="Imagem 4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51"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2"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23602739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ilha_SIS_1">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80DEC414-B9BB-D43D-CEAE-AE24D519E556}"/>
              </a:ext>
            </a:extLst>
          </p:cNvPr>
          <p:cNvPicPr>
            <a:picLocks noChangeAspect="1"/>
          </p:cNvPicPr>
          <p:nvPr userDrawn="1"/>
        </p:nvPicPr>
        <p:blipFill>
          <a:blip r:embed="rId2"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4" name="Imagem 3">
            <a:extLst>
              <a:ext uri="{FF2B5EF4-FFF2-40B4-BE49-F238E27FC236}">
                <a16:creationId xmlns:a16="http://schemas.microsoft.com/office/drawing/2014/main" id="{9EABDEFB-34C2-857E-ADD2-E7314C1D8A3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1699858" y="1367208"/>
            <a:ext cx="6615378" cy="8919792"/>
          </a:xfrm>
          <a:prstGeom prst="rect">
            <a:avLst/>
          </a:prstGeom>
        </p:spPr>
      </p:pic>
    </p:spTree>
    <p:extLst>
      <p:ext uri="{BB962C8B-B14F-4D97-AF65-F5344CB8AC3E}">
        <p14:creationId xmlns:p14="http://schemas.microsoft.com/office/powerpoint/2010/main" val="3412713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theme" Target="../theme/theme2.xml"/><Relationship Id="rId1" Type="http://schemas.openxmlformats.org/officeDocument/2006/relationships/slideLayout" Target="../slideLayouts/slideLayout32.xml"/><Relationship Id="rId4" Type="http://schemas.openxmlformats.org/officeDocument/2006/relationships/image" Target="../media/image19.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986" r:id="rId1"/>
    <p:sldLayoutId id="2147483693" r:id="rId2"/>
    <p:sldLayoutId id="2147483648" r:id="rId3"/>
    <p:sldLayoutId id="2147483731" r:id="rId4"/>
    <p:sldLayoutId id="2147483709" r:id="rId5"/>
    <p:sldLayoutId id="2147483710" r:id="rId6"/>
    <p:sldLayoutId id="2147483735" r:id="rId7"/>
    <p:sldLayoutId id="2147483741" r:id="rId8"/>
    <p:sldLayoutId id="2147483740" r:id="rId9"/>
    <p:sldLayoutId id="2147483739" r:id="rId10"/>
    <p:sldLayoutId id="2147483738" r:id="rId11"/>
    <p:sldLayoutId id="2147483737" r:id="rId12"/>
    <p:sldLayoutId id="2147483736" r:id="rId13"/>
    <p:sldLayoutId id="2147483711" r:id="rId14"/>
    <p:sldLayoutId id="2147483712" r:id="rId15"/>
    <p:sldLayoutId id="2147483694" r:id="rId16"/>
    <p:sldLayoutId id="2147483713" r:id="rId17"/>
    <p:sldLayoutId id="2147483742" r:id="rId18"/>
    <p:sldLayoutId id="2147483690" r:id="rId19"/>
    <p:sldLayoutId id="2147483698" r:id="rId20"/>
    <p:sldLayoutId id="2147483714" r:id="rId21"/>
    <p:sldLayoutId id="2147483701" r:id="rId22"/>
    <p:sldLayoutId id="2147483727" r:id="rId23"/>
    <p:sldLayoutId id="2147483705" r:id="rId24"/>
    <p:sldLayoutId id="2147483728" r:id="rId25"/>
    <p:sldLayoutId id="2147483707" r:id="rId26"/>
    <p:sldLayoutId id="2147483734" r:id="rId27"/>
    <p:sldLayoutId id="2147483729" r:id="rId28"/>
    <p:sldLayoutId id="2147483730" r:id="rId29"/>
    <p:sldLayoutId id="2147483733" r:id="rId30"/>
    <p:sldLayoutId id="2147483732"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3D332D16-D093-7673-384E-58BA9D33837F}"/>
              </a:ext>
            </a:extLst>
          </p:cNvPr>
          <p:cNvPicPr>
            <a:picLocks noChangeAspect="1"/>
          </p:cNvPicPr>
          <p:nvPr userDrawn="1"/>
        </p:nvPicPr>
        <p:blipFill>
          <a:blip r:embed="rId3"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36" name="Imagem 3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2287" y="1954884"/>
            <a:ext cx="18283427" cy="7316112"/>
          </a:xfrm>
          <a:prstGeom prst="rect">
            <a:avLst/>
          </a:prstGeom>
        </p:spPr>
      </p:pic>
    </p:spTree>
    <p:extLst>
      <p:ext uri="{BB962C8B-B14F-4D97-AF65-F5344CB8AC3E}">
        <p14:creationId xmlns:p14="http://schemas.microsoft.com/office/powerpoint/2010/main" val="2225554464"/>
      </p:ext>
    </p:extLst>
  </p:cSld>
  <p:clrMap bg1="lt1" tx1="dk1" bg2="lt2" tx2="dk2" accent1="accent1" accent2="accent2" accent3="accent3" accent4="accent4" accent5="accent5" accent6="accent6" hlink="hlink" folHlink="folHlink"/>
  <p:sldLayoutIdLst>
    <p:sldLayoutId id="2147483979"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512124"/>
      </p:ext>
    </p:extLst>
  </p:cSld>
  <p:clrMap bg1="lt1" tx1="dk1" bg2="lt2" tx2="dk2" accent1="accent1" accent2="accent2" accent3="accent3" accent4="accent4" accent5="accent5" accent6="accent6" hlink="hlink" folHlink="folHlink"/>
  <p:sldLayoutIdLst>
    <p:sldLayoutId id="2147483985"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3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7.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hyperlink" Target="https://www.devmedia.com.br/utilizando-css-media-queries/27085" TargetMode="External"/><Relationship Id="rId2" Type="http://schemas.openxmlformats.org/officeDocument/2006/relationships/notesSlide" Target="../notesSlides/notesSlide7.xml"/><Relationship Id="rId1" Type="http://schemas.openxmlformats.org/officeDocument/2006/relationships/slideLayout" Target="../slideLayouts/slideLayout26.xml"/><Relationship Id="rId5" Type="http://schemas.openxmlformats.org/officeDocument/2006/relationships/hyperlink" Target="https://developer.mozilla.org/pt-BR/docs/Web/CSS/CSS_media_queries/Using_media_queries" TargetMode="External"/><Relationship Id="rId4" Type="http://schemas.openxmlformats.org/officeDocument/2006/relationships/hyperlink" Target="https://developer.mozilla.org/pt-BR/docs/Web/CSS/CSS_grid_layout/Basic_concepts_of_grid_layout"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9.xml"/><Relationship Id="rId6" Type="http://schemas.openxmlformats.org/officeDocument/2006/relationships/image" Target="../media/image31.emf"/><Relationship Id="rId5" Type="http://schemas.openxmlformats.org/officeDocument/2006/relationships/image" Target="../media/image30.svg"/><Relationship Id="rId4" Type="http://schemas.openxmlformats.org/officeDocument/2006/relationships/image" Target="../media/image29.svg"/></Relationships>
</file>

<file path=ppt/slides/_rels/slide1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1.xml"/><Relationship Id="rId1" Type="http://schemas.openxmlformats.org/officeDocument/2006/relationships/slideLayout" Target="../slideLayouts/slideLayout29.xml"/><Relationship Id="rId5" Type="http://schemas.openxmlformats.org/officeDocument/2006/relationships/image" Target="../media/image28.png"/><Relationship Id="rId4" Type="http://schemas.openxmlformats.org/officeDocument/2006/relationships/image" Target="../media/image33.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6BBA7-2D86-5C64-B27D-298EBADDDBC9}"/>
            </a:ext>
          </a:extLst>
        </p:cNvPr>
        <p:cNvGrpSpPr/>
        <p:nvPr/>
      </p:nvGrpSpPr>
      <p:grpSpPr>
        <a:xfrm>
          <a:off x="0" y="0"/>
          <a:ext cx="0" cy="0"/>
          <a:chOff x="0" y="0"/>
          <a:chExt cx="0" cy="0"/>
        </a:xfrm>
      </p:grpSpPr>
    </p:spTree>
    <p:extLst>
      <p:ext uri="{BB962C8B-B14F-4D97-AF65-F5344CB8AC3E}">
        <p14:creationId xmlns:p14="http://schemas.microsoft.com/office/powerpoint/2010/main" val="1106606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7" name="Google Shape;643;p43">
            <a:extLst>
              <a:ext uri="{FF2B5EF4-FFF2-40B4-BE49-F238E27FC236}">
                <a16:creationId xmlns:a16="http://schemas.microsoft.com/office/drawing/2014/main" id="{7894E3BE-B414-0F09-61B0-337BC78F1418}"/>
              </a:ext>
            </a:extLst>
          </p:cNvPr>
          <p:cNvSpPr txBox="1">
            <a:spLocks/>
          </p:cNvSpPr>
          <p:nvPr/>
        </p:nvSpPr>
        <p:spPr>
          <a:xfrm>
            <a:off x="1336865" y="3892819"/>
            <a:ext cx="10222120" cy="70367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4500"/>
            </a:pPr>
            <a:r>
              <a:rPr lang="pt-BR" sz="3600" b="1" dirty="0">
                <a:solidFill>
                  <a:schemeClr val="tx1"/>
                </a:solidFill>
                <a:latin typeface="Poppins" pitchFamily="2" charset="77"/>
                <a:cs typeface="Poppins" pitchFamily="2" charset="77"/>
              </a:rPr>
              <a:t>Ferramentas avançadas para estilização</a:t>
            </a:r>
          </a:p>
        </p:txBody>
      </p:sp>
      <p:sp>
        <p:nvSpPr>
          <p:cNvPr id="8" name="Google Shape;644;p43">
            <a:extLst>
              <a:ext uri="{FF2B5EF4-FFF2-40B4-BE49-F238E27FC236}">
                <a16:creationId xmlns:a16="http://schemas.microsoft.com/office/drawing/2014/main" id="{38B14DE2-B36E-A166-7418-0BCC262D9727}"/>
              </a:ext>
            </a:extLst>
          </p:cNvPr>
          <p:cNvSpPr txBox="1">
            <a:spLocks/>
          </p:cNvSpPr>
          <p:nvPr/>
        </p:nvSpPr>
        <p:spPr>
          <a:xfrm>
            <a:off x="1336862" y="6021268"/>
            <a:ext cx="10222121" cy="104884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2500"/>
            </a:pPr>
            <a:r>
              <a:rPr lang="pt-BR" sz="2500" dirty="0">
                <a:latin typeface="Poppins"/>
                <a:cs typeface="Poppins"/>
              </a:rPr>
              <a:t>Código da aula: [SIS]ANO2C3B4S24A2	</a:t>
            </a:r>
          </a:p>
        </p:txBody>
      </p:sp>
      <p:sp>
        <p:nvSpPr>
          <p:cNvPr id="9" name="Google Shape;643;p43">
            <a:extLst>
              <a:ext uri="{FF2B5EF4-FFF2-40B4-BE49-F238E27FC236}">
                <a16:creationId xmlns:a16="http://schemas.microsoft.com/office/drawing/2014/main" id="{44C24A69-BA95-9909-516F-994C0772D844}"/>
              </a:ext>
            </a:extLst>
          </p:cNvPr>
          <p:cNvSpPr txBox="1">
            <a:spLocks/>
          </p:cNvSpPr>
          <p:nvPr/>
        </p:nvSpPr>
        <p:spPr>
          <a:xfrm>
            <a:off x="1336863" y="1379863"/>
            <a:ext cx="10222120" cy="198871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Estilização de páginas, ferramentas de desenvolvimento e performance</a:t>
            </a:r>
          </a:p>
        </p:txBody>
      </p:sp>
      <p:sp>
        <p:nvSpPr>
          <p:cNvPr id="10" name="Google Shape;644;p43">
            <a:extLst>
              <a:ext uri="{FF2B5EF4-FFF2-40B4-BE49-F238E27FC236}">
                <a16:creationId xmlns:a16="http://schemas.microsoft.com/office/drawing/2014/main" id="{9D103B63-758A-7270-9691-88696E89FE79}"/>
              </a:ext>
            </a:extLst>
          </p:cNvPr>
          <p:cNvSpPr txBox="1">
            <a:spLocks/>
          </p:cNvSpPr>
          <p:nvPr/>
        </p:nvSpPr>
        <p:spPr>
          <a:xfrm>
            <a:off x="1336863" y="5120730"/>
            <a:ext cx="10222121"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b="0" dirty="0">
                <a:solidFill>
                  <a:srgbClr val="BFBFBF"/>
                </a:solidFill>
                <a:latin typeface="Poppins Medium" panose="00000600000000000000" pitchFamily="2" charset="0"/>
                <a:cs typeface="Poppins Medium" panose="00000600000000000000" pitchFamily="2" charset="0"/>
              </a:rPr>
              <a:t>Aula 2: Implementação de design responsivo</a:t>
            </a:r>
          </a:p>
        </p:txBody>
      </p:sp>
      <p:pic>
        <p:nvPicPr>
          <p:cNvPr id="3" name="Imagem 2">
            <a:extLst>
              <a:ext uri="{FF2B5EF4-FFF2-40B4-BE49-F238E27FC236}">
                <a16:creationId xmlns:a16="http://schemas.microsoft.com/office/drawing/2014/main" id="{0D8FAE61-BB71-20F3-3CFB-0C9695C42E46}"/>
              </a:ext>
            </a:extLst>
          </p:cNvPr>
          <p:cNvPicPr>
            <a:picLocks/>
          </p:cNvPicPr>
          <p:nvPr/>
        </p:nvPicPr>
        <p:blipFill>
          <a:blip r:embed="rId3"/>
          <a:stretch>
            <a:fillRect/>
          </a:stretch>
        </p:blipFill>
        <p:spPr>
          <a:xfrm>
            <a:off x="15602424" y="9136814"/>
            <a:ext cx="2685604" cy="1152002"/>
          </a:xfrm>
          <a:prstGeom prst="rect">
            <a:avLst/>
          </a:prstGeom>
        </p:spPr>
      </p:pic>
      <p:pic>
        <p:nvPicPr>
          <p:cNvPr id="5" name="Imagem 4">
            <a:extLst>
              <a:ext uri="{FF2B5EF4-FFF2-40B4-BE49-F238E27FC236}">
                <a16:creationId xmlns:a16="http://schemas.microsoft.com/office/drawing/2014/main" id="{F4B37C54-42A5-8356-B74D-864273E93181}"/>
              </a:ext>
            </a:extLst>
          </p:cNvPr>
          <p:cNvPicPr>
            <a:picLocks/>
          </p:cNvPicPr>
          <p:nvPr/>
        </p:nvPicPr>
        <p:blipFill>
          <a:blip r:embed="rId4"/>
          <a:stretch>
            <a:fillRect/>
          </a:stretch>
        </p:blipFill>
        <p:spPr>
          <a:xfrm>
            <a:off x="15804024" y="9190814"/>
            <a:ext cx="2307604" cy="1044002"/>
          </a:xfrm>
          <a:prstGeom prst="rect">
            <a:avLst/>
          </a:prstGeom>
        </p:spPr>
      </p:pic>
      <p:pic>
        <p:nvPicPr>
          <p:cNvPr id="4" name="Imagem 3">
            <a:extLst>
              <a:ext uri="{FF2B5EF4-FFF2-40B4-BE49-F238E27FC236}">
                <a16:creationId xmlns:a16="http://schemas.microsoft.com/office/drawing/2014/main" id="{733C36D9-ADD5-9838-361B-D46D942344A6}"/>
              </a:ext>
            </a:extLst>
          </p:cNvPr>
          <p:cNvPicPr>
            <a:picLocks/>
          </p:cNvPicPr>
          <p:nvPr/>
        </p:nvPicPr>
        <p:blipFill>
          <a:blip r:embed="rId3"/>
          <a:stretch>
            <a:fillRect/>
          </a:stretch>
        </p:blipFill>
        <p:spPr>
          <a:xfrm>
            <a:off x="15602424" y="9136814"/>
            <a:ext cx="2685604" cy="1152002"/>
          </a:xfrm>
          <a:prstGeom prst="rect">
            <a:avLst/>
          </a:prstGeom>
        </p:spPr>
      </p:pic>
      <p:pic>
        <p:nvPicPr>
          <p:cNvPr id="11" name="Imagem 10">
            <a:extLst>
              <a:ext uri="{FF2B5EF4-FFF2-40B4-BE49-F238E27FC236}">
                <a16:creationId xmlns:a16="http://schemas.microsoft.com/office/drawing/2014/main" id="{72BE2C7F-9E6E-A005-A6CA-95E71CAEDDE7}"/>
              </a:ext>
            </a:extLst>
          </p:cNvPr>
          <p:cNvPicPr>
            <a:picLocks/>
          </p:cNvPicPr>
          <p:nvPr/>
        </p:nvPicPr>
        <p:blipFill>
          <a:blip r:embed="rId4"/>
          <a:stretch>
            <a:fillRect/>
          </a:stretch>
        </p:blipFill>
        <p:spPr>
          <a:xfrm>
            <a:off x="15804024" y="9190814"/>
            <a:ext cx="2307604" cy="1044002"/>
          </a:xfrm>
          <a:prstGeom prst="rect">
            <a:avLst/>
          </a:prstGeom>
        </p:spPr>
      </p:pic>
    </p:spTree>
    <p:extLst>
      <p:ext uri="{BB962C8B-B14F-4D97-AF65-F5344CB8AC3E}">
        <p14:creationId xmlns:p14="http://schemas.microsoft.com/office/powerpoint/2010/main" val="273448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7C821-9F3A-F5E0-A8B2-517A14087DD8}"/>
            </a:ext>
          </a:extLst>
        </p:cNvPr>
        <p:cNvGrpSpPr/>
        <p:nvPr/>
      </p:nvGrpSpPr>
      <p:grpSpPr>
        <a:xfrm>
          <a:off x="0" y="0"/>
          <a:ext cx="0" cy="0"/>
          <a:chOff x="0" y="0"/>
          <a:chExt cx="0" cy="0"/>
        </a:xfrm>
      </p:grpSpPr>
      <p:sp>
        <p:nvSpPr>
          <p:cNvPr id="30" name="Espaço Reservado para Texto 29">
            <a:extLst>
              <a:ext uri="{FF2B5EF4-FFF2-40B4-BE49-F238E27FC236}">
                <a16:creationId xmlns:a16="http://schemas.microsoft.com/office/drawing/2014/main" id="{732A7139-5429-13E8-5C6F-3E7EB6B87D67}"/>
              </a:ext>
            </a:extLst>
          </p:cNvPr>
          <p:cNvSpPr>
            <a:spLocks noGrp="1"/>
          </p:cNvSpPr>
          <p:nvPr>
            <p:ph type="body" sz="quarter" idx="12"/>
          </p:nvPr>
        </p:nvSpPr>
        <p:spPr/>
        <p:txBody>
          <a:bodyPr/>
          <a:lstStyle/>
          <a:p>
            <a:r>
              <a:rPr lang="pt-BR" dirty="0"/>
              <a:t>Técnicas avançadas de CSS e Mobile-First</a:t>
            </a:r>
          </a:p>
        </p:txBody>
      </p:sp>
      <p:sp>
        <p:nvSpPr>
          <p:cNvPr id="31" name="Espaço Reservado para Texto 30">
            <a:extLst>
              <a:ext uri="{FF2B5EF4-FFF2-40B4-BE49-F238E27FC236}">
                <a16:creationId xmlns:a16="http://schemas.microsoft.com/office/drawing/2014/main" id="{15678A6B-8B24-66E1-990C-61E8B222C50E}"/>
              </a:ext>
            </a:extLst>
          </p:cNvPr>
          <p:cNvSpPr>
            <a:spLocks noGrp="1"/>
          </p:cNvSpPr>
          <p:nvPr>
            <p:ph type="body" sz="quarter" idx="13"/>
          </p:nvPr>
        </p:nvSpPr>
        <p:spPr/>
        <p:txBody>
          <a:bodyPr/>
          <a:lstStyle/>
          <a:p>
            <a:r>
              <a:rPr lang="pt-BR" dirty="0"/>
              <a:t>Você está aqui!</a:t>
            </a:r>
          </a:p>
        </p:txBody>
      </p:sp>
      <p:sp>
        <p:nvSpPr>
          <p:cNvPr id="32" name="Espaço Reservado para Texto 31">
            <a:extLst>
              <a:ext uri="{FF2B5EF4-FFF2-40B4-BE49-F238E27FC236}">
                <a16:creationId xmlns:a16="http://schemas.microsoft.com/office/drawing/2014/main" id="{4E23D467-084E-4EA2-0EFB-9ECAA46C5E24}"/>
              </a:ext>
            </a:extLst>
          </p:cNvPr>
          <p:cNvSpPr>
            <a:spLocks noGrp="1"/>
          </p:cNvSpPr>
          <p:nvPr>
            <p:ph type="body" sz="quarter" idx="14"/>
          </p:nvPr>
        </p:nvSpPr>
        <p:spPr/>
        <p:txBody>
          <a:bodyPr/>
          <a:lstStyle/>
          <a:p>
            <a:r>
              <a:rPr lang="pt-BR" dirty="0"/>
              <a:t>19</a:t>
            </a:r>
          </a:p>
        </p:txBody>
      </p:sp>
      <p:sp>
        <p:nvSpPr>
          <p:cNvPr id="33" name="Espaço Reservado para Texto 32">
            <a:extLst>
              <a:ext uri="{FF2B5EF4-FFF2-40B4-BE49-F238E27FC236}">
                <a16:creationId xmlns:a16="http://schemas.microsoft.com/office/drawing/2014/main" id="{FA433E96-C025-CD73-1128-5429D76AF0EB}"/>
              </a:ext>
            </a:extLst>
          </p:cNvPr>
          <p:cNvSpPr>
            <a:spLocks noGrp="1"/>
          </p:cNvSpPr>
          <p:nvPr>
            <p:ph type="body" sz="quarter" idx="15"/>
          </p:nvPr>
        </p:nvSpPr>
        <p:spPr/>
        <p:txBody>
          <a:bodyPr/>
          <a:lstStyle/>
          <a:p>
            <a:r>
              <a:rPr lang="pt-BR" dirty="0"/>
              <a:t>Performance e otimização de aplicações web</a:t>
            </a:r>
          </a:p>
        </p:txBody>
      </p:sp>
      <p:sp>
        <p:nvSpPr>
          <p:cNvPr id="35" name="Espaço Reservado para Texto 34">
            <a:extLst>
              <a:ext uri="{FF2B5EF4-FFF2-40B4-BE49-F238E27FC236}">
                <a16:creationId xmlns:a16="http://schemas.microsoft.com/office/drawing/2014/main" id="{65F9ABCD-9FE8-69E6-986A-F206F3AF3719}"/>
              </a:ext>
            </a:extLst>
          </p:cNvPr>
          <p:cNvSpPr>
            <a:spLocks noGrp="1"/>
          </p:cNvSpPr>
          <p:nvPr>
            <p:ph type="body" sz="quarter" idx="17"/>
          </p:nvPr>
        </p:nvSpPr>
        <p:spPr>
          <a:xfrm>
            <a:off x="9764360" y="1532502"/>
            <a:ext cx="3660214" cy="840316"/>
          </a:xfrm>
        </p:spPr>
        <p:txBody>
          <a:bodyPr/>
          <a:lstStyle/>
          <a:p>
            <a:r>
              <a:rPr lang="pt-BR" dirty="0"/>
              <a:t>Ferramentas avançadas para estilização</a:t>
            </a:r>
          </a:p>
        </p:txBody>
      </p:sp>
      <p:sp>
        <p:nvSpPr>
          <p:cNvPr id="36" name="Espaço Reservado para Texto 35">
            <a:extLst>
              <a:ext uri="{FF2B5EF4-FFF2-40B4-BE49-F238E27FC236}">
                <a16:creationId xmlns:a16="http://schemas.microsoft.com/office/drawing/2014/main" id="{530A32C1-08DA-9188-E03B-A5A00834F2A0}"/>
              </a:ext>
            </a:extLst>
          </p:cNvPr>
          <p:cNvSpPr>
            <a:spLocks noGrp="1"/>
          </p:cNvSpPr>
          <p:nvPr>
            <p:ph type="body" sz="quarter" idx="18"/>
          </p:nvPr>
        </p:nvSpPr>
        <p:spPr/>
        <p:txBody>
          <a:bodyPr/>
          <a:lstStyle/>
          <a:p>
            <a:r>
              <a:rPr lang="pt-BR" dirty="0"/>
              <a:t>24</a:t>
            </a:r>
          </a:p>
        </p:txBody>
      </p:sp>
      <p:sp>
        <p:nvSpPr>
          <p:cNvPr id="37" name="Espaço Reservado para Texto 36">
            <a:extLst>
              <a:ext uri="{FF2B5EF4-FFF2-40B4-BE49-F238E27FC236}">
                <a16:creationId xmlns:a16="http://schemas.microsoft.com/office/drawing/2014/main" id="{32D447CC-9F7B-9BD4-7D99-2187DB86DA04}"/>
              </a:ext>
            </a:extLst>
          </p:cNvPr>
          <p:cNvSpPr>
            <a:spLocks noGrp="1"/>
          </p:cNvSpPr>
          <p:nvPr>
            <p:ph type="body" sz="quarter" idx="19"/>
          </p:nvPr>
        </p:nvSpPr>
        <p:spPr/>
        <p:txBody>
          <a:bodyPr/>
          <a:lstStyle/>
          <a:p>
            <a:r>
              <a:rPr lang="pt-BR" dirty="0"/>
              <a:t>25</a:t>
            </a:r>
          </a:p>
        </p:txBody>
      </p:sp>
      <p:sp>
        <p:nvSpPr>
          <p:cNvPr id="28" name="Subtítulo 27">
            <a:extLst>
              <a:ext uri="{FF2B5EF4-FFF2-40B4-BE49-F238E27FC236}">
                <a16:creationId xmlns:a16="http://schemas.microsoft.com/office/drawing/2014/main" id="{DC7F91F4-DC01-0049-AFD5-2B69BD8A9A95}"/>
              </a:ext>
            </a:extLst>
          </p:cNvPr>
          <p:cNvSpPr>
            <a:spLocks noGrp="1"/>
          </p:cNvSpPr>
          <p:nvPr>
            <p:ph type="subTitle" idx="1"/>
          </p:nvPr>
        </p:nvSpPr>
        <p:spPr/>
        <p:txBody>
          <a:bodyPr/>
          <a:lstStyle/>
          <a:p>
            <a:r>
              <a:rPr lang="pt-BR" dirty="0"/>
              <a:t>20</a:t>
            </a:r>
          </a:p>
        </p:txBody>
      </p:sp>
      <p:sp>
        <p:nvSpPr>
          <p:cNvPr id="29" name="Espaço Reservado para Texto 28">
            <a:extLst>
              <a:ext uri="{FF2B5EF4-FFF2-40B4-BE49-F238E27FC236}">
                <a16:creationId xmlns:a16="http://schemas.microsoft.com/office/drawing/2014/main" id="{A86BF298-1CB9-EA89-A8E2-627EEEC5E345}"/>
              </a:ext>
            </a:extLst>
          </p:cNvPr>
          <p:cNvSpPr>
            <a:spLocks noGrp="1"/>
          </p:cNvSpPr>
          <p:nvPr>
            <p:ph type="body" sz="quarter" idx="10"/>
          </p:nvPr>
        </p:nvSpPr>
        <p:spPr/>
        <p:txBody>
          <a:bodyPr/>
          <a:lstStyle/>
          <a:p>
            <a:r>
              <a:rPr lang="pt-BR" dirty="0"/>
              <a:t>Acessibilidade e animações interativas</a:t>
            </a:r>
          </a:p>
        </p:txBody>
      </p:sp>
      <p:sp>
        <p:nvSpPr>
          <p:cNvPr id="34" name="Espaço Reservado para Texto 33">
            <a:extLst>
              <a:ext uri="{FF2B5EF4-FFF2-40B4-BE49-F238E27FC236}">
                <a16:creationId xmlns:a16="http://schemas.microsoft.com/office/drawing/2014/main" id="{2E2BA39E-30D8-76DF-B94C-DAA96CDC023F}"/>
              </a:ext>
            </a:extLst>
          </p:cNvPr>
          <p:cNvSpPr>
            <a:spLocks noGrp="1"/>
          </p:cNvSpPr>
          <p:nvPr>
            <p:ph type="body" sz="quarter" idx="16"/>
          </p:nvPr>
        </p:nvSpPr>
        <p:spPr/>
        <p:txBody>
          <a:bodyPr/>
          <a:lstStyle/>
          <a:p>
            <a:r>
              <a:rPr lang="pt-BR" dirty="0"/>
              <a:t>Ferramentas de desenvolvimento moderno</a:t>
            </a:r>
          </a:p>
        </p:txBody>
      </p:sp>
      <p:sp>
        <p:nvSpPr>
          <p:cNvPr id="38" name="Espaço Reservado para Texto 37">
            <a:extLst>
              <a:ext uri="{FF2B5EF4-FFF2-40B4-BE49-F238E27FC236}">
                <a16:creationId xmlns:a16="http://schemas.microsoft.com/office/drawing/2014/main" id="{46418B37-5F64-9EFC-40EA-A8F7932DFD4B}"/>
              </a:ext>
            </a:extLst>
          </p:cNvPr>
          <p:cNvSpPr>
            <a:spLocks noGrp="1"/>
          </p:cNvSpPr>
          <p:nvPr>
            <p:ph type="body" sz="quarter" idx="20"/>
          </p:nvPr>
        </p:nvSpPr>
        <p:spPr/>
        <p:txBody>
          <a:bodyPr/>
          <a:lstStyle/>
          <a:p>
            <a:r>
              <a:rPr lang="pt-BR" dirty="0"/>
              <a:t>26</a:t>
            </a:r>
          </a:p>
        </p:txBody>
      </p:sp>
      <p:pic>
        <p:nvPicPr>
          <p:cNvPr id="5" name="Imagem 4">
            <a:extLst>
              <a:ext uri="{FF2B5EF4-FFF2-40B4-BE49-F238E27FC236}">
                <a16:creationId xmlns:a16="http://schemas.microsoft.com/office/drawing/2014/main" id="{3704E657-EE1C-7AB4-5FB5-DCB224E65227}"/>
              </a:ext>
            </a:extLst>
          </p:cNvPr>
          <p:cNvPicPr>
            <a:picLocks/>
          </p:cNvPicPr>
          <p:nvPr/>
        </p:nvPicPr>
        <p:blipFill>
          <a:blip r:embed="rId2"/>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7FA881A9-EA86-BBB5-D2C8-2347A83C4643}"/>
              </a:ext>
            </a:extLst>
          </p:cNvPr>
          <p:cNvPicPr>
            <a:picLocks/>
          </p:cNvPicPr>
          <p:nvPr/>
        </p:nvPicPr>
        <p:blipFill>
          <a:blip r:embed="rId3"/>
          <a:stretch>
            <a:fillRect/>
          </a:stretch>
        </p:blipFill>
        <p:spPr>
          <a:xfrm>
            <a:off x="3117605" y="320401"/>
            <a:ext cx="3348005" cy="2484004"/>
          </a:xfrm>
          <a:prstGeom prst="rect">
            <a:avLst/>
          </a:prstGeom>
        </p:spPr>
      </p:pic>
      <p:sp>
        <p:nvSpPr>
          <p:cNvPr id="41" name="CaixaDeTexto 40">
            <a:extLst>
              <a:ext uri="{FF2B5EF4-FFF2-40B4-BE49-F238E27FC236}">
                <a16:creationId xmlns:a16="http://schemas.microsoft.com/office/drawing/2014/main" id="{FF9988B5-B0CA-BFEE-A7B2-C8D8D5761C33}"/>
              </a:ext>
            </a:extLst>
          </p:cNvPr>
          <p:cNvSpPr txBox="1"/>
          <p:nvPr/>
        </p:nvSpPr>
        <p:spPr>
          <a:xfrm>
            <a:off x="3170905" y="873904"/>
            <a:ext cx="3148235" cy="1361911"/>
          </a:xfrm>
          <a:prstGeom prst="rect">
            <a:avLst/>
          </a:prstGeom>
          <a:noFill/>
        </p:spPr>
        <p:txBody>
          <a:bodyPr wrap="square" rtlCol="0">
            <a:spAutoFit/>
          </a:bodyPr>
          <a:lstStyle/>
          <a:p>
            <a:pPr algn="ctr"/>
            <a:r>
              <a:rPr lang="pt-BR" sz="2750" b="1" dirty="0">
                <a:solidFill>
                  <a:schemeClr val="bg1"/>
                </a:solidFill>
                <a:latin typeface="Poppins" panose="00000500000000000000" pitchFamily="2" charset="0"/>
                <a:cs typeface="Poppins" panose="00000500000000000000" pitchFamily="2" charset="0"/>
              </a:rPr>
              <a:t>Mapa da </a:t>
            </a:r>
          </a:p>
          <a:p>
            <a:pPr algn="ctr"/>
            <a:r>
              <a:rPr lang="pt-BR" sz="2750" b="1" dirty="0">
                <a:solidFill>
                  <a:schemeClr val="bg1"/>
                </a:solidFill>
                <a:latin typeface="Poppins" panose="00000500000000000000" pitchFamily="2" charset="0"/>
                <a:cs typeface="Poppins" panose="00000500000000000000" pitchFamily="2" charset="0"/>
              </a:rPr>
              <a:t>Unidade 3 Componente 3</a:t>
            </a:r>
          </a:p>
        </p:txBody>
      </p:sp>
      <p:sp>
        <p:nvSpPr>
          <p:cNvPr id="42" name="Google Shape;329;p3">
            <a:extLst>
              <a:ext uri="{FF2B5EF4-FFF2-40B4-BE49-F238E27FC236}">
                <a16:creationId xmlns:a16="http://schemas.microsoft.com/office/drawing/2014/main" id="{B45400E7-57F4-B4F4-B63D-EF61429B0F26}"/>
              </a:ext>
            </a:extLst>
          </p:cNvPr>
          <p:cNvSpPr txBox="1"/>
          <p:nvPr/>
        </p:nvSpPr>
        <p:spPr>
          <a:xfrm>
            <a:off x="231264" y="1818844"/>
            <a:ext cx="2798372" cy="120028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1800" b="1" dirty="0">
                <a:solidFill>
                  <a:schemeClr val="bg1"/>
                </a:solidFill>
                <a:latin typeface="Poppins" panose="00000500000000000000" pitchFamily="2" charset="0"/>
                <a:cs typeface="Poppins" panose="00000500000000000000" pitchFamily="2" charset="0"/>
              </a:rPr>
              <a:t>Estilização de páginas, ferramentas de desenvolvimento e performance</a:t>
            </a:r>
          </a:p>
        </p:txBody>
      </p:sp>
    </p:spTree>
    <p:extLst>
      <p:ext uri="{BB962C8B-B14F-4D97-AF65-F5344CB8AC3E}">
        <p14:creationId xmlns:p14="http://schemas.microsoft.com/office/powerpoint/2010/main" val="3163628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3B543-C5C0-B45D-0139-5A5B3E60B11D}"/>
            </a:ext>
          </a:extLst>
        </p:cNvPr>
        <p:cNvGrpSpPr/>
        <p:nvPr/>
      </p:nvGrpSpPr>
      <p:grpSpPr>
        <a:xfrm>
          <a:off x="0" y="0"/>
          <a:ext cx="0" cy="0"/>
          <a:chOff x="0" y="0"/>
          <a:chExt cx="0" cy="0"/>
        </a:xfrm>
      </p:grpSpPr>
      <p:sp>
        <p:nvSpPr>
          <p:cNvPr id="42" name="Google Shape;344;p4">
            <a:extLst>
              <a:ext uri="{FF2B5EF4-FFF2-40B4-BE49-F238E27FC236}">
                <a16:creationId xmlns:a16="http://schemas.microsoft.com/office/drawing/2014/main" id="{089EE5EE-79ED-AD77-1171-C6C6141E8E30}"/>
              </a:ext>
            </a:extLst>
          </p:cNvPr>
          <p:cNvSpPr txBox="1"/>
          <p:nvPr/>
        </p:nvSpPr>
        <p:spPr>
          <a:xfrm>
            <a:off x="2412396" y="6226062"/>
            <a:ext cx="6731604" cy="120029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rtl="0">
              <a:lnSpc>
                <a:spcPct val="100000"/>
              </a:lnSpc>
              <a:spcBef>
                <a:spcPts val="0"/>
              </a:spcBef>
              <a:spcAft>
                <a:spcPts val="0"/>
              </a:spcAft>
              <a:buClr>
                <a:srgbClr val="000000"/>
              </a:buClr>
              <a:buSzPts val="3200"/>
              <a:buFont typeface="Arial"/>
              <a:buNone/>
            </a:pPr>
            <a:r>
              <a:rPr lang="pt-BR" sz="3600" u="none" strike="noStrike" cap="none" dirty="0">
                <a:solidFill>
                  <a:srgbClr val="000000"/>
                </a:solidFill>
                <a:latin typeface="Poppins" pitchFamily="2" charset="77"/>
                <a:ea typeface="Poppins Light"/>
                <a:cs typeface="Poppins" pitchFamily="2" charset="77"/>
                <a:sym typeface="Poppins Light"/>
              </a:rPr>
              <a:t>Ferramentas avançadas para estilização</a:t>
            </a:r>
          </a:p>
        </p:txBody>
      </p:sp>
      <p:sp>
        <p:nvSpPr>
          <p:cNvPr id="43" name="Google Shape;345;p4">
            <a:extLst>
              <a:ext uri="{FF2B5EF4-FFF2-40B4-BE49-F238E27FC236}">
                <a16:creationId xmlns:a16="http://schemas.microsoft.com/office/drawing/2014/main" id="{509D1640-780A-EDDC-0A83-765ED21FC3E8}"/>
              </a:ext>
            </a:extLst>
          </p:cNvPr>
          <p:cNvSpPr txBox="1"/>
          <p:nvPr/>
        </p:nvSpPr>
        <p:spPr>
          <a:xfrm>
            <a:off x="5361887" y="3664359"/>
            <a:ext cx="7564226" cy="1107957"/>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Clr>
                <a:srgbClr val="000000"/>
              </a:buClr>
              <a:buSzPts val="3000"/>
            </a:pPr>
            <a:r>
              <a:rPr lang="pt-BR" sz="6600" b="1" dirty="0">
                <a:solidFill>
                  <a:srgbClr val="FA161E"/>
                </a:solidFill>
                <a:latin typeface="Poppins"/>
                <a:ea typeface="Poppins"/>
                <a:cs typeface="Poppins"/>
                <a:sym typeface="Poppins"/>
              </a:rPr>
              <a:t>Você está aqui!</a:t>
            </a:r>
            <a:endParaRPr sz="2400" dirty="0">
              <a:solidFill>
                <a:srgbClr val="000000"/>
              </a:solidFill>
              <a:latin typeface="Arial"/>
              <a:ea typeface="Arial"/>
              <a:cs typeface="Arial"/>
              <a:sym typeface="Arial"/>
            </a:endParaRPr>
          </a:p>
        </p:txBody>
      </p:sp>
      <p:sp>
        <p:nvSpPr>
          <p:cNvPr id="44" name="Google Shape;349;p4">
            <a:extLst>
              <a:ext uri="{FF2B5EF4-FFF2-40B4-BE49-F238E27FC236}">
                <a16:creationId xmlns:a16="http://schemas.microsoft.com/office/drawing/2014/main" id="{778C8E07-71B8-AFD0-2312-4F27530A9ED9}"/>
              </a:ext>
            </a:extLst>
          </p:cNvPr>
          <p:cNvSpPr txBox="1"/>
          <p:nvPr/>
        </p:nvSpPr>
        <p:spPr>
          <a:xfrm>
            <a:off x="2412396" y="9082843"/>
            <a:ext cx="6731604" cy="104884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500"/>
              <a:buFont typeface="Arial"/>
              <a:buNone/>
            </a:pPr>
            <a:r>
              <a:rPr lang="pt-BR" sz="2500" b="0" i="0" u="none" strike="noStrike" cap="none" dirty="0">
                <a:solidFill>
                  <a:srgbClr val="000000"/>
                </a:solidFill>
                <a:latin typeface="Poppins"/>
                <a:ea typeface="Poppins"/>
                <a:cs typeface="Poppins"/>
                <a:sym typeface="Poppins"/>
              </a:rPr>
              <a:t>Código da aula: [</a:t>
            </a:r>
            <a:r>
              <a:rPr lang="pt-BR" sz="2500" dirty="0">
                <a:latin typeface="Poppins"/>
                <a:ea typeface="Poppins"/>
                <a:cs typeface="Poppins"/>
                <a:sym typeface="Poppins"/>
              </a:rPr>
              <a:t>SIS</a:t>
            </a:r>
            <a:r>
              <a:rPr lang="pt-BR" sz="2500" b="0" i="0" u="none" strike="noStrike" cap="none" dirty="0">
                <a:solidFill>
                  <a:srgbClr val="000000"/>
                </a:solidFill>
                <a:latin typeface="Poppins"/>
                <a:ea typeface="Poppins"/>
                <a:cs typeface="Poppins"/>
                <a:sym typeface="Poppins"/>
              </a:rPr>
              <a:t>]ANO2</a:t>
            </a:r>
            <a:r>
              <a:rPr lang="pt-BR" sz="2500" dirty="0">
                <a:latin typeface="Poppins"/>
                <a:ea typeface="Poppins"/>
                <a:cs typeface="Poppins"/>
                <a:sym typeface="Poppins"/>
              </a:rPr>
              <a:t>C3B4S24A2</a:t>
            </a:r>
            <a:endParaRPr lang="pt-BR" sz="1400" b="0" i="0" u="none" strike="noStrike" cap="none" dirty="0">
              <a:solidFill>
                <a:srgbClr val="000000"/>
              </a:solidFill>
              <a:latin typeface="Arial"/>
              <a:ea typeface="Arial"/>
              <a:cs typeface="Arial"/>
              <a:sym typeface="Arial"/>
            </a:endParaRPr>
          </a:p>
        </p:txBody>
      </p:sp>
      <p:sp>
        <p:nvSpPr>
          <p:cNvPr id="45" name="Google Shape;350;p4">
            <a:extLst>
              <a:ext uri="{FF2B5EF4-FFF2-40B4-BE49-F238E27FC236}">
                <a16:creationId xmlns:a16="http://schemas.microsoft.com/office/drawing/2014/main" id="{027AE076-2CBD-0FF4-5CDB-A853B7CB9C11}"/>
              </a:ext>
            </a:extLst>
          </p:cNvPr>
          <p:cNvSpPr txBox="1"/>
          <p:nvPr/>
        </p:nvSpPr>
        <p:spPr>
          <a:xfrm>
            <a:off x="2436692" y="7720279"/>
            <a:ext cx="7764896" cy="23498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indent="0">
              <a:spcBef>
                <a:spcPts val="0"/>
              </a:spcBef>
            </a:pPr>
            <a:r>
              <a:rPr lang="pt-BR" sz="3600" b="1" dirty="0">
                <a:solidFill>
                  <a:schemeClr val="tx1"/>
                </a:solidFill>
                <a:latin typeface="Poppins" panose="00000500000000000000" pitchFamily="2" charset="0"/>
                <a:cs typeface="Poppins" panose="00000500000000000000" pitchFamily="2" charset="0"/>
              </a:rPr>
              <a:t>Aula 2: Implementação de design responsivo</a:t>
            </a:r>
          </a:p>
        </p:txBody>
      </p:sp>
      <p:sp>
        <p:nvSpPr>
          <p:cNvPr id="46" name="Google Shape;341;p4">
            <a:extLst>
              <a:ext uri="{FF2B5EF4-FFF2-40B4-BE49-F238E27FC236}">
                <a16:creationId xmlns:a16="http://schemas.microsoft.com/office/drawing/2014/main" id="{FAC98AAF-1E39-A1FE-B526-999FC6E1BF05}"/>
              </a:ext>
            </a:extLst>
          </p:cNvPr>
          <p:cNvSpPr/>
          <p:nvPr/>
        </p:nvSpPr>
        <p:spPr>
          <a:xfrm rot="-3438299">
            <a:off x="12818211" y="8497676"/>
            <a:ext cx="612000" cy="612000"/>
          </a:xfrm>
          <a:prstGeom prst="ellipse">
            <a:avLst/>
          </a:prstGeom>
          <a:solidFill>
            <a:schemeClr val="bg1"/>
          </a:solidFill>
          <a:ln w="57150">
            <a:solidFill>
              <a:srgbClr val="FA161E"/>
            </a:solidFill>
          </a:ln>
        </p:spPr>
        <p:style>
          <a:lnRef idx="0">
            <a:scrgbClr r="0" g="0" b="0"/>
          </a:lnRef>
          <a:fillRef idx="0">
            <a:scrgbClr r="0" g="0" b="0"/>
          </a:fillRef>
          <a:effectRef idx="0">
            <a:scrgbClr r="0" g="0" b="0"/>
          </a:effectRef>
          <a:fontRef idx="major"/>
        </p:style>
        <p:txBody>
          <a:bodyPr spcFirstLastPara="1" wrap="square" lIns="91425" tIns="45701" rIns="91425" bIns="45701"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r">
              <a:buClr>
                <a:srgbClr val="000000"/>
              </a:buClr>
              <a:buSzPts val="2700"/>
            </a:pPr>
            <a:endParaRPr sz="4050" dirty="0">
              <a:solidFill>
                <a:srgbClr val="FFFFFF"/>
              </a:solidFill>
              <a:latin typeface="Calibri"/>
              <a:ea typeface="Calibri"/>
              <a:cs typeface="Calibri"/>
              <a:sym typeface="Calibri"/>
            </a:endParaRPr>
          </a:p>
        </p:txBody>
      </p:sp>
      <p:sp>
        <p:nvSpPr>
          <p:cNvPr id="47" name="Google Shape;342;p4">
            <a:extLst>
              <a:ext uri="{FF2B5EF4-FFF2-40B4-BE49-F238E27FC236}">
                <a16:creationId xmlns:a16="http://schemas.microsoft.com/office/drawing/2014/main" id="{D63B9C65-66C0-DFCC-5911-C1825359D03B}"/>
              </a:ext>
            </a:extLst>
          </p:cNvPr>
          <p:cNvSpPr/>
          <p:nvPr/>
        </p:nvSpPr>
        <p:spPr>
          <a:xfrm>
            <a:off x="9231085" y="5658662"/>
            <a:ext cx="1975814" cy="1975814"/>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54000" tIns="54000" rIns="54000" bIns="54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Clr>
                <a:srgbClr val="000000"/>
              </a:buClr>
              <a:buSzPts val="6000"/>
            </a:pPr>
            <a:r>
              <a:rPr lang="pt-BR" sz="6000" b="1" dirty="0">
                <a:solidFill>
                  <a:srgbClr val="FFFFFF"/>
                </a:solidFill>
                <a:latin typeface="Poppins"/>
                <a:ea typeface="Calibri"/>
                <a:cs typeface="Poppins"/>
                <a:sym typeface="Poppins"/>
              </a:rPr>
              <a:t>24</a:t>
            </a:r>
            <a:endParaRPr sz="6000" dirty="0">
              <a:solidFill>
                <a:srgbClr val="FFFFFF"/>
              </a:solidFill>
              <a:latin typeface="Calibri"/>
              <a:ea typeface="Calibri"/>
              <a:cs typeface="Calibri"/>
              <a:sym typeface="Calibri"/>
            </a:endParaRPr>
          </a:p>
        </p:txBody>
      </p:sp>
      <p:cxnSp>
        <p:nvCxnSpPr>
          <p:cNvPr id="48" name="Google Shape;343;p4">
            <a:extLst>
              <a:ext uri="{FF2B5EF4-FFF2-40B4-BE49-F238E27FC236}">
                <a16:creationId xmlns:a16="http://schemas.microsoft.com/office/drawing/2014/main" id="{54852F52-88B8-EDB2-7744-BD4704DC9F34}"/>
              </a:ext>
            </a:extLst>
          </p:cNvPr>
          <p:cNvCxnSpPr>
            <a:cxnSpLocks/>
            <a:endCxn id="46" idx="0"/>
          </p:cNvCxnSpPr>
          <p:nvPr/>
        </p:nvCxnSpPr>
        <p:spPr>
          <a:xfrm>
            <a:off x="10857617" y="7316621"/>
            <a:ext cx="2009078" cy="1321764"/>
          </a:xfrm>
          <a:prstGeom prst="straightConnector1">
            <a:avLst/>
          </a:prstGeom>
          <a:noFill/>
          <a:ln w="19050" cap="flat" cmpd="sng">
            <a:solidFill>
              <a:srgbClr val="FA161E"/>
            </a:solidFill>
            <a:prstDash val="solid"/>
            <a:round/>
            <a:headEnd type="none" w="sm" len="sm"/>
            <a:tailEnd type="none" w="sm" len="sm"/>
          </a:ln>
        </p:spPr>
      </p:cxnSp>
      <p:pic>
        <p:nvPicPr>
          <p:cNvPr id="5" name="Imagem 4">
            <a:extLst>
              <a:ext uri="{FF2B5EF4-FFF2-40B4-BE49-F238E27FC236}">
                <a16:creationId xmlns:a16="http://schemas.microsoft.com/office/drawing/2014/main" id="{70F39A38-53BB-21DF-FB1F-EBB2F63911C8}"/>
              </a:ext>
            </a:extLst>
          </p:cNvPr>
          <p:cNvPicPr>
            <a:picLocks/>
          </p:cNvPicPr>
          <p:nvPr/>
        </p:nvPicPr>
        <p:blipFill>
          <a:blip r:embed="rId3"/>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CAF38B4A-95BA-C1F7-D196-D905716EF19C}"/>
              </a:ext>
            </a:extLst>
          </p:cNvPr>
          <p:cNvPicPr>
            <a:picLocks/>
          </p:cNvPicPr>
          <p:nvPr/>
        </p:nvPicPr>
        <p:blipFill>
          <a:blip r:embed="rId4"/>
          <a:stretch>
            <a:fillRect/>
          </a:stretch>
        </p:blipFill>
        <p:spPr>
          <a:xfrm>
            <a:off x="3117605" y="320401"/>
            <a:ext cx="3348005" cy="2484004"/>
          </a:xfrm>
          <a:prstGeom prst="rect">
            <a:avLst/>
          </a:prstGeom>
        </p:spPr>
      </p:pic>
      <p:sp>
        <p:nvSpPr>
          <p:cNvPr id="16" name="CaixaDeTexto 15">
            <a:extLst>
              <a:ext uri="{FF2B5EF4-FFF2-40B4-BE49-F238E27FC236}">
                <a16:creationId xmlns:a16="http://schemas.microsoft.com/office/drawing/2014/main" id="{056CFE91-39A2-1C74-5592-F3237DCAE985}"/>
              </a:ext>
            </a:extLst>
          </p:cNvPr>
          <p:cNvSpPr txBox="1"/>
          <p:nvPr/>
        </p:nvSpPr>
        <p:spPr>
          <a:xfrm>
            <a:off x="3170905" y="873904"/>
            <a:ext cx="3148235" cy="1361911"/>
          </a:xfrm>
          <a:prstGeom prst="rect">
            <a:avLst/>
          </a:prstGeom>
          <a:noFill/>
        </p:spPr>
        <p:txBody>
          <a:bodyPr wrap="square" rtlCol="0">
            <a:spAutoFit/>
          </a:bodyPr>
          <a:lstStyle/>
          <a:p>
            <a:pPr algn="ctr"/>
            <a:r>
              <a:rPr lang="pt-BR" sz="2750" b="1" dirty="0">
                <a:solidFill>
                  <a:schemeClr val="bg1"/>
                </a:solidFill>
                <a:latin typeface="Poppins" panose="00000500000000000000" pitchFamily="2" charset="0"/>
                <a:cs typeface="Poppins" panose="00000500000000000000" pitchFamily="2" charset="0"/>
              </a:rPr>
              <a:t>Mapa da </a:t>
            </a:r>
          </a:p>
          <a:p>
            <a:pPr algn="ctr"/>
            <a:r>
              <a:rPr lang="pt-BR" sz="2750" b="1" dirty="0">
                <a:solidFill>
                  <a:schemeClr val="bg1"/>
                </a:solidFill>
                <a:latin typeface="Poppins" panose="00000500000000000000" pitchFamily="2" charset="0"/>
                <a:cs typeface="Poppins" panose="00000500000000000000" pitchFamily="2" charset="0"/>
              </a:rPr>
              <a:t>Unidade 3 Componente 3</a:t>
            </a:r>
          </a:p>
        </p:txBody>
      </p:sp>
      <p:sp>
        <p:nvSpPr>
          <p:cNvPr id="17" name="Google Shape;329;p3">
            <a:extLst>
              <a:ext uri="{FF2B5EF4-FFF2-40B4-BE49-F238E27FC236}">
                <a16:creationId xmlns:a16="http://schemas.microsoft.com/office/drawing/2014/main" id="{B7B6E40E-F334-1FDE-24A2-55B74F1F6237}"/>
              </a:ext>
            </a:extLst>
          </p:cNvPr>
          <p:cNvSpPr txBox="1"/>
          <p:nvPr/>
        </p:nvSpPr>
        <p:spPr>
          <a:xfrm>
            <a:off x="231264" y="1818844"/>
            <a:ext cx="2798372" cy="120028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1800" b="1" dirty="0">
                <a:solidFill>
                  <a:schemeClr val="bg1"/>
                </a:solidFill>
                <a:latin typeface="Poppins" panose="00000500000000000000" pitchFamily="2" charset="0"/>
                <a:cs typeface="Poppins" panose="00000500000000000000" pitchFamily="2" charset="0"/>
              </a:rPr>
              <a:t>Estilização de páginas, ferramentas de desenvolvimento e performance</a:t>
            </a:r>
          </a:p>
        </p:txBody>
      </p:sp>
    </p:spTree>
    <p:extLst>
      <p:ext uri="{BB962C8B-B14F-4D97-AF65-F5344CB8AC3E}">
        <p14:creationId xmlns:p14="http://schemas.microsoft.com/office/powerpoint/2010/main" val="893347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94495801-E3A7-5C9C-58B6-5A613616DE41}"/>
              </a:ext>
            </a:extLst>
          </p:cNvPr>
          <p:cNvSpPr>
            <a:spLocks noGrp="1"/>
          </p:cNvSpPr>
          <p:nvPr>
            <p:ph type="body" sz="quarter" idx="10"/>
          </p:nvPr>
        </p:nvSpPr>
        <p:spPr>
          <a:xfrm>
            <a:off x="2201863" y="2085975"/>
            <a:ext cx="5017084"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r>
              <a:rPr lang="pt-BR" dirty="0">
                <a:latin typeface="Poppins" panose="00000500000000000000" pitchFamily="2" charset="0"/>
                <a:cs typeface="Poppins" panose="00000500000000000000" pitchFamily="2" charset="0"/>
              </a:rPr>
              <a:t>Implementar técnicas avançadas de design responsivo.</a:t>
            </a:r>
          </a:p>
        </p:txBody>
      </p:sp>
      <p:sp>
        <p:nvSpPr>
          <p:cNvPr id="5" name="Espaço Reservado para Texto 7">
            <a:extLst>
              <a:ext uri="{FF2B5EF4-FFF2-40B4-BE49-F238E27FC236}">
                <a16:creationId xmlns:a16="http://schemas.microsoft.com/office/drawing/2014/main" id="{8FE35C05-A6F9-5E57-F808-2709677248F1}"/>
              </a:ext>
            </a:extLst>
          </p:cNvPr>
          <p:cNvSpPr>
            <a:spLocks noGrp="1"/>
          </p:cNvSpPr>
          <p:nvPr>
            <p:ph type="body" sz="quarter" idx="11"/>
          </p:nvPr>
        </p:nvSpPr>
        <p:spPr>
          <a:xfrm>
            <a:off x="11201062" y="2033198"/>
            <a:ext cx="4885075"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dirty="0">
                <a:latin typeface="Poppins" panose="00000500000000000000" pitchFamily="2" charset="0"/>
                <a:cs typeface="Poppins" panose="00000500000000000000" pitchFamily="2" charset="0"/>
              </a:rPr>
              <a:t>Utilizar pré-processadores CSS, como SASS e LESS.</a:t>
            </a:r>
          </a:p>
        </p:txBody>
      </p:sp>
      <p:sp>
        <p:nvSpPr>
          <p:cNvPr id="7" name="Espaço Reservado para Texto 7">
            <a:extLst>
              <a:ext uri="{FF2B5EF4-FFF2-40B4-BE49-F238E27FC236}">
                <a16:creationId xmlns:a16="http://schemas.microsoft.com/office/drawing/2014/main" id="{4A27C360-3186-313B-41E3-68A443FE4CA7}"/>
              </a:ext>
            </a:extLst>
          </p:cNvPr>
          <p:cNvSpPr>
            <a:spLocks noGrp="1"/>
          </p:cNvSpPr>
          <p:nvPr>
            <p:ph type="body" sz="quarter" idx="12"/>
          </p:nvPr>
        </p:nvSpPr>
        <p:spPr>
          <a:xfrm>
            <a:off x="11201062" y="5297532"/>
            <a:ext cx="5614977"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dirty="0">
                <a:latin typeface="Poppins" panose="00000500000000000000" pitchFamily="2" charset="0"/>
                <a:cs typeface="Poppins" panose="00000500000000000000" pitchFamily="2" charset="0"/>
              </a:rPr>
              <a:t>Desenvolver a criatividade ao criar estilos avançados.</a:t>
            </a:r>
          </a:p>
        </p:txBody>
      </p:sp>
      <p:sp>
        <p:nvSpPr>
          <p:cNvPr id="8" name="Espaço Reservado para Texto 7">
            <a:extLst>
              <a:ext uri="{FF2B5EF4-FFF2-40B4-BE49-F238E27FC236}">
                <a16:creationId xmlns:a16="http://schemas.microsoft.com/office/drawing/2014/main" id="{92593807-EFAC-62C0-8555-5C60449109D8}"/>
              </a:ext>
            </a:extLst>
          </p:cNvPr>
          <p:cNvSpPr>
            <a:spLocks noGrp="1"/>
          </p:cNvSpPr>
          <p:nvPr>
            <p:ph type="body" sz="quarter" idx="13"/>
          </p:nvPr>
        </p:nvSpPr>
        <p:spPr>
          <a:xfrm>
            <a:off x="2165273" y="4513352"/>
            <a:ext cx="4797001"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a:spcAft>
                <a:spcPts val="600"/>
              </a:spcAft>
            </a:pPr>
            <a:r>
              <a:rPr lang="pt-BR" sz="2000" dirty="0">
                <a:latin typeface="Poppins" panose="00000500000000000000" pitchFamily="2" charset="0"/>
                <a:cs typeface="Poppins" panose="00000500000000000000" pitchFamily="2" charset="0"/>
              </a:rPr>
              <a:t>Recurso audiovisual para exibição de vídeos e imagens.</a:t>
            </a:r>
          </a:p>
          <a:p>
            <a:pPr>
              <a:spcAft>
                <a:spcPts val="600"/>
              </a:spcAft>
            </a:pPr>
            <a:r>
              <a:rPr lang="pt-BR" sz="2000" dirty="0">
                <a:latin typeface="Poppins" panose="00000500000000000000" pitchFamily="2" charset="0"/>
                <a:cs typeface="Poppins" panose="00000500000000000000" pitchFamily="2" charset="0"/>
              </a:rPr>
              <a:t>Caneta</a:t>
            </a:r>
            <a:r>
              <a:rPr lang="pt-BR" dirty="0">
                <a:latin typeface="Poppins" panose="00000500000000000000" pitchFamily="2" charset="0"/>
                <a:cs typeface="Poppins" panose="00000500000000000000" pitchFamily="2" charset="0"/>
              </a:rPr>
              <a:t> e </a:t>
            </a:r>
            <a:r>
              <a:rPr lang="pt-BR" sz="2000" dirty="0">
                <a:latin typeface="Poppins" panose="00000500000000000000" pitchFamily="2" charset="0"/>
                <a:cs typeface="Poppins" panose="00000500000000000000" pitchFamily="2" charset="0"/>
              </a:rPr>
              <a:t>caderno.</a:t>
            </a:r>
            <a:endParaRPr lang="pt-BR" dirty="0">
              <a:latin typeface="Poppins" panose="00000500000000000000" pitchFamily="2" charset="0"/>
              <a:cs typeface="Poppins" panose="00000500000000000000" pitchFamily="2" charset="0"/>
            </a:endParaRPr>
          </a:p>
          <a:p>
            <a:pPr>
              <a:spcAft>
                <a:spcPts val="600"/>
              </a:spcAft>
            </a:pPr>
            <a:r>
              <a:rPr lang="pt-BR" dirty="0">
                <a:latin typeface="Poppins" panose="00000500000000000000" pitchFamily="2" charset="0"/>
                <a:cs typeface="Poppins" panose="00000500000000000000" pitchFamily="2" charset="0"/>
              </a:rPr>
              <a:t>Laboratório de informática.</a:t>
            </a:r>
          </a:p>
          <a:p>
            <a:pPr>
              <a:spcAft>
                <a:spcPts val="600"/>
              </a:spcAft>
            </a:pPr>
            <a:r>
              <a:rPr lang="pt-BR" dirty="0">
                <a:latin typeface="Poppins" panose="00000500000000000000" pitchFamily="2" charset="0"/>
                <a:cs typeface="Poppins" panose="00000500000000000000" pitchFamily="2" charset="0"/>
              </a:rPr>
              <a:t>Roteiro de atividade prática.</a:t>
            </a:r>
          </a:p>
        </p:txBody>
      </p:sp>
    </p:spTree>
    <p:extLst>
      <p:ext uri="{BB962C8B-B14F-4D97-AF65-F5344CB8AC3E}">
        <p14:creationId xmlns:p14="http://schemas.microsoft.com/office/powerpoint/2010/main" val="3293334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Espaço Reservado para Texto 42">
            <a:extLst>
              <a:ext uri="{FF2B5EF4-FFF2-40B4-BE49-F238E27FC236}">
                <a16:creationId xmlns:a16="http://schemas.microsoft.com/office/drawing/2014/main" id="{ED977AD9-D788-71CA-520D-A67C9E2F11D4}"/>
              </a:ext>
            </a:extLst>
          </p:cNvPr>
          <p:cNvSpPr>
            <a:spLocks noGrp="1"/>
          </p:cNvSpPr>
          <p:nvPr>
            <p:ph type="body" sz="quarter" idx="10"/>
          </p:nvPr>
        </p:nvSpPr>
        <p:spPr>
          <a:xfrm>
            <a:off x="4286885" y="515815"/>
            <a:ext cx="11819390" cy="1446799"/>
          </a:xfrm>
          <a:prstGeom prst="rect">
            <a:avLst/>
          </a:prstGeom>
        </p:spPr>
        <p:txBody>
          <a:bodyPr>
            <a:noAutofit/>
          </a:bodyPr>
          <a:lstStyle/>
          <a:p>
            <a:pPr lvl="0"/>
            <a:r>
              <a:rPr lang="pt-BR" sz="4500" b="1" dirty="0">
                <a:solidFill>
                  <a:srgbClr val="FF161F"/>
                </a:solidFill>
                <a:latin typeface="Poppins" pitchFamily="2" charset="77"/>
                <a:cs typeface="Poppins" pitchFamily="2" charset="77"/>
              </a:rPr>
              <a:t>Implementando design responsivo com Media Queries e Grid Flexível</a:t>
            </a:r>
          </a:p>
          <a:p>
            <a:pPr lvl="0"/>
            <a:endParaRPr lang="pt-BR" sz="4500" b="1" dirty="0">
              <a:solidFill>
                <a:srgbClr val="FF161F"/>
              </a:solidFill>
              <a:latin typeface="Poppins" pitchFamily="2" charset="77"/>
              <a:cs typeface="Poppins" pitchFamily="2" charset="77"/>
            </a:endParaRPr>
          </a:p>
        </p:txBody>
      </p:sp>
      <p:sp>
        <p:nvSpPr>
          <p:cNvPr id="24" name="Espaço Reservado para Texto 42">
            <a:extLst>
              <a:ext uri="{FF2B5EF4-FFF2-40B4-BE49-F238E27FC236}">
                <a16:creationId xmlns:a16="http://schemas.microsoft.com/office/drawing/2014/main" id="{87F3C3DB-7926-FC85-BAC8-B57EFF1FD581}"/>
              </a:ext>
            </a:extLst>
          </p:cNvPr>
          <p:cNvSpPr>
            <a:spLocks noGrp="1"/>
          </p:cNvSpPr>
          <p:nvPr>
            <p:ph type="body" sz="quarter" idx="12"/>
          </p:nvPr>
        </p:nvSpPr>
        <p:spPr>
          <a:xfrm>
            <a:off x="1461694" y="6629189"/>
            <a:ext cx="2378590" cy="642937"/>
          </a:xfrm>
          <a:prstGeom prst="rect">
            <a:avLst/>
          </a:prstGeom>
        </p:spPr>
        <p:txBody>
          <a:bodyPr/>
          <a:lstStyle/>
          <a:p>
            <a:pPr lvl="0"/>
            <a:r>
              <a:rPr lang="pt-BR" sz="1800" b="1" dirty="0">
                <a:latin typeface="Poppins" pitchFamily="2" charset="77"/>
                <a:cs typeface="Poppins" pitchFamily="2" charset="77"/>
              </a:rPr>
              <a:t>49 minutos</a:t>
            </a:r>
          </a:p>
        </p:txBody>
      </p:sp>
      <p:pic>
        <p:nvPicPr>
          <p:cNvPr id="5" name="Google Shape;578;p38">
            <a:extLst>
              <a:ext uri="{FF2B5EF4-FFF2-40B4-BE49-F238E27FC236}">
                <a16:creationId xmlns:a16="http://schemas.microsoft.com/office/drawing/2014/main" id="{897F6E87-64D3-F33F-643C-025FF0491CCB}"/>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810114" y="6575299"/>
            <a:ext cx="457727" cy="457727"/>
          </a:xfrm>
          <a:prstGeom prst="rect">
            <a:avLst/>
          </a:prstGeom>
          <a:noFill/>
          <a:ln>
            <a:noFill/>
          </a:ln>
        </p:spPr>
      </p:pic>
      <p:sp>
        <p:nvSpPr>
          <p:cNvPr id="47" name="Google Shape;1317;p91">
            <a:extLst>
              <a:ext uri="{FF2B5EF4-FFF2-40B4-BE49-F238E27FC236}">
                <a16:creationId xmlns:a16="http://schemas.microsoft.com/office/drawing/2014/main" id="{B2563F50-36D1-35FA-D202-C3140A927D78}"/>
              </a:ext>
            </a:extLst>
          </p:cNvPr>
          <p:cNvSpPr txBox="1"/>
          <p:nvPr/>
        </p:nvSpPr>
        <p:spPr>
          <a:xfrm>
            <a:off x="4858088" y="4452673"/>
            <a:ext cx="5200314" cy="1708120"/>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Computador com internet;</a:t>
            </a:r>
          </a:p>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Caderno para anotações;</a:t>
            </a:r>
          </a:p>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1 caneta.</a:t>
            </a:r>
          </a:p>
        </p:txBody>
      </p:sp>
      <p:sp>
        <p:nvSpPr>
          <p:cNvPr id="48" name="Google Shape;1318;p91">
            <a:extLst>
              <a:ext uri="{FF2B5EF4-FFF2-40B4-BE49-F238E27FC236}">
                <a16:creationId xmlns:a16="http://schemas.microsoft.com/office/drawing/2014/main" id="{BB27FB3C-96CB-F907-9C89-F0CECC377DBA}"/>
              </a:ext>
            </a:extLst>
          </p:cNvPr>
          <p:cNvSpPr txBox="1"/>
          <p:nvPr/>
        </p:nvSpPr>
        <p:spPr>
          <a:xfrm>
            <a:off x="11100000" y="4513907"/>
            <a:ext cx="5627582" cy="3170058"/>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Leiam com atenção a atividade proposta no roteiro;​</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Antes de iniciar a atividade prática, realizem esboços no papel para definir sua intenção e resultado;</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Utilizem as ferramentas de desenvolvimento disponíveis para a atividade.</a:t>
            </a:r>
          </a:p>
        </p:txBody>
      </p:sp>
      <p:sp>
        <p:nvSpPr>
          <p:cNvPr id="49" name="Espaço Reservado para Texto 42">
            <a:extLst>
              <a:ext uri="{FF2B5EF4-FFF2-40B4-BE49-F238E27FC236}">
                <a16:creationId xmlns:a16="http://schemas.microsoft.com/office/drawing/2014/main" id="{EA8208FE-7673-B296-D4D4-28AA68AA68E4}"/>
              </a:ext>
            </a:extLst>
          </p:cNvPr>
          <p:cNvSpPr txBox="1">
            <a:spLocks/>
          </p:cNvSpPr>
          <p:nvPr/>
        </p:nvSpPr>
        <p:spPr>
          <a:xfrm>
            <a:off x="1481691" y="7552113"/>
            <a:ext cx="2378590" cy="6429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BR" sz="1800" b="1" dirty="0">
                <a:latin typeface="Poppins" pitchFamily="2" charset="77"/>
                <a:cs typeface="Poppins" pitchFamily="2" charset="77"/>
              </a:rPr>
              <a:t>Em dupla</a:t>
            </a:r>
          </a:p>
        </p:txBody>
      </p:sp>
      <p:pic>
        <p:nvPicPr>
          <p:cNvPr id="50" name="Gráfico 49">
            <a:extLst>
              <a:ext uri="{FF2B5EF4-FFF2-40B4-BE49-F238E27FC236}">
                <a16:creationId xmlns:a16="http://schemas.microsoft.com/office/drawing/2014/main" id="{F9B27625-5E78-327B-1F1D-B47EA8084A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2554" y="7455365"/>
            <a:ext cx="504825" cy="457200"/>
          </a:xfrm>
          <a:prstGeom prst="rect">
            <a:avLst/>
          </a:prstGeom>
        </p:spPr>
      </p:pic>
    </p:spTree>
    <p:extLst>
      <p:ext uri="{BB962C8B-B14F-4D97-AF65-F5344CB8AC3E}">
        <p14:creationId xmlns:p14="http://schemas.microsoft.com/office/powerpoint/2010/main" val="4209955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7301898" y="2699693"/>
            <a:ext cx="9531863" cy="1457457"/>
          </a:xfrm>
        </p:spPr>
        <p:txBody>
          <a:bodyPr>
            <a:noAutofit/>
          </a:bodyPr>
          <a:lstStyle/>
          <a:p>
            <a:pPr marL="0" indent="0"/>
            <a:r>
              <a:rPr lang="pt-BR" sz="2400" dirty="0"/>
              <a:t>Aprendemos a usar Media Queries para criar layouts responsivos que se adaptam a diferentes tamanhos de tela, como desktops, tablets e smartphones. </a:t>
            </a:r>
            <a:endParaRPr lang="pt-BR" sz="2400" dirty="0">
              <a:latin typeface="Poppins" pitchFamily="2" charset="77"/>
              <a:cs typeface="Poppins" pitchFamily="2" charset="77"/>
            </a:endParaRP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7301898" y="4488916"/>
            <a:ext cx="9531863" cy="1457457"/>
          </a:xfrm>
        </p:spPr>
        <p:txBody>
          <a:bodyPr>
            <a:noAutofit/>
          </a:bodyPr>
          <a:lstStyle/>
          <a:p>
            <a:pPr marL="0" indent="0"/>
            <a:r>
              <a:rPr lang="pt-BR" sz="2400" dirty="0"/>
              <a:t>Aprendemos a aplicar CSS Grid para estruturar um layout flexível, que pode ser facilmente modificado conforme o tamanho da tela.</a:t>
            </a:r>
            <a:endParaRPr lang="pt-BR" sz="2400" dirty="0">
              <a:latin typeface="Poppins" pitchFamily="2" charset="77"/>
              <a:cs typeface="Poppins" pitchFamily="2" charset="77"/>
            </a:endParaRP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7301898" y="6259771"/>
            <a:ext cx="9531863" cy="1679895"/>
          </a:xfrm>
        </p:spPr>
        <p:txBody>
          <a:bodyPr>
            <a:noAutofit/>
          </a:bodyPr>
          <a:lstStyle/>
          <a:p>
            <a:pPr marL="0" indent="0"/>
            <a:r>
              <a:rPr lang="pt-BR" sz="2400" dirty="0"/>
              <a:t>Compreendemos como combinar essas duas técnicas para garantir que o design seja otimizado para dispositivos variados, proporcionando uma boa experiência de usuário em qualquer resolução.</a:t>
            </a:r>
            <a:endParaRPr lang="pt-BR" sz="2400" dirty="0">
              <a:latin typeface="Poppins" pitchFamily="2" charset="77"/>
              <a:cs typeface="Poppins" pitchFamily="2" charset="77"/>
            </a:endParaRP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7015381" y="1101032"/>
            <a:ext cx="8160900" cy="842068"/>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dirty="0">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548561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A7DCBD77-CF03-242C-0A04-E43124DF9AFE}"/>
              </a:ext>
            </a:extLst>
          </p:cNvPr>
          <p:cNvSpPr>
            <a:spLocks noGrp="1"/>
          </p:cNvSpPr>
          <p:nvPr>
            <p:ph type="body" idx="5"/>
          </p:nvPr>
        </p:nvSpPr>
        <p:spPr>
          <a:xfrm>
            <a:off x="2175792" y="2781300"/>
            <a:ext cx="15309319" cy="4355480"/>
          </a:xfrm>
        </p:spPr>
        <p:txBody>
          <a:bodyPr>
            <a:noAutofit/>
          </a:bodyPr>
          <a:lstStyle/>
          <a:p>
            <a:pPr marL="0" indent="0">
              <a:spcBef>
                <a:spcPts val="0"/>
              </a:spcBef>
              <a:spcAft>
                <a:spcPts val="1800"/>
              </a:spcAft>
            </a:pPr>
            <a:r>
              <a:rPr lang="pt-BR" sz="2400" dirty="0">
                <a:latin typeface="Poppins" panose="00000500000000000000" pitchFamily="2" charset="0"/>
                <a:cs typeface="Poppins" panose="00000500000000000000" pitchFamily="2" charset="0"/>
              </a:rPr>
              <a:t>JOSE. Utilizando CSS Media Queries. </a:t>
            </a:r>
            <a:r>
              <a:rPr lang="pt-BR" sz="2400" b="1" dirty="0">
                <a:latin typeface="Poppins" panose="00000500000000000000" pitchFamily="2" charset="0"/>
                <a:cs typeface="Poppins" panose="00000500000000000000" pitchFamily="2" charset="0"/>
              </a:rPr>
              <a:t>DevMedia</a:t>
            </a:r>
            <a:r>
              <a:rPr lang="pt-BR" sz="2400" dirty="0">
                <a:latin typeface="Poppins" panose="00000500000000000000" pitchFamily="2" charset="0"/>
                <a:cs typeface="Poppins" panose="00000500000000000000" pitchFamily="2" charset="0"/>
              </a:rPr>
              <a:t>, 2013. Disponível em: </a:t>
            </a:r>
            <a:r>
              <a:rPr lang="pt-BR" sz="2400" dirty="0">
                <a:latin typeface="Poppins" panose="00000500000000000000" pitchFamily="2" charset="0"/>
                <a:cs typeface="Poppins" panose="00000500000000000000" pitchFamily="2" charset="0"/>
                <a:hlinkClick r:id="rId3"/>
              </a:rPr>
              <a:t>https://www.devmedia.com.br/utilizando-css-media-queries/27085</a:t>
            </a:r>
            <a:r>
              <a:rPr lang="pt-BR" sz="2400" dirty="0">
                <a:latin typeface="Poppins" panose="00000500000000000000" pitchFamily="2" charset="0"/>
                <a:cs typeface="Poppins" panose="00000500000000000000" pitchFamily="2" charset="0"/>
              </a:rPr>
              <a:t>. Acesso em: 22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MDN WEB DOCS. </a:t>
            </a:r>
            <a:r>
              <a:rPr lang="pt-BR" sz="2400" b="1" dirty="0">
                <a:latin typeface="Poppins" panose="00000500000000000000" pitchFamily="2" charset="0"/>
                <a:cs typeface="Poppins" panose="00000500000000000000" pitchFamily="2" charset="0"/>
              </a:rPr>
              <a:t>Conceitos básicos de layout de grade</a:t>
            </a:r>
            <a:r>
              <a:rPr lang="pt-BR" sz="2400" dirty="0">
                <a:latin typeface="Poppins" panose="00000500000000000000" pitchFamily="2" charset="0"/>
                <a:cs typeface="Poppins" panose="00000500000000000000" pitchFamily="2" charset="0"/>
              </a:rPr>
              <a:t>, 4 mar. 2025. Disponível em: </a:t>
            </a:r>
            <a:r>
              <a:rPr lang="pt-BR" sz="2400" dirty="0">
                <a:latin typeface="Poppins" panose="00000500000000000000" pitchFamily="2" charset="0"/>
                <a:cs typeface="Poppins" panose="00000500000000000000" pitchFamily="2" charset="0"/>
                <a:hlinkClick r:id="rId4"/>
              </a:rPr>
              <a:t>https://developer.mozilla.org/pt-BR/docs/Web/CSS/CSS_grid_layout/Basic_concepts_of_grid_layout</a:t>
            </a:r>
            <a:r>
              <a:rPr lang="pt-BR" sz="2400" dirty="0">
                <a:latin typeface="Poppins" panose="00000500000000000000" pitchFamily="2" charset="0"/>
                <a:cs typeface="Poppins" panose="00000500000000000000" pitchFamily="2" charset="0"/>
              </a:rPr>
              <a:t>. Acesso em: 22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MDN WEB DOCS. </a:t>
            </a:r>
            <a:r>
              <a:rPr lang="pt-BR" sz="2400" b="1" dirty="0">
                <a:latin typeface="Poppins" panose="00000500000000000000" pitchFamily="2" charset="0"/>
                <a:cs typeface="Poppins" panose="00000500000000000000" pitchFamily="2" charset="0"/>
              </a:rPr>
              <a:t>Usando Media Queries</a:t>
            </a:r>
            <a:r>
              <a:rPr lang="pt-BR" sz="2400" dirty="0">
                <a:latin typeface="Poppins" panose="00000500000000000000" pitchFamily="2" charset="0"/>
                <a:cs typeface="Poppins" panose="00000500000000000000" pitchFamily="2" charset="0"/>
              </a:rPr>
              <a:t>, 17 dez. 2024. Disponível em: </a:t>
            </a:r>
            <a:r>
              <a:rPr lang="pt-BR" sz="2400" dirty="0">
                <a:latin typeface="Poppins" panose="00000500000000000000" pitchFamily="2" charset="0"/>
                <a:cs typeface="Poppins" panose="00000500000000000000" pitchFamily="2" charset="0"/>
                <a:hlinkClick r:id="rId5"/>
              </a:rPr>
              <a:t>https://developer.mozilla.org/pt-BR/docs/Web/CSS/CSS_media_queries/Using_media_queries</a:t>
            </a:r>
            <a:r>
              <a:rPr lang="pt-BR" sz="2400" dirty="0">
                <a:latin typeface="Poppins" panose="00000500000000000000" pitchFamily="2" charset="0"/>
                <a:cs typeface="Poppins" panose="00000500000000000000" pitchFamily="2" charset="0"/>
              </a:rPr>
              <a:t>. Acesso em: 22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Identidade visual: imagens © Getty Images.</a:t>
            </a:r>
          </a:p>
        </p:txBody>
      </p:sp>
    </p:spTree>
    <p:extLst>
      <p:ext uri="{BB962C8B-B14F-4D97-AF65-F5344CB8AC3E}">
        <p14:creationId xmlns:p14="http://schemas.microsoft.com/office/powerpoint/2010/main" val="2769904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F7D820-59D9-B36F-70F9-9069AA799D71}"/>
            </a:ext>
          </a:extLst>
        </p:cNvPr>
        <p:cNvGrpSpPr/>
        <p:nvPr/>
      </p:nvGrpSpPr>
      <p:grpSpPr>
        <a:xfrm>
          <a:off x="0" y="0"/>
          <a:ext cx="0" cy="0"/>
          <a:chOff x="0" y="0"/>
          <a:chExt cx="0" cy="0"/>
        </a:xfrm>
      </p:grpSpPr>
      <p:sp>
        <p:nvSpPr>
          <p:cNvPr id="2" name="Google Shape;643;p43">
            <a:extLst>
              <a:ext uri="{FF2B5EF4-FFF2-40B4-BE49-F238E27FC236}">
                <a16:creationId xmlns:a16="http://schemas.microsoft.com/office/drawing/2014/main" id="{E707B44A-1813-17B4-62E8-86DF5025AF2A}"/>
              </a:ext>
            </a:extLst>
          </p:cNvPr>
          <p:cNvSpPr txBox="1">
            <a:spLocks/>
          </p:cNvSpPr>
          <p:nvPr/>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Orientações ao professor</a:t>
            </a:r>
          </a:p>
        </p:txBody>
      </p:sp>
    </p:spTree>
    <p:extLst>
      <p:ext uri="{BB962C8B-B14F-4D97-AF65-F5344CB8AC3E}">
        <p14:creationId xmlns:p14="http://schemas.microsoft.com/office/powerpoint/2010/main" val="1371065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295846-591D-71E8-D0C7-AB1BFEE48404}"/>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10A8149C-4314-89FA-F6D6-3AD6F891BB01}"/>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561869F6-88CA-FC10-0613-DBD32571F78B}"/>
              </a:ext>
            </a:extLst>
          </p:cNvPr>
          <p:cNvCxnSpPr>
            <a:cxnSpLocks/>
          </p:cNvCxnSpPr>
          <p:nvPr/>
        </p:nvCxnSpPr>
        <p:spPr>
          <a:xfrm flipV="1">
            <a:off x="868312" y="1705545"/>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13" name="Oval 12">
            <a:extLst>
              <a:ext uri="{FF2B5EF4-FFF2-40B4-BE49-F238E27FC236}">
                <a16:creationId xmlns:a16="http://schemas.microsoft.com/office/drawing/2014/main" id="{6C399889-1BD2-3839-8266-9D655366CD3D}"/>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4" name="Google Shape;2216;p100">
            <a:extLst>
              <a:ext uri="{FF2B5EF4-FFF2-40B4-BE49-F238E27FC236}">
                <a16:creationId xmlns:a16="http://schemas.microsoft.com/office/drawing/2014/main" id="{C035FB58-E7F8-992B-EADA-DCD3A53F4516}"/>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20" name="CaixaDeTexto 3">
            <a:extLst>
              <a:ext uri="{FF2B5EF4-FFF2-40B4-BE49-F238E27FC236}">
                <a16:creationId xmlns:a16="http://schemas.microsoft.com/office/drawing/2014/main" id="{67EFEEE5-1608-1E22-72C4-60D4845B9362}"/>
              </a:ext>
            </a:extLst>
          </p:cNvPr>
          <p:cNvSpPr txBox="1"/>
          <p:nvPr/>
        </p:nvSpPr>
        <p:spPr>
          <a:xfrm>
            <a:off x="1478280" y="2146575"/>
            <a:ext cx="15377160" cy="73866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b="1" dirty="0">
                <a:latin typeface="Poppins" panose="00000500000000000000" pitchFamily="2" charset="0"/>
                <a:cs typeface="Poppins" panose="00000500000000000000" pitchFamily="2" charset="0"/>
              </a:rPr>
              <a:t>Orientações: </a:t>
            </a:r>
            <a:r>
              <a:rPr lang="pt-BR" dirty="0">
                <a:latin typeface="Poppins" panose="00000500000000000000" pitchFamily="2" charset="0"/>
                <a:cs typeface="Poppins" panose="00000500000000000000" pitchFamily="2" charset="0"/>
              </a:rPr>
              <a:t>Professor, a seção </a:t>
            </a:r>
            <a:r>
              <a:rPr lang="pt-BR" b="1" dirty="0">
                <a:latin typeface="Poppins" panose="00000500000000000000" pitchFamily="2" charset="0"/>
                <a:cs typeface="Poppins" panose="00000500000000000000" pitchFamily="2" charset="0"/>
              </a:rPr>
              <a:t>Colocando em prática</a:t>
            </a:r>
            <a:r>
              <a:rPr lang="pt-BR" dirty="0">
                <a:latin typeface="Poppins" panose="00000500000000000000" pitchFamily="2" charset="0"/>
                <a:cs typeface="Poppins" panose="00000500000000000000" pitchFamily="2" charset="0"/>
              </a:rPr>
              <a:t> tem como objetivo aplicar os conhecimentos construídos durante a aula, incentivando os estudantes a pensar criticamente e de forma prática. </a:t>
            </a:r>
          </a:p>
          <a:p>
            <a:endParaRPr lang="pt-BR" dirty="0"/>
          </a:p>
        </p:txBody>
      </p:sp>
      <p:sp>
        <p:nvSpPr>
          <p:cNvPr id="3" name="CaixaDeTexto 2">
            <a:extLst>
              <a:ext uri="{FF2B5EF4-FFF2-40B4-BE49-F238E27FC236}">
                <a16:creationId xmlns:a16="http://schemas.microsoft.com/office/drawing/2014/main" id="{D1B2A9E3-0C37-A3D8-8FB1-1FF131B158E0}"/>
              </a:ext>
            </a:extLst>
          </p:cNvPr>
          <p:cNvSpPr txBox="1"/>
          <p:nvPr/>
        </p:nvSpPr>
        <p:spPr>
          <a:xfrm>
            <a:off x="1478287" y="3235120"/>
            <a:ext cx="15377153" cy="307777"/>
          </a:xfrm>
          <a:prstGeom prst="rect">
            <a:avLst/>
          </a:prstGeom>
          <a:noFill/>
          <a:ln>
            <a:noFill/>
          </a:ln>
        </p:spPr>
        <p:txBody>
          <a:bodyPr wrap="square">
            <a:spAutoFit/>
          </a:bodyPr>
          <a:lstStyle/>
          <a:p>
            <a:r>
              <a:rPr lang="pt-BR" b="1" dirty="0">
                <a:latin typeface="Poppins" panose="00000500000000000000" pitchFamily="2" charset="0"/>
                <a:cs typeface="Poppins" panose="00000500000000000000" pitchFamily="2" charset="0"/>
              </a:rPr>
              <a:t>Tempo</a:t>
            </a:r>
            <a:r>
              <a:rPr lang="pt-BR" b="0" dirty="0">
                <a:latin typeface="Poppins" panose="00000500000000000000" pitchFamily="2" charset="0"/>
                <a:cs typeface="Poppins" panose="00000500000000000000" pitchFamily="2" charset="0"/>
              </a:rPr>
              <a:t>: 49 minutos.</a:t>
            </a:r>
            <a:endParaRPr lang="pt-BR" dirty="0"/>
          </a:p>
        </p:txBody>
      </p:sp>
      <p:sp>
        <p:nvSpPr>
          <p:cNvPr id="2" name="Oval 11">
            <a:extLst>
              <a:ext uri="{FF2B5EF4-FFF2-40B4-BE49-F238E27FC236}">
                <a16:creationId xmlns:a16="http://schemas.microsoft.com/office/drawing/2014/main" id="{5B28E32C-FCE3-62B9-C7F7-66579E5613B1}"/>
              </a:ext>
            </a:extLst>
          </p:cNvPr>
          <p:cNvSpPr/>
          <p:nvPr/>
        </p:nvSpPr>
        <p:spPr>
          <a:xfrm>
            <a:off x="594328" y="3120116"/>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4" name="Imagem 3">
            <a:extLst>
              <a:ext uri="{FF2B5EF4-FFF2-40B4-BE49-F238E27FC236}">
                <a16:creationId xmlns:a16="http://schemas.microsoft.com/office/drawing/2014/main" id="{43D37C6A-6215-08E0-0ADC-5531591968CC}"/>
              </a:ext>
            </a:extLst>
          </p:cNvPr>
          <p:cNvPicPr>
            <a:picLocks noChangeAspect="1"/>
          </p:cNvPicPr>
          <p:nvPr/>
        </p:nvPicPr>
        <p:blipFill>
          <a:blip r:embed="rId3"/>
          <a:srcRect/>
          <a:stretch/>
        </p:blipFill>
        <p:spPr>
          <a:xfrm>
            <a:off x="769865" y="3264295"/>
            <a:ext cx="235287" cy="282344"/>
          </a:xfrm>
          <a:prstGeom prst="rect">
            <a:avLst/>
          </a:prstGeom>
        </p:spPr>
      </p:pic>
      <p:sp>
        <p:nvSpPr>
          <p:cNvPr id="8" name="CaixaDeTexto 7">
            <a:extLst>
              <a:ext uri="{FF2B5EF4-FFF2-40B4-BE49-F238E27FC236}">
                <a16:creationId xmlns:a16="http://schemas.microsoft.com/office/drawing/2014/main" id="{86F3D5BC-0324-C7FB-FB44-E56FC1905C98}"/>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endParaRPr lang="pt-BR" sz="4800" b="1" dirty="0">
              <a:solidFill>
                <a:schemeClr val="bg1"/>
              </a:solidFill>
              <a:latin typeface="Poppins" pitchFamily="2" charset="77"/>
              <a:cs typeface="Poppins" pitchFamily="2" charset="77"/>
            </a:endParaRPr>
          </a:p>
        </p:txBody>
      </p:sp>
      <p:sp>
        <p:nvSpPr>
          <p:cNvPr id="21" name="Oval 10">
            <a:extLst>
              <a:ext uri="{FF2B5EF4-FFF2-40B4-BE49-F238E27FC236}">
                <a16:creationId xmlns:a16="http://schemas.microsoft.com/office/drawing/2014/main" id="{F67123D2-D498-19C7-B76F-779D37C6B3AE}"/>
              </a:ext>
            </a:extLst>
          </p:cNvPr>
          <p:cNvSpPr/>
          <p:nvPr/>
        </p:nvSpPr>
        <p:spPr>
          <a:xfrm>
            <a:off x="581660" y="418103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22" name="Google Shape;2223;p100">
            <a:extLst>
              <a:ext uri="{FF2B5EF4-FFF2-40B4-BE49-F238E27FC236}">
                <a16:creationId xmlns:a16="http://schemas.microsoft.com/office/drawing/2014/main" id="{4312D7A1-8099-C790-4CC0-C4F33B5CECF6}"/>
              </a:ext>
            </a:extLst>
          </p:cNvPr>
          <p:cNvSpPr>
            <a:spLocks/>
          </p:cNvSpPr>
          <p:nvPr/>
        </p:nvSpPr>
        <p:spPr>
          <a:xfrm>
            <a:off x="685177" y="4298676"/>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10" name="Oval 8">
            <a:extLst>
              <a:ext uri="{FF2B5EF4-FFF2-40B4-BE49-F238E27FC236}">
                <a16:creationId xmlns:a16="http://schemas.microsoft.com/office/drawing/2014/main" id="{6C6CE376-18CF-6764-24B4-AB63B9B9A1BD}"/>
              </a:ext>
            </a:extLst>
          </p:cNvPr>
          <p:cNvSpPr/>
          <p:nvPr/>
        </p:nvSpPr>
        <p:spPr>
          <a:xfrm>
            <a:off x="586340" y="624433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1" name="Gráfico 10">
            <a:extLst>
              <a:ext uri="{FF2B5EF4-FFF2-40B4-BE49-F238E27FC236}">
                <a16:creationId xmlns:a16="http://schemas.microsoft.com/office/drawing/2014/main" id="{E5EE8919-2A3E-B6AF-6363-0F7A8FA4F1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2252" y="6325520"/>
            <a:ext cx="312039" cy="400050"/>
          </a:xfrm>
          <a:prstGeom prst="rect">
            <a:avLst/>
          </a:prstGeom>
        </p:spPr>
      </p:pic>
      <p:sp>
        <p:nvSpPr>
          <p:cNvPr id="9" name="CaixaDeTexto 8">
            <a:extLst>
              <a:ext uri="{FF2B5EF4-FFF2-40B4-BE49-F238E27FC236}">
                <a16:creationId xmlns:a16="http://schemas.microsoft.com/office/drawing/2014/main" id="{A8B8B800-130B-9C79-FDC3-DB9E0AC971BC}"/>
              </a:ext>
            </a:extLst>
          </p:cNvPr>
          <p:cNvSpPr txBox="1"/>
          <p:nvPr/>
        </p:nvSpPr>
        <p:spPr>
          <a:xfrm>
            <a:off x="1160779" y="4381751"/>
            <a:ext cx="16176944" cy="973985"/>
          </a:xfrm>
          <a:prstGeom prst="rect">
            <a:avLst/>
          </a:prstGeom>
          <a:noFill/>
          <a:ln>
            <a:noFill/>
          </a:ln>
        </p:spPr>
        <p:txBody>
          <a:bodyPr wrap="square">
            <a:spAutoFit/>
          </a:bodyPr>
          <a:lstStyle/>
          <a:p>
            <a:pPr marL="228600" indent="0">
              <a:lnSpc>
                <a:spcPct val="107000"/>
              </a:lnSpc>
              <a:spcAft>
                <a:spcPts val="800"/>
              </a:spcAft>
              <a:buFont typeface="Arial" panose="020B0604020202020204" pitchFamily="34" charset="0"/>
              <a:buNone/>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kern="100" dirty="0">
                <a:effectLst/>
                <a:latin typeface="Poppins" panose="00000500000000000000" pitchFamily="2" charset="0"/>
                <a:ea typeface="Aptos" panose="020B0004020202020204" pitchFamily="34" charset="0"/>
                <a:cs typeface="Poppins" panose="00000500000000000000" pitchFamily="2" charset="0"/>
              </a:rPr>
              <a:t>: divida os alunos em duplas.</a:t>
            </a:r>
          </a:p>
          <a:p>
            <a:pPr marL="228600" indent="0">
              <a:lnSpc>
                <a:spcPct val="107000"/>
              </a:lnSpc>
              <a:spcAft>
                <a:spcPts val="800"/>
              </a:spcAft>
              <a:buFont typeface="Arial" panose="020B0604020202020204" pitchFamily="34" charset="0"/>
              <a:buNone/>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endParaRPr lang="pt-BR" b="1" dirty="0">
              <a:effectLst/>
              <a:latin typeface="Poppins" panose="00000500000000000000" pitchFamily="2" charset="0"/>
              <a:ea typeface="Aptos" panose="020B0004020202020204" pitchFamily="34" charset="0"/>
              <a:cs typeface="Poppins" panose="00000500000000000000" pitchFamily="2" charset="0"/>
            </a:endParaRPr>
          </a:p>
        </p:txBody>
      </p:sp>
      <p:sp>
        <p:nvSpPr>
          <p:cNvPr id="16" name="CaixaDeTexto 15">
            <a:extLst>
              <a:ext uri="{FF2B5EF4-FFF2-40B4-BE49-F238E27FC236}">
                <a16:creationId xmlns:a16="http://schemas.microsoft.com/office/drawing/2014/main" id="{80D10C83-A04A-0D05-B947-51565CCAE477}"/>
              </a:ext>
            </a:extLst>
          </p:cNvPr>
          <p:cNvSpPr txBox="1"/>
          <p:nvPr/>
        </p:nvSpPr>
        <p:spPr>
          <a:xfrm>
            <a:off x="1180351" y="5343601"/>
            <a:ext cx="16669497" cy="523220"/>
          </a:xfrm>
          <a:prstGeom prst="rect">
            <a:avLst/>
          </a:prstGeom>
          <a:noFill/>
          <a:ln>
            <a:noFill/>
          </a:ln>
        </p:spPr>
        <p:txBody>
          <a:bodyPr wrap="square">
            <a:spAutoFit/>
          </a:bodyPr>
          <a:lstStyle/>
          <a:p>
            <a:pPr marL="228600" indent="0">
              <a:buFont typeface="Arial" panose="020B0604020202020204" pitchFamily="34" charset="0"/>
              <a:buNone/>
            </a:pPr>
            <a:r>
              <a:rPr lang="pt-BR" b="1" kern="100" dirty="0">
                <a:solidFill>
                  <a:schemeClr val="tx1"/>
                </a:solidFill>
                <a:effectLst/>
                <a:latin typeface="Poppins" panose="00000500000000000000" pitchFamily="2" charset="0"/>
                <a:ea typeface="Aptos" panose="020B0004020202020204" pitchFamily="34" charset="0"/>
                <a:cs typeface="Poppins" panose="00000500000000000000" pitchFamily="2" charset="0"/>
              </a:rPr>
              <a:t>Condução da dinâmica</a:t>
            </a:r>
            <a:r>
              <a:rPr lang="pt-BR" kern="100" dirty="0">
                <a:solidFill>
                  <a:schemeClr val="tx1"/>
                </a:solidFill>
                <a:effectLst/>
                <a:latin typeface="Poppins" panose="00000500000000000000" pitchFamily="2" charset="0"/>
                <a:ea typeface="Aptos" panose="020B0004020202020204" pitchFamily="34" charset="0"/>
                <a:cs typeface="Poppins" panose="00000500000000000000" pitchFamily="2" charset="0"/>
              </a:rPr>
              <a:t>: </a:t>
            </a:r>
            <a:r>
              <a:rPr lang="pt-BR" kern="100" dirty="0">
                <a:solidFill>
                  <a:schemeClr val="tx1"/>
                </a:solidFill>
                <a:latin typeface="Poppins" panose="00000500000000000000" pitchFamily="2" charset="0"/>
                <a:ea typeface="Aptos" panose="020B0004020202020204" pitchFamily="34" charset="0"/>
                <a:cs typeface="Poppins" panose="00000500000000000000" pitchFamily="2" charset="0"/>
              </a:rPr>
              <a:t>i</a:t>
            </a:r>
            <a:r>
              <a:rPr lang="pt-BR" kern="100" dirty="0">
                <a:solidFill>
                  <a:schemeClr val="tx1"/>
                </a:solidFill>
                <a:effectLst/>
                <a:latin typeface="Poppins" panose="00000500000000000000" pitchFamily="2" charset="0"/>
                <a:ea typeface="Aptos" panose="020B0004020202020204" pitchFamily="34" charset="0"/>
                <a:cs typeface="Poppins" panose="00000500000000000000" pitchFamily="2" charset="0"/>
              </a:rPr>
              <a:t>ncentive os alunos a seguirem o </a:t>
            </a:r>
            <a:r>
              <a:rPr lang="pt-BR" dirty="0">
                <a:solidFill>
                  <a:schemeClr val="tx1"/>
                </a:solidFill>
                <a:effectLst/>
                <a:latin typeface="Poppins" panose="00000500000000000000" pitchFamily="2" charset="0"/>
                <a:ea typeface="Calibri" panose="020F0502020204030204" pitchFamily="34" charset="0"/>
                <a:cs typeface="Poppins" panose="00000500000000000000" pitchFamily="2" charset="0"/>
              </a:rPr>
              <a:t>Roteiro de Atividade Prática</a:t>
            </a:r>
            <a:r>
              <a:rPr lang="pt-BR" kern="100" dirty="0">
                <a:solidFill>
                  <a:schemeClr val="tx1"/>
                </a:solidFill>
                <a:effectLst/>
                <a:latin typeface="Poppins" panose="00000500000000000000" pitchFamily="2" charset="0"/>
                <a:ea typeface="Aptos" panose="020B0004020202020204" pitchFamily="34" charset="0"/>
                <a:cs typeface="Poppins" panose="00000500000000000000" pitchFamily="2" charset="0"/>
              </a:rPr>
              <a:t>, realizando pesquisas para resolver os problemas que poderão aparecer </a:t>
            </a:r>
            <a:r>
              <a:rPr lang="pt-BR" kern="100" dirty="0">
                <a:solidFill>
                  <a:schemeClr val="tx1"/>
                </a:solidFill>
                <a:latin typeface="Poppins" panose="00000500000000000000" pitchFamily="2" charset="0"/>
                <a:ea typeface="Aptos" panose="020B0004020202020204" pitchFamily="34" charset="0"/>
                <a:cs typeface="Poppins" panose="00000500000000000000" pitchFamily="2" charset="0"/>
              </a:rPr>
              <a:t>a</a:t>
            </a:r>
            <a:r>
              <a:rPr lang="pt-BR" b="0" dirty="0">
                <a:solidFill>
                  <a:schemeClr val="tx1"/>
                </a:solidFill>
                <a:effectLst/>
                <a:latin typeface="Poppins" panose="00000500000000000000" pitchFamily="2" charset="0"/>
                <a:ea typeface="Aptos" panose="020B0004020202020204" pitchFamily="34" charset="0"/>
                <a:cs typeface="Poppins" panose="00000500000000000000" pitchFamily="2" charset="0"/>
              </a:rPr>
              <a:t>pós implementarem o tutorial; peça aos alunos que melhorarem o site, inserindo fotos, personalizando-o</a:t>
            </a:r>
            <a:r>
              <a:rPr lang="pt-BR" dirty="0">
                <a:solidFill>
                  <a:schemeClr val="tx1"/>
                </a:solidFill>
                <a:latin typeface="Poppins" panose="00000500000000000000" pitchFamily="2" charset="0"/>
                <a:ea typeface="Aptos" panose="020B0004020202020204" pitchFamily="34" charset="0"/>
                <a:cs typeface="Poppins" panose="00000500000000000000" pitchFamily="2" charset="0"/>
              </a:rPr>
              <a:t>.</a:t>
            </a:r>
            <a:endParaRPr lang="pt-BR" b="0" dirty="0">
              <a:solidFill>
                <a:schemeClr val="tx1"/>
              </a:solidFill>
              <a:effectLst/>
              <a:latin typeface="Poppins" panose="00000500000000000000" pitchFamily="2" charset="0"/>
              <a:ea typeface="Aptos" panose="020B0004020202020204" pitchFamily="34" charset="0"/>
              <a:cs typeface="Poppins" panose="00000500000000000000" pitchFamily="2" charset="0"/>
            </a:endParaRPr>
          </a:p>
        </p:txBody>
      </p:sp>
      <p:sp>
        <p:nvSpPr>
          <p:cNvPr id="18" name="CaixaDeTexto 17">
            <a:extLst>
              <a:ext uri="{FF2B5EF4-FFF2-40B4-BE49-F238E27FC236}">
                <a16:creationId xmlns:a16="http://schemas.microsoft.com/office/drawing/2014/main" id="{8BC44FFD-18B2-5840-7364-F88D3166C08E}"/>
              </a:ext>
            </a:extLst>
          </p:cNvPr>
          <p:cNvSpPr txBox="1"/>
          <p:nvPr/>
        </p:nvSpPr>
        <p:spPr>
          <a:xfrm>
            <a:off x="1478280" y="6404646"/>
            <a:ext cx="16105238" cy="1815882"/>
          </a:xfrm>
          <a:prstGeom prst="rect">
            <a:avLst/>
          </a:prstGeom>
          <a:noFill/>
          <a:ln>
            <a:noFill/>
          </a:ln>
        </p:spPr>
        <p:txBody>
          <a:bodyPr wrap="square">
            <a:spAutoFit/>
          </a:bodyPr>
          <a:lstStyle/>
          <a:p>
            <a:r>
              <a:rPr lang="pt-BR" b="1" dirty="0">
                <a:effectLst/>
                <a:latin typeface="Poppins" panose="00000500000000000000" pitchFamily="2" charset="0"/>
                <a:ea typeface="Aptos" panose="020B0004020202020204" pitchFamily="34" charset="0"/>
                <a:cs typeface="Poppins" panose="00000500000000000000" pitchFamily="2" charset="0"/>
              </a:rPr>
              <a:t>Expectativas de respostas:</a:t>
            </a:r>
            <a:r>
              <a:rPr lang="pt-BR" dirty="0">
                <a:latin typeface="Poppins" panose="00000500000000000000" pitchFamily="2" charset="0"/>
                <a:ea typeface="Aptos" panose="020B0004020202020204" pitchFamily="34" charset="0"/>
                <a:cs typeface="Poppins" panose="00000500000000000000" pitchFamily="2" charset="0"/>
              </a:rPr>
              <a:t> </a:t>
            </a:r>
            <a:r>
              <a:rPr lang="pt-BR" b="0" u="none" dirty="0">
                <a:effectLst/>
                <a:latin typeface="Poppins" panose="00000500000000000000" pitchFamily="2" charset="0"/>
                <a:ea typeface="Aptos" panose="020B0004020202020204" pitchFamily="34" charset="0"/>
                <a:cs typeface="Poppins" panose="00000500000000000000" pitchFamily="2" charset="0"/>
              </a:rPr>
              <a:t>o aluno, seguindo o tutorial, terá uma página c</a:t>
            </a:r>
            <a:r>
              <a:rPr lang="pt-BR" dirty="0">
                <a:latin typeface="Poppins" panose="00000500000000000000" pitchFamily="2" charset="0"/>
                <a:cs typeface="Poppins" panose="00000500000000000000" pitchFamily="2" charset="0"/>
              </a:rPr>
              <a:t>om o uso de </a:t>
            </a:r>
            <a:r>
              <a:rPr lang="pt-BR" b="1" dirty="0">
                <a:latin typeface="Poppins" panose="00000500000000000000" pitchFamily="2" charset="0"/>
                <a:cs typeface="Poppins" panose="00000500000000000000" pitchFamily="2" charset="0"/>
              </a:rPr>
              <a:t>Media Queries.</a:t>
            </a:r>
            <a:r>
              <a:rPr lang="pt-BR" dirty="0">
                <a:latin typeface="Poppins" panose="00000500000000000000" pitchFamily="2" charset="0"/>
                <a:cs typeface="Poppins" panose="00000500000000000000" pitchFamily="2" charset="0"/>
              </a:rPr>
              <a:t> O comportamento do design muda dependendo da largura da tela, proporcionando uma experiência de usuário otimizada para desktops, tablets e smartphones. Aqui estão as expectativas para cada tipo de tela:</a:t>
            </a:r>
          </a:p>
          <a:p>
            <a:endParaRPr lang="pt-BR" dirty="0">
              <a:latin typeface="Poppins" panose="00000500000000000000" pitchFamily="2" charset="0"/>
              <a:cs typeface="Poppins" panose="00000500000000000000" pitchFamily="2" charset="0"/>
            </a:endParaRPr>
          </a:p>
          <a:p>
            <a:pPr>
              <a:buFont typeface="+mj-lt"/>
              <a:buAutoNum type="arabicPeriod"/>
            </a:pPr>
            <a:r>
              <a:rPr lang="pt-BR" b="1" dirty="0">
                <a:latin typeface="Poppins" panose="00000500000000000000" pitchFamily="2" charset="0"/>
                <a:cs typeface="Poppins" panose="00000500000000000000" pitchFamily="2" charset="0"/>
              </a:rPr>
              <a:t>Desktop (largura acima de 1024 </a:t>
            </a:r>
            <a:r>
              <a:rPr lang="pt-BR" b="1" dirty="0" err="1">
                <a:latin typeface="Poppins" panose="00000500000000000000" pitchFamily="2" charset="0"/>
                <a:cs typeface="Poppins" panose="00000500000000000000" pitchFamily="2" charset="0"/>
              </a:rPr>
              <a:t>px</a:t>
            </a:r>
            <a:r>
              <a:rPr lang="pt-BR" b="1" dirty="0">
                <a:latin typeface="Poppins" panose="00000500000000000000" pitchFamily="2" charset="0"/>
                <a:cs typeface="Poppins" panose="00000500000000000000" pitchFamily="2" charset="0"/>
              </a:rPr>
              <a:t>)</a:t>
            </a:r>
            <a:r>
              <a:rPr lang="pt-BR" dirty="0">
                <a:latin typeface="Poppins" panose="00000500000000000000" pitchFamily="2" charset="0"/>
                <a:cs typeface="Poppins" panose="00000500000000000000" pitchFamily="2" charset="0"/>
              </a:rPr>
              <a:t>:</a:t>
            </a:r>
          </a:p>
          <a:p>
            <a:pPr marL="457200" lvl="1" indent="0">
              <a:buFont typeface="+mj-lt"/>
              <a:buNone/>
            </a:pPr>
            <a:r>
              <a:rPr lang="pt-BR" dirty="0">
                <a:latin typeface="Poppins" panose="00000500000000000000" pitchFamily="2" charset="0"/>
                <a:cs typeface="Poppins" panose="00000500000000000000" pitchFamily="2" charset="0"/>
              </a:rPr>
              <a:t>O layout exibe as </a:t>
            </a:r>
            <a:r>
              <a:rPr lang="pt-BR" b="1" dirty="0">
                <a:latin typeface="Poppins" panose="00000500000000000000" pitchFamily="2" charset="0"/>
                <a:cs typeface="Poppins" panose="00000500000000000000" pitchFamily="2" charset="0"/>
              </a:rPr>
              <a:t>quatro colunas</a:t>
            </a:r>
            <a:r>
              <a:rPr lang="pt-BR" dirty="0">
                <a:latin typeface="Poppins" panose="00000500000000000000" pitchFamily="2" charset="0"/>
                <a:cs typeface="Poppins" panose="00000500000000000000" pitchFamily="2" charset="0"/>
              </a:rPr>
              <a:t> do grid.</a:t>
            </a:r>
          </a:p>
          <a:p>
            <a:pPr marL="457200" lvl="1" indent="0">
              <a:buFont typeface="+mj-lt"/>
              <a:buNone/>
            </a:pPr>
            <a:r>
              <a:rPr lang="pt-BR" dirty="0">
                <a:latin typeface="Poppins" panose="00000500000000000000" pitchFamily="2" charset="0"/>
                <a:cs typeface="Poppins" panose="00000500000000000000" pitchFamily="2" charset="0"/>
              </a:rPr>
              <a:t>O menu de navegação é mostrado na horizontal.</a:t>
            </a:r>
          </a:p>
          <a:p>
            <a:pPr marL="457200" lvl="1" indent="0">
              <a:buFont typeface="+mj-lt"/>
              <a:buNone/>
            </a:pPr>
            <a:r>
              <a:rPr lang="pt-BR" dirty="0">
                <a:latin typeface="Poppins" panose="00000500000000000000" pitchFamily="2" charset="0"/>
                <a:cs typeface="Poppins" panose="00000500000000000000" pitchFamily="2" charset="0"/>
              </a:rPr>
              <a:t>O design ocupa a largura total disponível da tela.</a:t>
            </a:r>
            <a:br>
              <a:rPr lang="pt-BR" dirty="0">
                <a:latin typeface="Poppins" panose="00000500000000000000" pitchFamily="2" charset="0"/>
                <a:cs typeface="Poppins" panose="00000500000000000000" pitchFamily="2" charset="0"/>
              </a:rPr>
            </a:br>
            <a:endParaRPr lang="pt-BR" dirty="0">
              <a:latin typeface="Poppins" panose="00000500000000000000" pitchFamily="2" charset="0"/>
              <a:cs typeface="Poppins" panose="00000500000000000000" pitchFamily="2" charset="0"/>
            </a:endParaRPr>
          </a:p>
        </p:txBody>
      </p:sp>
      <p:sp>
        <p:nvSpPr>
          <p:cNvPr id="19" name="Oval 9">
            <a:extLst>
              <a:ext uri="{FF2B5EF4-FFF2-40B4-BE49-F238E27FC236}">
                <a16:creationId xmlns:a16="http://schemas.microsoft.com/office/drawing/2014/main" id="{CF969058-C16E-40F8-7996-CDA37AFA620C}"/>
              </a:ext>
            </a:extLst>
          </p:cNvPr>
          <p:cNvSpPr/>
          <p:nvPr/>
        </p:nvSpPr>
        <p:spPr>
          <a:xfrm>
            <a:off x="599839" y="5186424"/>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23" name="Gráfico 22">
            <a:extLst>
              <a:ext uri="{FF2B5EF4-FFF2-40B4-BE49-F238E27FC236}">
                <a16:creationId xmlns:a16="http://schemas.microsoft.com/office/drawing/2014/main" id="{2FBD14F5-2A56-0E0A-CA32-7715362A48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6538" y="5292105"/>
            <a:ext cx="352944" cy="360965"/>
          </a:xfrm>
          <a:prstGeom prst="rect">
            <a:avLst/>
          </a:prstGeom>
        </p:spPr>
      </p:pic>
      <p:pic>
        <p:nvPicPr>
          <p:cNvPr id="6" name="Imagem 5">
            <a:extLst>
              <a:ext uri="{FF2B5EF4-FFF2-40B4-BE49-F238E27FC236}">
                <a16:creationId xmlns:a16="http://schemas.microsoft.com/office/drawing/2014/main" id="{0FF37BCD-A81E-340B-0B61-463F55478F0B}"/>
              </a:ext>
            </a:extLst>
          </p:cNvPr>
          <p:cNvPicPr>
            <a:picLocks noChangeAspect="1"/>
          </p:cNvPicPr>
          <p:nvPr/>
        </p:nvPicPr>
        <p:blipFill>
          <a:blip r:embed="rId6"/>
          <a:stretch>
            <a:fillRect/>
          </a:stretch>
        </p:blipFill>
        <p:spPr>
          <a:xfrm>
            <a:off x="11198981" y="8762819"/>
            <a:ext cx="2616200" cy="609600"/>
          </a:xfrm>
          <a:prstGeom prst="rect">
            <a:avLst/>
          </a:prstGeom>
        </p:spPr>
      </p:pic>
      <p:grpSp>
        <p:nvGrpSpPr>
          <p:cNvPr id="12" name="Gráfico 85">
            <a:extLst>
              <a:ext uri="{FF2B5EF4-FFF2-40B4-BE49-F238E27FC236}">
                <a16:creationId xmlns:a16="http://schemas.microsoft.com/office/drawing/2014/main" id="{66048F3C-A777-5BCA-4CA2-27C75EA0FA6E}"/>
              </a:ext>
            </a:extLst>
          </p:cNvPr>
          <p:cNvGrpSpPr/>
          <p:nvPr/>
        </p:nvGrpSpPr>
        <p:grpSpPr>
          <a:xfrm>
            <a:off x="11549419" y="8889189"/>
            <a:ext cx="1758662" cy="298605"/>
            <a:chOff x="2316209" y="1866988"/>
            <a:chExt cx="1758662" cy="298605"/>
          </a:xfrm>
          <a:solidFill>
            <a:srgbClr val="FFFFFF"/>
          </a:solidFill>
        </p:grpSpPr>
        <p:sp>
          <p:nvSpPr>
            <p:cNvPr id="15" name="Forma Livre 150">
              <a:extLst>
                <a:ext uri="{FF2B5EF4-FFF2-40B4-BE49-F238E27FC236}">
                  <a16:creationId xmlns:a16="http://schemas.microsoft.com/office/drawing/2014/main" id="{880036F5-399C-EDAB-235E-929119C41B25}"/>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dirty="0"/>
            </a:p>
          </p:txBody>
        </p:sp>
        <p:sp>
          <p:nvSpPr>
            <p:cNvPr id="17" name="Forma Livre 151">
              <a:extLst>
                <a:ext uri="{FF2B5EF4-FFF2-40B4-BE49-F238E27FC236}">
                  <a16:creationId xmlns:a16="http://schemas.microsoft.com/office/drawing/2014/main" id="{06264BD9-9927-1A70-A301-E98EAD36EB68}"/>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dirty="0"/>
            </a:p>
          </p:txBody>
        </p:sp>
        <p:sp>
          <p:nvSpPr>
            <p:cNvPr id="24" name="Forma Livre 152">
              <a:extLst>
                <a:ext uri="{FF2B5EF4-FFF2-40B4-BE49-F238E27FC236}">
                  <a16:creationId xmlns:a16="http://schemas.microsoft.com/office/drawing/2014/main" id="{FA3C112E-6A17-45A0-6F2A-3041A7E224EE}"/>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25" name="Forma Livre 153">
              <a:extLst>
                <a:ext uri="{FF2B5EF4-FFF2-40B4-BE49-F238E27FC236}">
                  <a16:creationId xmlns:a16="http://schemas.microsoft.com/office/drawing/2014/main" id="{FEA2F256-65F3-2E97-3DCF-BE9F2819D95E}"/>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dirty="0"/>
            </a:p>
          </p:txBody>
        </p:sp>
        <p:sp>
          <p:nvSpPr>
            <p:cNvPr id="26" name="Forma Livre 154">
              <a:extLst>
                <a:ext uri="{FF2B5EF4-FFF2-40B4-BE49-F238E27FC236}">
                  <a16:creationId xmlns:a16="http://schemas.microsoft.com/office/drawing/2014/main" id="{992D94D4-998C-E378-A7E7-E0A6302FCFBF}"/>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dirty="0"/>
            </a:p>
          </p:txBody>
        </p:sp>
        <p:sp>
          <p:nvSpPr>
            <p:cNvPr id="27" name="Forma Livre 155">
              <a:extLst>
                <a:ext uri="{FF2B5EF4-FFF2-40B4-BE49-F238E27FC236}">
                  <a16:creationId xmlns:a16="http://schemas.microsoft.com/office/drawing/2014/main" id="{ECE65E3C-668B-05C1-ADCF-6761F56735DA}"/>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28" name="Forma Livre 156">
              <a:extLst>
                <a:ext uri="{FF2B5EF4-FFF2-40B4-BE49-F238E27FC236}">
                  <a16:creationId xmlns:a16="http://schemas.microsoft.com/office/drawing/2014/main" id="{82C21DCE-84E0-2208-2FD2-608447241F4D}"/>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dirty="0"/>
            </a:p>
          </p:txBody>
        </p:sp>
        <p:sp>
          <p:nvSpPr>
            <p:cNvPr id="29" name="Forma Livre 157">
              <a:extLst>
                <a:ext uri="{FF2B5EF4-FFF2-40B4-BE49-F238E27FC236}">
                  <a16:creationId xmlns:a16="http://schemas.microsoft.com/office/drawing/2014/main" id="{C0932901-20AC-9834-682F-C3A4A25E7A40}"/>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dirty="0"/>
            </a:p>
          </p:txBody>
        </p:sp>
      </p:grpSp>
    </p:spTree>
    <p:extLst>
      <p:ext uri="{BB962C8B-B14F-4D97-AF65-F5344CB8AC3E}">
        <p14:creationId xmlns:p14="http://schemas.microsoft.com/office/powerpoint/2010/main" val="3784086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5BB4B0E-8BFD-C96E-A576-712C83032A59}"/>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21B595EA-9B83-B385-80BB-0E7E716E9CBD}"/>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630E512E-EC03-24AA-0C68-13B148C6EED2}"/>
              </a:ext>
            </a:extLst>
          </p:cNvPr>
          <p:cNvCxnSpPr>
            <a:cxnSpLocks/>
          </p:cNvCxnSpPr>
          <p:nvPr/>
        </p:nvCxnSpPr>
        <p:spPr>
          <a:xfrm flipV="1">
            <a:off x="868312" y="1727847"/>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8" name="CaixaDeTexto 7">
            <a:extLst>
              <a:ext uri="{FF2B5EF4-FFF2-40B4-BE49-F238E27FC236}">
                <a16:creationId xmlns:a16="http://schemas.microsoft.com/office/drawing/2014/main" id="{2B699DD1-2079-1942-24F2-14BD73DDA45C}"/>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endParaRPr lang="pt-BR" sz="4800" b="1" dirty="0">
              <a:solidFill>
                <a:schemeClr val="bg1"/>
              </a:solidFill>
              <a:latin typeface="Poppins" pitchFamily="2" charset="77"/>
              <a:cs typeface="Poppins" pitchFamily="2" charset="77"/>
            </a:endParaRPr>
          </a:p>
        </p:txBody>
      </p:sp>
      <p:sp>
        <p:nvSpPr>
          <p:cNvPr id="12" name="CaixaDeTexto 11">
            <a:extLst>
              <a:ext uri="{FF2B5EF4-FFF2-40B4-BE49-F238E27FC236}">
                <a16:creationId xmlns:a16="http://schemas.microsoft.com/office/drawing/2014/main" id="{6DC865A3-1D0D-E02B-98B8-4932DBF7AE5D}"/>
              </a:ext>
            </a:extLst>
          </p:cNvPr>
          <p:cNvSpPr txBox="1"/>
          <p:nvPr/>
        </p:nvSpPr>
        <p:spPr>
          <a:xfrm>
            <a:off x="1467575" y="2242577"/>
            <a:ext cx="16050559" cy="3293209"/>
          </a:xfrm>
          <a:prstGeom prst="rect">
            <a:avLst/>
          </a:prstGeom>
          <a:noFill/>
          <a:ln>
            <a:noFill/>
          </a:ln>
        </p:spPr>
        <p:txBody>
          <a:bodyPr wrap="square">
            <a:spAutoFit/>
          </a:bodyPr>
          <a:lstStyle/>
          <a:p>
            <a:pPr>
              <a:spcAft>
                <a:spcPts val="600"/>
              </a:spcAft>
              <a:buFont typeface="+mj-lt"/>
              <a:buAutoNum type="arabicPeriod"/>
            </a:pPr>
            <a:r>
              <a:rPr lang="pt-BR" b="1" dirty="0">
                <a:latin typeface="Poppins" panose="00000500000000000000" pitchFamily="2" charset="0"/>
                <a:cs typeface="Poppins" panose="00000500000000000000" pitchFamily="2" charset="0"/>
              </a:rPr>
              <a:t>Tablet (largura entre 768 </a:t>
            </a:r>
            <a:r>
              <a:rPr lang="pt-BR" b="1" dirty="0" err="1">
                <a:latin typeface="Poppins" panose="00000500000000000000" pitchFamily="2" charset="0"/>
                <a:cs typeface="Poppins" panose="00000500000000000000" pitchFamily="2" charset="0"/>
              </a:rPr>
              <a:t>px</a:t>
            </a:r>
            <a:r>
              <a:rPr lang="pt-BR" b="1" dirty="0">
                <a:latin typeface="Poppins" panose="00000500000000000000" pitchFamily="2" charset="0"/>
                <a:cs typeface="Poppins" panose="00000500000000000000" pitchFamily="2" charset="0"/>
              </a:rPr>
              <a:t> e 1024 </a:t>
            </a:r>
            <a:r>
              <a:rPr lang="pt-BR" b="1" dirty="0" err="1">
                <a:latin typeface="Poppins" panose="00000500000000000000" pitchFamily="2" charset="0"/>
                <a:cs typeface="Poppins" panose="00000500000000000000" pitchFamily="2" charset="0"/>
              </a:rPr>
              <a:t>px</a:t>
            </a:r>
            <a:r>
              <a:rPr lang="pt-BR" b="1" dirty="0">
                <a:latin typeface="Poppins" panose="00000500000000000000" pitchFamily="2" charset="0"/>
                <a:cs typeface="Poppins" panose="00000500000000000000" pitchFamily="2" charset="0"/>
              </a:rPr>
              <a:t>)</a:t>
            </a:r>
            <a:r>
              <a:rPr lang="pt-BR" dirty="0">
                <a:latin typeface="Poppins" panose="00000500000000000000" pitchFamily="2" charset="0"/>
                <a:cs typeface="Poppins" panose="00000500000000000000" pitchFamily="2" charset="0"/>
              </a:rPr>
              <a:t>:</a:t>
            </a:r>
          </a:p>
          <a:p>
            <a:pPr marL="457200" lvl="1" indent="0">
              <a:spcAft>
                <a:spcPts val="600"/>
              </a:spcAft>
              <a:buFont typeface="+mj-lt"/>
              <a:buNone/>
            </a:pPr>
            <a:r>
              <a:rPr lang="pt-BR" dirty="0">
                <a:latin typeface="Poppins" panose="00000500000000000000" pitchFamily="2" charset="0"/>
                <a:cs typeface="Poppins" panose="00000500000000000000" pitchFamily="2" charset="0"/>
              </a:rPr>
              <a:t>O layout ajusta o grid para </a:t>
            </a:r>
            <a:r>
              <a:rPr lang="pt-BR" b="1" dirty="0">
                <a:latin typeface="Poppins" panose="00000500000000000000" pitchFamily="2" charset="0"/>
                <a:cs typeface="Poppins" panose="00000500000000000000" pitchFamily="2" charset="0"/>
              </a:rPr>
              <a:t>duas colunas</a:t>
            </a:r>
            <a:r>
              <a:rPr lang="pt-BR" dirty="0">
                <a:latin typeface="Poppins" panose="00000500000000000000" pitchFamily="2" charset="0"/>
                <a:cs typeface="Poppins" panose="00000500000000000000" pitchFamily="2" charset="0"/>
              </a:rPr>
              <a:t>.</a:t>
            </a:r>
          </a:p>
          <a:p>
            <a:pPr marL="457200" lvl="1" indent="0">
              <a:spcAft>
                <a:spcPts val="600"/>
              </a:spcAft>
              <a:buFont typeface="+mj-lt"/>
              <a:buNone/>
            </a:pPr>
            <a:r>
              <a:rPr lang="pt-BR" dirty="0">
                <a:latin typeface="Poppins" panose="00000500000000000000" pitchFamily="2" charset="0"/>
                <a:cs typeface="Poppins" panose="00000500000000000000" pitchFamily="2" charset="0"/>
              </a:rPr>
              <a:t>O menu de navegação muda para uma lista vertical.</a:t>
            </a:r>
          </a:p>
          <a:p>
            <a:pPr marL="457200" lvl="1" indent="0">
              <a:spcAft>
                <a:spcPts val="600"/>
              </a:spcAft>
              <a:buFont typeface="+mj-lt"/>
              <a:buNone/>
            </a:pPr>
            <a:r>
              <a:rPr lang="pt-BR" dirty="0">
                <a:latin typeface="Poppins" panose="00000500000000000000" pitchFamily="2" charset="0"/>
                <a:cs typeface="Poppins" panose="00000500000000000000" pitchFamily="2" charset="0"/>
              </a:rPr>
              <a:t>O espaçamento entre os itens e os elementos do layout pode ser reduzido para se adaptar a telas menores.</a:t>
            </a:r>
            <a:br>
              <a:rPr lang="pt-BR" dirty="0">
                <a:latin typeface="Poppins" panose="00000500000000000000" pitchFamily="2" charset="0"/>
                <a:cs typeface="Poppins" panose="00000500000000000000" pitchFamily="2" charset="0"/>
              </a:rPr>
            </a:br>
            <a:endParaRPr lang="pt-BR" dirty="0">
              <a:latin typeface="Poppins" panose="00000500000000000000" pitchFamily="2" charset="0"/>
              <a:cs typeface="Poppins" panose="00000500000000000000" pitchFamily="2" charset="0"/>
            </a:endParaRPr>
          </a:p>
          <a:p>
            <a:pPr>
              <a:spcAft>
                <a:spcPts val="600"/>
              </a:spcAft>
              <a:buFont typeface="+mj-lt"/>
              <a:buAutoNum type="arabicPeriod"/>
            </a:pPr>
            <a:r>
              <a:rPr lang="pt-BR" b="1" dirty="0">
                <a:latin typeface="Poppins" panose="00000500000000000000" pitchFamily="2" charset="0"/>
                <a:cs typeface="Poppins" panose="00000500000000000000" pitchFamily="2" charset="0"/>
              </a:rPr>
              <a:t>Smartphone (largura até 768 </a:t>
            </a:r>
            <a:r>
              <a:rPr lang="pt-BR" b="1" dirty="0" err="1">
                <a:latin typeface="Poppins" panose="00000500000000000000" pitchFamily="2" charset="0"/>
                <a:cs typeface="Poppins" panose="00000500000000000000" pitchFamily="2" charset="0"/>
              </a:rPr>
              <a:t>px</a:t>
            </a:r>
            <a:r>
              <a:rPr lang="pt-BR" b="1" dirty="0">
                <a:latin typeface="Poppins" panose="00000500000000000000" pitchFamily="2" charset="0"/>
                <a:cs typeface="Poppins" panose="00000500000000000000" pitchFamily="2" charset="0"/>
              </a:rPr>
              <a:t>)</a:t>
            </a:r>
            <a:r>
              <a:rPr lang="pt-BR" dirty="0">
                <a:latin typeface="Poppins" panose="00000500000000000000" pitchFamily="2" charset="0"/>
                <a:cs typeface="Poppins" panose="00000500000000000000" pitchFamily="2" charset="0"/>
              </a:rPr>
              <a:t>:</a:t>
            </a:r>
          </a:p>
          <a:p>
            <a:pPr marL="457200" lvl="1" indent="0">
              <a:spcAft>
                <a:spcPts val="600"/>
              </a:spcAft>
              <a:buFont typeface="+mj-lt"/>
              <a:buNone/>
            </a:pPr>
            <a:r>
              <a:rPr lang="pt-BR" dirty="0">
                <a:latin typeface="Poppins" panose="00000500000000000000" pitchFamily="2" charset="0"/>
                <a:cs typeface="Poppins" panose="00000500000000000000" pitchFamily="2" charset="0"/>
              </a:rPr>
              <a:t>O grid é reorganizado para </a:t>
            </a:r>
            <a:r>
              <a:rPr lang="pt-BR" b="1" dirty="0">
                <a:latin typeface="Poppins" panose="00000500000000000000" pitchFamily="2" charset="0"/>
                <a:cs typeface="Poppins" panose="00000500000000000000" pitchFamily="2" charset="0"/>
              </a:rPr>
              <a:t>uma coluna</a:t>
            </a:r>
            <a:r>
              <a:rPr lang="pt-BR" dirty="0">
                <a:latin typeface="Poppins" panose="00000500000000000000" pitchFamily="2" charset="0"/>
                <a:cs typeface="Poppins" panose="00000500000000000000" pitchFamily="2" charset="0"/>
              </a:rPr>
              <a:t>, de modo que as imagens ou elementos fiquem empilhados verticalmente.</a:t>
            </a:r>
          </a:p>
          <a:p>
            <a:pPr marL="457200" lvl="1" indent="0">
              <a:spcAft>
                <a:spcPts val="600"/>
              </a:spcAft>
              <a:buFont typeface="+mj-lt"/>
              <a:buNone/>
            </a:pPr>
            <a:r>
              <a:rPr lang="pt-BR" dirty="0">
                <a:latin typeface="Poppins" panose="00000500000000000000" pitchFamily="2" charset="0"/>
                <a:cs typeface="Poppins" panose="00000500000000000000" pitchFamily="2" charset="0"/>
              </a:rPr>
              <a:t>O menu de navegação é centralizado e exibido verticalmente, para facilitar o toque.</a:t>
            </a:r>
          </a:p>
          <a:p>
            <a:pPr marL="457200" lvl="1" indent="0">
              <a:spcAft>
                <a:spcPts val="600"/>
              </a:spcAft>
              <a:buFont typeface="+mj-lt"/>
              <a:buNone/>
            </a:pPr>
            <a:r>
              <a:rPr lang="pt-BR" dirty="0">
                <a:latin typeface="Poppins" panose="00000500000000000000" pitchFamily="2" charset="0"/>
                <a:cs typeface="Poppins" panose="00000500000000000000" pitchFamily="2" charset="0"/>
              </a:rPr>
              <a:t>O conteúdo do site deve ser legível sem a necessidade de rolagem horizontal.</a:t>
            </a:r>
            <a:br>
              <a:rPr lang="pt-BR" dirty="0">
                <a:latin typeface="Poppins" panose="00000500000000000000" pitchFamily="2" charset="0"/>
                <a:cs typeface="Poppins" panose="00000500000000000000" pitchFamily="2" charset="0"/>
              </a:rPr>
            </a:br>
            <a:endParaRPr lang="pt-BR" dirty="0">
              <a:latin typeface="Poppins" panose="00000500000000000000" pitchFamily="2" charset="0"/>
              <a:cs typeface="Poppins" panose="00000500000000000000" pitchFamily="2" charset="0"/>
            </a:endParaRPr>
          </a:p>
          <a:p>
            <a:pPr>
              <a:spcAft>
                <a:spcPts val="600"/>
              </a:spcAft>
            </a:pPr>
            <a:r>
              <a:rPr lang="pt-BR" dirty="0">
                <a:latin typeface="Poppins" panose="00000500000000000000" pitchFamily="2" charset="0"/>
                <a:cs typeface="Poppins" panose="00000500000000000000" pitchFamily="2" charset="0"/>
              </a:rPr>
              <a:t>As </a:t>
            </a:r>
            <a:r>
              <a:rPr lang="pt-BR" b="1" dirty="0">
                <a:latin typeface="Poppins" panose="00000500000000000000" pitchFamily="2" charset="0"/>
                <a:cs typeface="Poppins" panose="00000500000000000000" pitchFamily="2" charset="0"/>
              </a:rPr>
              <a:t>Media Queries</a:t>
            </a:r>
            <a:r>
              <a:rPr lang="pt-BR" dirty="0">
                <a:latin typeface="Poppins" panose="00000500000000000000" pitchFamily="2" charset="0"/>
                <a:cs typeface="Poppins" panose="00000500000000000000" pitchFamily="2" charset="0"/>
              </a:rPr>
              <a:t> são fundamentais para garantir que o layout seja responsivo e funcional em diferentes dispositivos, sem que o usuário precise fazer ajustes manuais. Ao usar </a:t>
            </a:r>
            <a:r>
              <a:rPr lang="pt-BR" b="1" dirty="0">
                <a:latin typeface="Poppins" panose="00000500000000000000" pitchFamily="2" charset="0"/>
                <a:cs typeface="Poppins" panose="00000500000000000000" pitchFamily="2" charset="0"/>
              </a:rPr>
              <a:t>@media</a:t>
            </a:r>
            <a:r>
              <a:rPr lang="pt-BR" dirty="0">
                <a:latin typeface="Poppins" panose="00000500000000000000" pitchFamily="2" charset="0"/>
                <a:cs typeface="Poppins" panose="00000500000000000000" pitchFamily="2" charset="0"/>
              </a:rPr>
              <a:t>, você define essas condições que alteram o layout de acordo com a largura da tela do dispositivo, como exemplificado nas instruções do código.</a:t>
            </a:r>
          </a:p>
        </p:txBody>
      </p:sp>
      <p:sp>
        <p:nvSpPr>
          <p:cNvPr id="15" name="Oval 8">
            <a:extLst>
              <a:ext uri="{FF2B5EF4-FFF2-40B4-BE49-F238E27FC236}">
                <a16:creationId xmlns:a16="http://schemas.microsoft.com/office/drawing/2014/main" id="{4B671F94-26E2-8698-34CB-1BF095A5978F}"/>
              </a:ext>
            </a:extLst>
          </p:cNvPr>
          <p:cNvSpPr/>
          <p:nvPr/>
        </p:nvSpPr>
        <p:spPr>
          <a:xfrm>
            <a:off x="614957" y="207394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7" name="Gráfico 16">
            <a:extLst>
              <a:ext uri="{FF2B5EF4-FFF2-40B4-BE49-F238E27FC236}">
                <a16:creationId xmlns:a16="http://schemas.microsoft.com/office/drawing/2014/main" id="{AAC81E3C-D3FA-34A2-0075-9F85AB4124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55130"/>
            <a:ext cx="312039" cy="400050"/>
          </a:xfrm>
          <a:prstGeom prst="rect">
            <a:avLst/>
          </a:prstGeom>
        </p:spPr>
      </p:pic>
    </p:spTree>
    <p:extLst>
      <p:ext uri="{BB962C8B-B14F-4D97-AF65-F5344CB8AC3E}">
        <p14:creationId xmlns:p14="http://schemas.microsoft.com/office/powerpoint/2010/main" val="1439400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897BC6C-5CB7-D4EC-0CF9-5DEFA1AF28DE}"/>
            </a:ext>
          </a:extLst>
        </p:cNvPr>
        <p:cNvGrpSpPr/>
        <p:nvPr/>
      </p:nvGrpSpPr>
      <p:grpSpPr>
        <a:xfrm>
          <a:off x="0" y="0"/>
          <a:ext cx="0" cy="0"/>
          <a:chOff x="0" y="0"/>
          <a:chExt cx="0" cy="0"/>
        </a:xfrm>
      </p:grpSpPr>
      <p:sp>
        <p:nvSpPr>
          <p:cNvPr id="21" name="Retângulo 20">
            <a:extLst>
              <a:ext uri="{FF2B5EF4-FFF2-40B4-BE49-F238E27FC236}">
                <a16:creationId xmlns:a16="http://schemas.microsoft.com/office/drawing/2014/main" id="{E78577DC-A3E3-90D2-1E4B-74156BF57965}"/>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59022AD0-3653-5A2A-B728-7FEE65DAD6BA}"/>
              </a:ext>
            </a:extLst>
          </p:cNvPr>
          <p:cNvCxnSpPr>
            <a:cxnSpLocks/>
          </p:cNvCxnSpPr>
          <p:nvPr/>
        </p:nvCxnSpPr>
        <p:spPr>
          <a:xfrm flipV="1">
            <a:off x="868312" y="1727847"/>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F1D7FF43-432B-B7E6-029F-885207B32B6C}"/>
              </a:ext>
            </a:extLst>
          </p:cNvPr>
          <p:cNvSpPr/>
          <p:nvPr/>
        </p:nvSpPr>
        <p:spPr>
          <a:xfrm>
            <a:off x="601805" y="6196580"/>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0" name="Oval 9">
            <a:extLst>
              <a:ext uri="{FF2B5EF4-FFF2-40B4-BE49-F238E27FC236}">
                <a16:creationId xmlns:a16="http://schemas.microsoft.com/office/drawing/2014/main" id="{5FE1F9C2-FA85-22E8-08BB-1E0BDFE88331}"/>
              </a:ext>
            </a:extLst>
          </p:cNvPr>
          <p:cNvSpPr/>
          <p:nvPr/>
        </p:nvSpPr>
        <p:spPr>
          <a:xfrm>
            <a:off x="600496" y="4677834"/>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7" name="Gráfico 16">
            <a:extLst>
              <a:ext uri="{FF2B5EF4-FFF2-40B4-BE49-F238E27FC236}">
                <a16:creationId xmlns:a16="http://schemas.microsoft.com/office/drawing/2014/main" id="{2823A9F3-60FD-E2C4-BEFD-A415D5B721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7195" y="4783515"/>
            <a:ext cx="352944" cy="360965"/>
          </a:xfrm>
          <a:prstGeom prst="rect">
            <a:avLst/>
          </a:prstGeom>
        </p:spPr>
      </p:pic>
      <p:pic>
        <p:nvPicPr>
          <p:cNvPr id="18" name="Gráfico 17">
            <a:extLst>
              <a:ext uri="{FF2B5EF4-FFF2-40B4-BE49-F238E27FC236}">
                <a16:creationId xmlns:a16="http://schemas.microsoft.com/office/drawing/2014/main" id="{3FC3766A-9AA5-C129-588B-9E225E83D4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717" y="6277761"/>
            <a:ext cx="312039" cy="400050"/>
          </a:xfrm>
          <a:prstGeom prst="rect">
            <a:avLst/>
          </a:prstGeom>
        </p:spPr>
      </p:pic>
      <p:sp>
        <p:nvSpPr>
          <p:cNvPr id="20" name="CaixaDeTexto 3">
            <a:extLst>
              <a:ext uri="{FF2B5EF4-FFF2-40B4-BE49-F238E27FC236}">
                <a16:creationId xmlns:a16="http://schemas.microsoft.com/office/drawing/2014/main" id="{3E854632-0B0C-E76A-4F8B-49848630B800}"/>
              </a:ext>
            </a:extLst>
          </p:cNvPr>
          <p:cNvSpPr txBox="1"/>
          <p:nvPr/>
        </p:nvSpPr>
        <p:spPr>
          <a:xfrm>
            <a:off x="1478280" y="2146575"/>
            <a:ext cx="15377160" cy="4721870"/>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Orientaç</a:t>
            </a:r>
            <a:r>
              <a:rPr lang="pt-BR" b="1" kern="100" dirty="0">
                <a:latin typeface="Poppins" panose="00000500000000000000" pitchFamily="2" charset="0"/>
                <a:ea typeface="Aptos" panose="020B0004020202020204" pitchFamily="34" charset="0"/>
                <a:cs typeface="Poppins" panose="00000500000000000000" pitchFamily="2" charset="0"/>
              </a:rPr>
              <a:t>ões: </a:t>
            </a:r>
            <a:r>
              <a:rPr lang="pt-BR" kern="100" dirty="0">
                <a:effectLst/>
                <a:latin typeface="Poppins" panose="00000500000000000000" pitchFamily="2" charset="0"/>
                <a:ea typeface="Aptos" panose="020B0004020202020204" pitchFamily="34" charset="0"/>
                <a:cs typeface="Poppins" panose="00000500000000000000" pitchFamily="2" charset="0"/>
              </a:rPr>
              <a:t>Professor, a seção </a:t>
            </a:r>
            <a:r>
              <a:rPr lang="pt-BR" b="1" kern="100" dirty="0">
                <a:effectLst/>
                <a:latin typeface="Poppins" panose="00000500000000000000" pitchFamily="2" charset="0"/>
                <a:ea typeface="Aptos" panose="020B0004020202020204" pitchFamily="34" charset="0"/>
                <a:cs typeface="Poppins" panose="00000500000000000000" pitchFamily="2" charset="0"/>
              </a:rPr>
              <a:t>O que nós aprendemos hoje?</a:t>
            </a:r>
            <a:r>
              <a:rPr lang="pt-BR" kern="100" dirty="0">
                <a:effectLst/>
                <a:latin typeface="Poppins" panose="00000500000000000000" pitchFamily="2" charset="0"/>
                <a:ea typeface="Aptos" panose="020B0004020202020204" pitchFamily="34" charset="0"/>
                <a:cs typeface="Poppins" panose="00000500000000000000" pitchFamily="2" charset="0"/>
              </a:rPr>
              <a:t> tem o objetivo de reforçar e esclarecer os conceitos principais discutidos na aula. Essa </a:t>
            </a:r>
            <a:r>
              <a:rPr lang="pt-BR" kern="100" dirty="0">
                <a:latin typeface="Poppins" panose="00000500000000000000" pitchFamily="2" charset="0"/>
                <a:ea typeface="Aptos" panose="020B0004020202020204" pitchFamily="34" charset="0"/>
                <a:cs typeface="Poppins" panose="00000500000000000000" pitchFamily="2" charset="0"/>
              </a:rPr>
              <a:t>revisão</a:t>
            </a:r>
            <a:r>
              <a:rPr lang="pt-BR" kern="100" dirty="0">
                <a:effectLst/>
                <a:latin typeface="Poppins" panose="00000500000000000000" pitchFamily="2" charset="0"/>
                <a:ea typeface="Aptos" panose="020B0004020202020204" pitchFamily="34" charset="0"/>
                <a:cs typeface="Poppins" panose="00000500000000000000" pitchFamily="2" charset="0"/>
              </a:rPr>
              <a:t> pode ser uma ferramenta de avaliação informal do aprendizado dos estudantes, identificando áreas que possam precisar de mais atenção em aulas futuras. </a:t>
            </a:r>
          </a:p>
          <a:p>
            <a:pPr>
              <a:lnSpc>
                <a:spcPct val="107000"/>
              </a:lnSpc>
              <a:spcAft>
                <a:spcPts val="800"/>
              </a:spcAft>
            </a:pPr>
            <a:endParaRPr lang="pt-BR" kern="100" dirty="0">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Tempo:</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1</a:t>
            </a:r>
            <a:r>
              <a:rPr lang="pt-BR" kern="100" dirty="0">
                <a:effectLst/>
                <a:latin typeface="Poppins" panose="00000500000000000000" pitchFamily="2" charset="0"/>
                <a:ea typeface="Aptos" panose="020B0004020202020204" pitchFamily="34" charset="0"/>
                <a:cs typeface="Poppins" panose="00000500000000000000" pitchFamily="2" charset="0"/>
              </a:rPr>
              <a:t> minuto.</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kern="100" dirty="0">
                <a:effectLst/>
                <a:latin typeface="Poppins" panose="00000500000000000000" pitchFamily="2" charset="0"/>
                <a:ea typeface="Aptos" panose="020B0004020202020204" pitchFamily="34" charset="0"/>
                <a:cs typeface="Poppins" panose="00000500000000000000" pitchFamily="2" charset="0"/>
              </a:rPr>
              <a:t>: mantenha um tom positivo e construtivo, reforçando o aprendizado em vez de focar correções. Seja direto e objetivo nas explicações para manter a atividade dentro do tempo estipulado. Engaje os estudantes rapidamente, pedindo confirmações ou reações breves às definições apresentadas. </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pPr>
            <a:r>
              <a:rPr lang="pt-BR" b="1" kern="100" dirty="0">
                <a:effectLst/>
                <a:latin typeface="Poppins" panose="00000500000000000000" pitchFamily="2" charset="0"/>
                <a:ea typeface="Aptos" panose="020B0004020202020204" pitchFamily="34" charset="0"/>
                <a:cs typeface="Poppins" panose="00000500000000000000" pitchFamily="2" charset="0"/>
              </a:rPr>
              <a:t>Condução da dinâmica</a:t>
            </a:r>
            <a:r>
              <a:rPr lang="pt-BR" kern="100" dirty="0">
                <a:effectLst/>
                <a:latin typeface="Poppins" panose="00000500000000000000" pitchFamily="2" charset="0"/>
                <a:ea typeface="Aptos" panose="020B0004020202020204" pitchFamily="34" charset="0"/>
                <a:cs typeface="Poppins" panose="00000500000000000000" pitchFamily="2" charset="0"/>
              </a:rPr>
              <a:t>: explique que esta parte da seção, </a:t>
            </a:r>
            <a:r>
              <a:rPr lang="pt-BR" b="1" kern="100" dirty="0">
                <a:effectLst/>
                <a:latin typeface="Poppins" panose="00000500000000000000" pitchFamily="2" charset="0"/>
                <a:ea typeface="Aptos" panose="020B0004020202020204" pitchFamily="34" charset="0"/>
                <a:cs typeface="Poppins" panose="00000500000000000000" pitchFamily="2" charset="0"/>
              </a:rPr>
              <a:t>Então ficamos assim..., </a:t>
            </a:r>
            <a:r>
              <a:rPr lang="pt-BR" kern="100" dirty="0">
                <a:effectLst/>
                <a:latin typeface="Poppins" panose="00000500000000000000" pitchFamily="2" charset="0"/>
                <a:ea typeface="Aptos" panose="020B0004020202020204" pitchFamily="34" charset="0"/>
                <a:cs typeface="Poppins" panose="00000500000000000000" pitchFamily="2" charset="0"/>
              </a:rPr>
              <a:t>é um momento de reflexão e esclarecimento sobre os conceitos abordados na aula. </a:t>
            </a:r>
          </a:p>
          <a:p>
            <a:pPr>
              <a:lnSpc>
                <a:spcPct val="107000"/>
              </a:lnSpc>
            </a:pPr>
            <a:r>
              <a:rPr lang="pt-BR" kern="100" dirty="0">
                <a:effectLst/>
                <a:latin typeface="Poppins" panose="00000500000000000000" pitchFamily="2" charset="0"/>
                <a:ea typeface="Aptos" panose="020B0004020202020204" pitchFamily="34" charset="0"/>
                <a:cs typeface="Poppins" panose="00000500000000000000" pitchFamily="2" charset="0"/>
              </a:rPr>
              <a:t>Informe que será uma rápida revisão para assegurar que os entendimentos dos estudantes estão alinhados </a:t>
            </a:r>
            <a:r>
              <a:rPr lang="pt-BR" kern="100" dirty="0">
                <a:latin typeface="Poppins" panose="00000500000000000000" pitchFamily="2" charset="0"/>
                <a:ea typeface="Aptos" panose="020B0004020202020204" pitchFamily="34" charset="0"/>
                <a:cs typeface="Poppins" panose="00000500000000000000" pitchFamily="2" charset="0"/>
              </a:rPr>
              <a:t>à</a:t>
            </a:r>
            <a:r>
              <a:rPr lang="pt-BR" kern="100" dirty="0">
                <a:effectLst/>
                <a:latin typeface="Poppins" panose="00000500000000000000" pitchFamily="2" charset="0"/>
                <a:ea typeface="Aptos" panose="020B0004020202020204" pitchFamily="34" charset="0"/>
                <a:cs typeface="Poppins" panose="00000500000000000000" pitchFamily="2" charset="0"/>
              </a:rPr>
              <a:t>s definições corretas dos conceitos. Destaque se as contribuições dos estudantes estavam alinhadas ao conceito e ofereça esclarecimentos rápidos caso haja discrepâncias ou mal-entendidos. Finalize resumindo os pontos principais e reiterando a importância de cada conceito e como ele se encaixa no contexto maior da aula. Reforce a ideia de que essa revisão ajuda a solidificar o entendimento dos estudantes e prepará-los para aplicar esses conceitos em situações práticas.</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Expectativas de respostas</a:t>
            </a:r>
            <a:r>
              <a:rPr lang="pt-BR" kern="100" dirty="0">
                <a:effectLst/>
                <a:latin typeface="Poppins" panose="00000500000000000000" pitchFamily="2" charset="0"/>
                <a:ea typeface="Aptos" panose="020B0004020202020204" pitchFamily="34" charset="0"/>
                <a:cs typeface="Poppins" panose="00000500000000000000" pitchFamily="2" charset="0"/>
              </a:rPr>
              <a:t>: os estudantes devem sair da aula com um entendimento objetivo e preciso dos conceitos principais. A atividade serve como uma verificação rápida do entendimento dos estudantes e uma oportunidade para corrigir quaisquer mal-entendidos.</a:t>
            </a:r>
            <a:endParaRPr lang="pt-BR" b="1" i="0" dirty="0">
              <a:solidFill>
                <a:srgbClr val="000000"/>
              </a:solidFill>
              <a:effectLst/>
              <a:latin typeface="Poppins" panose="00000500000000000000" pitchFamily="2" charset="0"/>
              <a:cs typeface="Poppins" panose="00000500000000000000" pitchFamily="2" charset="0"/>
            </a:endParaRPr>
          </a:p>
        </p:txBody>
      </p:sp>
      <p:sp>
        <p:nvSpPr>
          <p:cNvPr id="14" name="Oval 10">
            <a:extLst>
              <a:ext uri="{FF2B5EF4-FFF2-40B4-BE49-F238E27FC236}">
                <a16:creationId xmlns:a16="http://schemas.microsoft.com/office/drawing/2014/main" id="{BFBA2717-364E-92D5-C521-CBC22652974A}"/>
              </a:ext>
            </a:extLst>
          </p:cNvPr>
          <p:cNvSpPr/>
          <p:nvPr/>
        </p:nvSpPr>
        <p:spPr>
          <a:xfrm>
            <a:off x="581660" y="363880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5" name="Google Shape;2223;p100">
            <a:extLst>
              <a:ext uri="{FF2B5EF4-FFF2-40B4-BE49-F238E27FC236}">
                <a16:creationId xmlns:a16="http://schemas.microsoft.com/office/drawing/2014/main" id="{6063F58A-B456-5A32-FAF9-2997401C3243}"/>
              </a:ext>
            </a:extLst>
          </p:cNvPr>
          <p:cNvSpPr>
            <a:spLocks/>
          </p:cNvSpPr>
          <p:nvPr/>
        </p:nvSpPr>
        <p:spPr>
          <a:xfrm>
            <a:off x="685177" y="3756446"/>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2" name="Oval 12">
            <a:extLst>
              <a:ext uri="{FF2B5EF4-FFF2-40B4-BE49-F238E27FC236}">
                <a16:creationId xmlns:a16="http://schemas.microsoft.com/office/drawing/2014/main" id="{9BB4645E-5342-64C8-5B25-578A27DA47B3}"/>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3" name="Google Shape;2216;p100">
            <a:extLst>
              <a:ext uri="{FF2B5EF4-FFF2-40B4-BE49-F238E27FC236}">
                <a16:creationId xmlns:a16="http://schemas.microsoft.com/office/drawing/2014/main" id="{5EEAE4C5-43E7-A51B-62D0-AF6E31137653}"/>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11" name="Oval 11">
            <a:extLst>
              <a:ext uri="{FF2B5EF4-FFF2-40B4-BE49-F238E27FC236}">
                <a16:creationId xmlns:a16="http://schemas.microsoft.com/office/drawing/2014/main" id="{C467327E-A7ED-8634-7342-FDEA393D9499}"/>
              </a:ext>
            </a:extLst>
          </p:cNvPr>
          <p:cNvSpPr/>
          <p:nvPr/>
        </p:nvSpPr>
        <p:spPr>
          <a:xfrm>
            <a:off x="594328" y="288425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6" name="Imagem 15">
            <a:extLst>
              <a:ext uri="{FF2B5EF4-FFF2-40B4-BE49-F238E27FC236}">
                <a16:creationId xmlns:a16="http://schemas.microsoft.com/office/drawing/2014/main" id="{5FC94B30-5525-44D0-6BEC-2D30A011FAE7}"/>
              </a:ext>
            </a:extLst>
          </p:cNvPr>
          <p:cNvPicPr>
            <a:picLocks noChangeAspect="1"/>
          </p:cNvPicPr>
          <p:nvPr/>
        </p:nvPicPr>
        <p:blipFill>
          <a:blip r:embed="rId5"/>
          <a:srcRect/>
          <a:stretch/>
        </p:blipFill>
        <p:spPr>
          <a:xfrm>
            <a:off x="769865" y="3028438"/>
            <a:ext cx="235287" cy="282344"/>
          </a:xfrm>
          <a:prstGeom prst="rect">
            <a:avLst/>
          </a:prstGeom>
        </p:spPr>
      </p:pic>
      <p:sp>
        <p:nvSpPr>
          <p:cNvPr id="22" name="CaixaDeTexto 21">
            <a:extLst>
              <a:ext uri="{FF2B5EF4-FFF2-40B4-BE49-F238E27FC236}">
                <a16:creationId xmlns:a16="http://schemas.microsoft.com/office/drawing/2014/main" id="{391E79B6-F295-AEAD-1E81-02CA5143F682}"/>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1939512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59672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rilha_S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rilhas_Inicia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acb3b2f-5927-4b98-82b1-fea2b4072a87">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B81252851F28942875D89D2C39F1241" ma:contentTypeVersion="14" ma:contentTypeDescription="Create a new document." ma:contentTypeScope="" ma:versionID="894987b6a2ba3f058ad13be232fc7de6">
  <xsd:schema xmlns:xsd="http://www.w3.org/2001/XMLSchema" xmlns:xs="http://www.w3.org/2001/XMLSchema" xmlns:p="http://schemas.microsoft.com/office/2006/metadata/properties" xmlns:ns2="aacb3b2f-5927-4b98-82b1-fea2b4072a87" xmlns:ns3="a45d3e5f-3e31-4187-b998-c44ee850df36" targetNamespace="http://schemas.microsoft.com/office/2006/metadata/properties" ma:root="true" ma:fieldsID="d576219bc32e6af574b7254886c8d3cb" ns2:_="" ns3:_="">
    <xsd:import namespace="aacb3b2f-5927-4b98-82b1-fea2b4072a87"/>
    <xsd:import namespace="a45d3e5f-3e31-4187-b998-c44ee850df3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cb3b2f-5927-4b98-82b1-fea2b4072a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85b3961-dbc6-48b8-bc39-d3804789286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45d3e5f-3e31-4187-b998-c44ee850df3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661F7A-1649-4A39-91A5-A3893F5678E5}">
  <ds:schemaRefs>
    <ds:schemaRef ds:uri="aacb3b2f-5927-4b98-82b1-fea2b4072a87"/>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27590F2-902A-4FFC-B993-9715B30E05AB}">
  <ds:schemaRefs>
    <ds:schemaRef ds:uri="http://schemas.microsoft.com/sharepoint/v3/contenttype/forms"/>
  </ds:schemaRefs>
</ds:datastoreItem>
</file>

<file path=customXml/itemProps3.xml><?xml version="1.0" encoding="utf-8"?>
<ds:datastoreItem xmlns:ds="http://schemas.openxmlformats.org/officeDocument/2006/customXml" ds:itemID="{11B2E877-7561-41DA-AAC7-0B6400DBCA3B}">
  <ds:schemaRefs>
    <ds:schemaRef ds:uri="a45d3e5f-3e31-4187-b998-c44ee850df36"/>
    <ds:schemaRef ds:uri="aacb3b2f-5927-4b98-82b1-fea2b4072a8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{FEC88D2B-52F4-444E-836C-622E8DFD9A7D}tf10001120</Template>
  <TotalTime>271</TotalTime>
  <Words>1092</Words>
  <Application>Microsoft Office PowerPoint</Application>
  <PresentationFormat>Personalizar</PresentationFormat>
  <Paragraphs>101</Paragraphs>
  <Slides>13</Slides>
  <Notes>12</Notes>
  <HiddenSlides>4</HiddenSlides>
  <MMClips>0</MMClips>
  <ScaleCrop>false</ScaleCrop>
  <HeadingPairs>
    <vt:vector size="6" baseType="variant">
      <vt:variant>
        <vt:lpstr>Fontes usadas</vt:lpstr>
      </vt:variant>
      <vt:variant>
        <vt:i4>6</vt:i4>
      </vt:variant>
      <vt:variant>
        <vt:lpstr>Tema</vt:lpstr>
      </vt:variant>
      <vt:variant>
        <vt:i4>3</vt:i4>
      </vt:variant>
      <vt:variant>
        <vt:lpstr>Títulos de slides</vt:lpstr>
      </vt:variant>
      <vt:variant>
        <vt:i4>13</vt:i4>
      </vt:variant>
    </vt:vector>
  </HeadingPairs>
  <TitlesOfParts>
    <vt:vector size="22" baseType="lpstr">
      <vt:lpstr>Calibri</vt:lpstr>
      <vt:lpstr>Arial</vt:lpstr>
      <vt:lpstr>Poppins Bold</vt:lpstr>
      <vt:lpstr>Poppins Light</vt:lpstr>
      <vt:lpstr>Poppins</vt:lpstr>
      <vt:lpstr>Poppins Medium</vt:lpstr>
      <vt:lpstr>Office Theme</vt:lpstr>
      <vt:lpstr>Trilha_SIS</vt:lpstr>
      <vt:lpstr>Trilhas_Iniciais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Luca Rocha</cp:lastModifiedBy>
  <cp:revision>26</cp:revision>
  <dcterms:modified xsi:type="dcterms:W3CDTF">2026-09-17T15:37:32Z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0x0101004B81252851F28942875D89D2C39F1241</vt:lpwstr>
  </property>
  <property fmtid="{D5CDD505-2E9C-101B-9397-08002B2CF9AE}" pid="3" name="MediaServiceImageTags">
    <vt:lpwstr/>
  </property>
</Properties>
</file>