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9" r:id="rId4"/>
    <p:sldMasterId id="2147483669" r:id="rId5"/>
    <p:sldMasterId id="2147483725" r:id="rId6"/>
  </p:sldMasterIdLst>
  <p:notesMasterIdLst>
    <p:notesMasterId r:id="rId37"/>
  </p:notesMasterIdLst>
  <p:handoutMasterIdLst>
    <p:handoutMasterId r:id="rId38"/>
  </p:handoutMasterIdLst>
  <p:sldIdLst>
    <p:sldId id="498" r:id="rId7"/>
    <p:sldId id="256" r:id="rId8"/>
    <p:sldId id="979" r:id="rId9"/>
    <p:sldId id="980" r:id="rId10"/>
    <p:sldId id="258" r:id="rId11"/>
    <p:sldId id="262" r:id="rId12"/>
    <p:sldId id="992" r:id="rId13"/>
    <p:sldId id="985" r:id="rId14"/>
    <p:sldId id="986" r:id="rId15"/>
    <p:sldId id="987" r:id="rId16"/>
    <p:sldId id="988" r:id="rId17"/>
    <p:sldId id="989" r:id="rId18"/>
    <p:sldId id="990" r:id="rId19"/>
    <p:sldId id="781" r:id="rId20"/>
    <p:sldId id="266" r:id="rId21"/>
    <p:sldId id="783" r:id="rId22"/>
    <p:sldId id="1244" r:id="rId23"/>
    <p:sldId id="830" r:id="rId24"/>
    <p:sldId id="1258" r:id="rId25"/>
    <p:sldId id="1259" r:id="rId26"/>
    <p:sldId id="1260" r:id="rId27"/>
    <p:sldId id="1261" r:id="rId28"/>
    <p:sldId id="1262" r:id="rId29"/>
    <p:sldId id="1263" r:id="rId30"/>
    <p:sldId id="1264" r:id="rId31"/>
    <p:sldId id="1265" r:id="rId32"/>
    <p:sldId id="920" r:id="rId33"/>
    <p:sldId id="1256" r:id="rId34"/>
    <p:sldId id="1249" r:id="rId35"/>
    <p:sldId id="804" r:id="rId36"/>
  </p:sldIdLst>
  <p:sldSz cx="18288000" cy="10287000"/>
  <p:notesSz cx="6858000" cy="9144000"/>
  <p:embeddedFontLst>
    <p:embeddedFont>
      <p:font typeface="Poppins" panose="00000500000000000000" pitchFamily="2" charset="0"/>
      <p:regular r:id="rId39"/>
      <p:bold r:id="rId40"/>
      <p:italic r:id="rId41"/>
      <p:boldItalic r:id="rId42"/>
    </p:embeddedFont>
    <p:embeddedFont>
      <p:font typeface="Poppins Bold" panose="00000800000000000000" pitchFamily="2" charset="0"/>
      <p:bold r:id="rId43"/>
      <p:italic r:id="rId44"/>
      <p:boldItalic r:id="rId45"/>
    </p:embeddedFont>
    <p:embeddedFont>
      <p:font typeface="Poppins Light" panose="00000400000000000000" pitchFamily="2" charset="0"/>
      <p:regular r:id="rId46"/>
      <p:bold r:id="rId47"/>
      <p:italic r:id="rId48"/>
      <p:boldItalic r:id="rId49"/>
    </p:embeddedFont>
    <p:embeddedFont>
      <p:font typeface="Poppins Medium" panose="00000600000000000000" pitchFamily="2" charset="0"/>
      <p:regular r:id="rId50"/>
      <p:bold r:id="rId51"/>
      <p:italic r:id="rId52"/>
      <p:boldItalic r:id="rId53"/>
    </p:embeddedFont>
    <p:embeddedFont>
      <p:font typeface="Roboto" panose="02000000000000000000" pitchFamily="2" charset="0"/>
      <p:regular r:id="rId54"/>
      <p:bold r:id="rId55"/>
      <p:italic r:id="rId56"/>
      <p:boldItalic r:id="rId5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A0C091F-4F9F-B823-3F86-61B29C165090}" name="Etna Nobre" initials="EN" userId="536488f0b3312cec" providerId="Windows Live"/>
  <p188:author id="{CA82B621-AF1E-5701-9628-970A2BAC155B}" name="Marcus Vasconcelos de Castro" initials="MV" userId="S::marcus_castro@vanzolini-ead.org.br::f3e0bdc8-d4d6-4b41-86a7-248e0cb99c76" providerId="AD"/>
  <p188:author id="{E2B8FC21-1315-EB9D-926F-BBDAE9BF75A5}" name="Utilizador Convidado" initials="UC" userId="S::urn:spo:anon#e40fd8ed93df147444d00c51071f924f182ff2b8ef1a9031d089521bc73ad0f2::" providerId="AD"/>
  <p188:author id="{5D93F123-A5E2-A62B-D9E3-D9303D1BB86B}" name="Gustavo Cruz dos Reis" initials="GC" userId="S::greis@vanzolini-ead.org.br::837664e1-438f-44d7-9e01-7f6012fe004f" providerId="AD"/>
  <p188:author id="{F5B7B953-1DF4-8E25-2FD7-461A6661F625}" name="user" initials="u" userId="user" providerId="None"/>
  <p188:author id="{C6975768-E079-2129-EF66-8C7D8D20589C}" name="Usuário Convidado" initials="UC" userId="S::urn:spo:anon#9c1a6640c4cf430e37b8e52984f4ed92aa1896e2c9d3b1637fd5ce4c8fd5c9d5::" providerId="AD"/>
  <p188:author id="{6CA8C269-474B-54A0-5332-E1CD01049E8D}" name="Simara de Bastos Estima" initials="Sd" userId="S::simara.estima@levefuturo.com.br::851f0e59-69da-4352-8f6c-95a0578731bb" providerId="AD"/>
  <p188:author id="{BAEE28E6-BCA2-A58F-B4C5-4E73CE74ED33}" name="MARCUS VASCONCELOS DE CASTRO" initials="MC" userId="S::marcus.castro@fatec.sp.gov.br::dcc98bfb-8b88-4fff-9dd1-69ee0ad30106" providerId="AD"/>
  <p188:author id="{E0388DF7-5B9F-86E5-E6C5-3F344187204B}" name="Eloisa Dalbem" initials="ED" userId="S::eldalbem@vanzolini-ead.org.br::9ae0c03a-8642-493e-97df-c9fd93e6c398" providerId="AD"/>
  <p188:author id="{E06AE5F7-C4FB-8FC1-0379-16158CB16B4E}" name="Michelle Mirabile Barbosa" initials="MM" userId="S::michelle_barbosa@vanzolini-ead.org.br::514663f0-91cb-4e5c-876a-7189c1f19892"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DENISE ONCKEN" initials="DO" lastIdx="4" clrIdx="0">
    <p:extLst>
      <p:ext uri="{19B8F6BF-5375-455C-9EA6-DF929625EA0E}">
        <p15:presenceInfo xmlns:p15="http://schemas.microsoft.com/office/powerpoint/2012/main" userId="6cace8f68071a60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29AC2"/>
    <a:srgbClr val="92D050"/>
    <a:srgbClr val="FFFFFF"/>
    <a:srgbClr val="28566E"/>
    <a:srgbClr val="263B4B"/>
    <a:srgbClr val="D9D9D9"/>
    <a:srgbClr val="D8D2D5"/>
    <a:srgbClr val="EDB1C8"/>
    <a:srgbClr val="000000"/>
    <a:srgbClr val="CAC0C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6593BF-2A4F-ECD6-33F1-7662EB1A873E}" v="9" dt="2025-04-22T19:53:05.240"/>
    <p1510:client id="{30540721-787A-226E-3B05-8CB2598288F1}" v="48" dt="2025-04-22T13:28:13.232"/>
    <p1510:client id="{5ACAE967-B4BA-47C1-834C-80DE67C99902}" v="39" dt="2025-04-22T19:50:03.207"/>
  </p1510:revLst>
</p1510:revInfo>
</file>

<file path=ppt/tableStyles.xml><?xml version="1.0" encoding="utf-8"?>
<a:tblStyleLst xmlns:a="http://schemas.openxmlformats.org/drawingml/2006/main" def="{58B62AC2-CBFF-4FEF-A790-FB120B6FE34D}">
  <a:tblStyle styleId="{58B62AC2-CBFF-4FEF-A790-FB120B6FE34D}"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957" autoAdjust="0"/>
    <p:restoredTop sz="87522" autoAdjust="0"/>
  </p:normalViewPr>
  <p:slideViewPr>
    <p:cSldViewPr snapToGrid="0">
      <p:cViewPr varScale="1">
        <p:scale>
          <a:sx n="63" d="100"/>
          <a:sy n="63" d="100"/>
        </p:scale>
        <p:origin x="1266" y="6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font" Target="fonts/font1.fntdata"/><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font" Target="fonts/font4.fntdata"/><Relationship Id="rId47" Type="http://schemas.openxmlformats.org/officeDocument/2006/relationships/font" Target="fonts/font9.fntdata"/><Relationship Id="rId50" Type="http://schemas.openxmlformats.org/officeDocument/2006/relationships/font" Target="fonts/font12.fntdata"/><Relationship Id="rId55" Type="http://schemas.openxmlformats.org/officeDocument/2006/relationships/font" Target="fonts/font17.fntdata"/><Relationship Id="rId63" Type="http://schemas.microsoft.com/office/2015/10/relationships/revisionInfo" Target="revisionInfo.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notesMaster" Target="notesMasters/notesMaster1.xml"/><Relationship Id="rId40" Type="http://schemas.openxmlformats.org/officeDocument/2006/relationships/font" Target="fonts/font2.fntdata"/><Relationship Id="rId45" Type="http://schemas.openxmlformats.org/officeDocument/2006/relationships/font" Target="fonts/font7.fntdata"/><Relationship Id="rId53" Type="http://schemas.openxmlformats.org/officeDocument/2006/relationships/font" Target="fonts/font15.fntdata"/><Relationship Id="rId58" Type="http://schemas.openxmlformats.org/officeDocument/2006/relationships/commentAuthors" Target="commentAuthors.xml"/><Relationship Id="rId5" Type="http://schemas.openxmlformats.org/officeDocument/2006/relationships/slideMaster" Target="slideMasters/slideMaster2.xml"/><Relationship Id="rId61" Type="http://schemas.openxmlformats.org/officeDocument/2006/relationships/theme" Target="theme/theme1.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font" Target="fonts/font5.fntdata"/><Relationship Id="rId48" Type="http://schemas.openxmlformats.org/officeDocument/2006/relationships/font" Target="fonts/font10.fntdata"/><Relationship Id="rId56" Type="http://schemas.openxmlformats.org/officeDocument/2006/relationships/font" Target="fonts/font18.fntdata"/><Relationship Id="rId64" Type="http://schemas.microsoft.com/office/2018/10/relationships/authors" Target="authors.xml"/><Relationship Id="rId8" Type="http://schemas.openxmlformats.org/officeDocument/2006/relationships/slide" Target="slides/slide2.xml"/><Relationship Id="rId51" Type="http://schemas.openxmlformats.org/officeDocument/2006/relationships/font" Target="fonts/font13.fntdata"/><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handoutMaster" Target="handoutMasters/handoutMaster1.xml"/><Relationship Id="rId46" Type="http://schemas.openxmlformats.org/officeDocument/2006/relationships/font" Target="fonts/font8.fntdata"/><Relationship Id="rId59" Type="http://schemas.openxmlformats.org/officeDocument/2006/relationships/presProps" Target="presProps.xml"/><Relationship Id="rId20" Type="http://schemas.openxmlformats.org/officeDocument/2006/relationships/slide" Target="slides/slide14.xml"/><Relationship Id="rId41" Type="http://schemas.openxmlformats.org/officeDocument/2006/relationships/font" Target="fonts/font3.fntdata"/><Relationship Id="rId54" Type="http://schemas.openxmlformats.org/officeDocument/2006/relationships/font" Target="fonts/font16.fntdata"/><Relationship Id="rId62"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font" Target="fonts/font11.fntdata"/><Relationship Id="rId57" Type="http://schemas.openxmlformats.org/officeDocument/2006/relationships/font" Target="fonts/font19.fntdata"/><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font" Target="fonts/font6.fntdata"/><Relationship Id="rId52" Type="http://schemas.openxmlformats.org/officeDocument/2006/relationships/font" Target="fonts/font14.fntdata"/><Relationship Id="rId6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a:extLst>
              <a:ext uri="{FF2B5EF4-FFF2-40B4-BE49-F238E27FC236}">
                <a16:creationId xmlns:a16="http://schemas.microsoft.com/office/drawing/2014/main" id="{0820016A-23B3-8332-53D6-57FE04C281E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dirty="0"/>
          </a:p>
        </p:txBody>
      </p:sp>
      <p:sp>
        <p:nvSpPr>
          <p:cNvPr id="3" name="Espaço Reservado para Data 2">
            <a:extLst>
              <a:ext uri="{FF2B5EF4-FFF2-40B4-BE49-F238E27FC236}">
                <a16:creationId xmlns:a16="http://schemas.microsoft.com/office/drawing/2014/main" id="{378ABBCA-ED84-8C3A-7D17-F6393BAD02D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5BE6816-8789-481E-B2F2-61889E0E8584}" type="datetimeFigureOut">
              <a:rPr lang="pt-BR" smtClean="0"/>
              <a:t>17/09/2026</a:t>
            </a:fld>
            <a:endParaRPr lang="pt-BR" dirty="0"/>
          </a:p>
        </p:txBody>
      </p:sp>
      <p:sp>
        <p:nvSpPr>
          <p:cNvPr id="4" name="Espaço Reservado para Rodapé 3">
            <a:extLst>
              <a:ext uri="{FF2B5EF4-FFF2-40B4-BE49-F238E27FC236}">
                <a16:creationId xmlns:a16="http://schemas.microsoft.com/office/drawing/2014/main" id="{E140203C-C3C0-C509-C3D9-F91275DBAE3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dirty="0"/>
          </a:p>
        </p:txBody>
      </p:sp>
      <p:sp>
        <p:nvSpPr>
          <p:cNvPr id="5" name="Espaço Reservado para Número de Slide 4">
            <a:extLst>
              <a:ext uri="{FF2B5EF4-FFF2-40B4-BE49-F238E27FC236}">
                <a16:creationId xmlns:a16="http://schemas.microsoft.com/office/drawing/2014/main" id="{A7A17361-C8A0-CABB-2146-B5B19E39C26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44F6E5-A54A-42CC-B250-9D06C7C52CD8}" type="slidenum">
              <a:rPr lang="pt-BR" smtClean="0"/>
              <a:t>‹nº›</a:t>
            </a:fld>
            <a:endParaRPr lang="pt-BR" dirty="0"/>
          </a:p>
        </p:txBody>
      </p:sp>
    </p:spTree>
    <p:extLst>
      <p:ext uri="{BB962C8B-B14F-4D97-AF65-F5344CB8AC3E}">
        <p14:creationId xmlns:p14="http://schemas.microsoft.com/office/powerpoint/2010/main" val="28184384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dirty="0"/>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‹nº›</a:t>
            </a:fld>
            <a:endParaRPr sz="1200" b="0" i="0" u="none" strike="noStrike" cap="none" dirty="0">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		</a:t>
            </a:r>
          </a:p>
        </p:txBody>
      </p:sp>
      <p:sp>
        <p:nvSpPr>
          <p:cNvPr id="4" name="Espaço Reservado para Número de Slid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506537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p:cNvGrpSpPr/>
        <p:nvPr/>
      </p:nvGrpSpPr>
      <p:grpSpPr>
        <a:xfrm>
          <a:off x="0" y="0"/>
          <a:ext cx="0" cy="0"/>
          <a:chOff x="0" y="0"/>
          <a:chExt cx="0" cy="0"/>
        </a:xfrm>
      </p:grpSpPr>
      <p:sp>
        <p:nvSpPr>
          <p:cNvPr id="640" name="Google Shape;64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641" name="Google Shape;64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8BE604BA-17DA-4B63-8B72-ADA1FAE27E0B}" type="slidenum">
              <a:rPr lang="pt-BR" smtClean="0"/>
              <a:t>4</a:t>
            </a:fld>
            <a:endParaRPr lang="pt-BR" dirty="0"/>
          </a:p>
        </p:txBody>
      </p:sp>
    </p:spTree>
    <p:extLst>
      <p:ext uri="{BB962C8B-B14F-4D97-AF65-F5344CB8AC3E}">
        <p14:creationId xmlns:p14="http://schemas.microsoft.com/office/powerpoint/2010/main" val="24403164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0"/>
        <p:cNvGrpSpPr/>
        <p:nvPr/>
      </p:nvGrpSpPr>
      <p:grpSpPr>
        <a:xfrm>
          <a:off x="0" y="0"/>
          <a:ext cx="0" cy="0"/>
          <a:chOff x="0" y="0"/>
          <a:chExt cx="0" cy="0"/>
        </a:xfrm>
      </p:grpSpPr>
      <p:sp>
        <p:nvSpPr>
          <p:cNvPr id="651" name="Google Shape;65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652" name="Google Shape;65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7"/>
        <p:cNvGrpSpPr/>
        <p:nvPr/>
      </p:nvGrpSpPr>
      <p:grpSpPr>
        <a:xfrm>
          <a:off x="0" y="0"/>
          <a:ext cx="0" cy="0"/>
          <a:chOff x="0" y="0"/>
          <a:chExt cx="0" cy="0"/>
        </a:xfrm>
      </p:grpSpPr>
      <p:sp>
        <p:nvSpPr>
          <p:cNvPr id="688" name="Google Shape;688;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229870" indent="-229870">
              <a:lnSpc>
                <a:spcPct val="107000"/>
              </a:lnSpc>
              <a:spcAft>
                <a:spcPts val="800"/>
              </a:spcAft>
              <a:defRPr/>
            </a:pPr>
            <a:r>
              <a:rPr lang="pt-BR" sz="1800" kern="100" dirty="0">
                <a:effectLst/>
                <a:latin typeface="Poppins"/>
                <a:ea typeface="Aptos" panose="020B0004020202020204" pitchFamily="34" charset="0"/>
                <a:cs typeface="Poppins"/>
              </a:rPr>
              <a:t>	</a:t>
            </a:r>
            <a:endParaRPr lang="pt-BR" sz="1800" kern="100" dirty="0">
              <a:latin typeface="Poppins"/>
              <a:ea typeface="Aptos" panose="020B0004020202020204" pitchFamily="34" charset="0"/>
              <a:cs typeface="Poppins"/>
            </a:endParaRPr>
          </a:p>
          <a:p>
            <a:pPr>
              <a:lnSpc>
                <a:spcPct val="107000"/>
              </a:lnSpc>
              <a:spcAft>
                <a:spcPts val="800"/>
              </a:spcAft>
            </a:pPr>
            <a:endParaRPr lang="pt-BR" sz="1800" kern="100" dirty="0">
              <a:effectLst/>
              <a:latin typeface="Poppins" panose="00000500000000000000" pitchFamily="2" charset="0"/>
              <a:ea typeface="Aptos" panose="020B0004020202020204" pitchFamily="34" charset="0"/>
              <a:cs typeface="Poppins" panose="00000500000000000000" pitchFamily="2" charset="0"/>
            </a:endParaRPr>
          </a:p>
        </p:txBody>
      </p:sp>
      <p:sp>
        <p:nvSpPr>
          <p:cNvPr id="689" name="Google Shape;689;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090920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7</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535283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p:cNvGrpSpPr/>
        <p:nvPr/>
      </p:nvGrpSpPr>
      <p:grpSpPr>
        <a:xfrm>
          <a:off x="0" y="0"/>
          <a:ext cx="0" cy="0"/>
          <a:chOff x="0" y="0"/>
          <a:chExt cx="0" cy="0"/>
        </a:xfrm>
      </p:grpSpPr>
      <p:sp>
        <p:nvSpPr>
          <p:cNvPr id="865" name="Google Shape;865;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866" name="Google Shape;866;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624212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a:extLst>
            <a:ext uri="{FF2B5EF4-FFF2-40B4-BE49-F238E27FC236}">
              <a16:creationId xmlns:a16="http://schemas.microsoft.com/office/drawing/2014/main" id="{A00ED82E-5C65-FC31-6A2D-437AF18F1000}"/>
            </a:ext>
          </a:extLst>
        </p:cNvPr>
        <p:cNvGrpSpPr/>
        <p:nvPr/>
      </p:nvGrpSpPr>
      <p:grpSpPr>
        <a:xfrm>
          <a:off x="0" y="0"/>
          <a:ext cx="0" cy="0"/>
          <a:chOff x="0" y="0"/>
          <a:chExt cx="0" cy="0"/>
        </a:xfrm>
      </p:grpSpPr>
      <p:sp>
        <p:nvSpPr>
          <p:cNvPr id="865" name="Google Shape;865;p21:notes">
            <a:extLst>
              <a:ext uri="{FF2B5EF4-FFF2-40B4-BE49-F238E27FC236}">
                <a16:creationId xmlns:a16="http://schemas.microsoft.com/office/drawing/2014/main" id="{B4F84568-387E-1CEC-A8C0-B2F91747832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866" name="Google Shape;866;p21:notes">
            <a:extLst>
              <a:ext uri="{FF2B5EF4-FFF2-40B4-BE49-F238E27FC236}">
                <a16:creationId xmlns:a16="http://schemas.microsoft.com/office/drawing/2014/main" id="{1953BD46-A29E-B914-D694-176EF9E62E1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802057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p:cNvGrpSpPr/>
        <p:nvPr/>
      </p:nvGrpSpPr>
      <p:grpSpPr>
        <a:xfrm>
          <a:off x="0" y="0"/>
          <a:ext cx="0" cy="0"/>
          <a:chOff x="0" y="0"/>
          <a:chExt cx="0" cy="0"/>
        </a:xfrm>
      </p:grpSpPr>
      <p:sp>
        <p:nvSpPr>
          <p:cNvPr id="865" name="Google Shape;865;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866" name="Google Shape;866;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624212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a:extLst>
            <a:ext uri="{FF2B5EF4-FFF2-40B4-BE49-F238E27FC236}">
              <a16:creationId xmlns:a16="http://schemas.microsoft.com/office/drawing/2014/main" id="{A00ED82E-5C65-FC31-6A2D-437AF18F1000}"/>
            </a:ext>
          </a:extLst>
        </p:cNvPr>
        <p:cNvGrpSpPr/>
        <p:nvPr/>
      </p:nvGrpSpPr>
      <p:grpSpPr>
        <a:xfrm>
          <a:off x="0" y="0"/>
          <a:ext cx="0" cy="0"/>
          <a:chOff x="0" y="0"/>
          <a:chExt cx="0" cy="0"/>
        </a:xfrm>
      </p:grpSpPr>
      <p:sp>
        <p:nvSpPr>
          <p:cNvPr id="865" name="Google Shape;865;p21:notes">
            <a:extLst>
              <a:ext uri="{FF2B5EF4-FFF2-40B4-BE49-F238E27FC236}">
                <a16:creationId xmlns:a16="http://schemas.microsoft.com/office/drawing/2014/main" id="{B4F84568-387E-1CEC-A8C0-B2F91747832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228600" indent="0">
              <a:buNone/>
            </a:pPr>
            <a:endParaRPr lang="pt-BR" b="1" dirty="0">
              <a:latin typeface="Poppins" panose="00000500000000000000" pitchFamily="2" charset="0"/>
              <a:cs typeface="Poppins" panose="00000500000000000000" pitchFamily="2" charset="0"/>
            </a:endParaRPr>
          </a:p>
          <a:p>
            <a:pPr marL="0" lvl="0" indent="0" algn="l" rtl="0">
              <a:lnSpc>
                <a:spcPct val="100000"/>
              </a:lnSpc>
              <a:spcBef>
                <a:spcPts val="0"/>
              </a:spcBef>
              <a:spcAft>
                <a:spcPts val="0"/>
              </a:spcAft>
              <a:buSzPts val="1400"/>
              <a:buNone/>
            </a:pPr>
            <a:endParaRPr dirty="0"/>
          </a:p>
        </p:txBody>
      </p:sp>
      <p:sp>
        <p:nvSpPr>
          <p:cNvPr id="866" name="Google Shape;866;p21:notes">
            <a:extLst>
              <a:ext uri="{FF2B5EF4-FFF2-40B4-BE49-F238E27FC236}">
                <a16:creationId xmlns:a16="http://schemas.microsoft.com/office/drawing/2014/main" id="{1953BD46-A29E-B914-D694-176EF9E62E1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802057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p:cNvGrpSpPr/>
        <p:nvPr/>
      </p:nvGrpSpPr>
      <p:grpSpPr>
        <a:xfrm>
          <a:off x="0" y="0"/>
          <a:ext cx="0" cy="0"/>
          <a:chOff x="0" y="0"/>
          <a:chExt cx="0" cy="0"/>
        </a:xfrm>
      </p:grpSpPr>
      <p:sp>
        <p:nvSpPr>
          <p:cNvPr id="865" name="Google Shape;865;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866" name="Google Shape;866;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624212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a:extLst>
            <a:ext uri="{FF2B5EF4-FFF2-40B4-BE49-F238E27FC236}">
              <a16:creationId xmlns:a16="http://schemas.microsoft.com/office/drawing/2014/main" id="{A00ED82E-5C65-FC31-6A2D-437AF18F1000}"/>
            </a:ext>
          </a:extLst>
        </p:cNvPr>
        <p:cNvGrpSpPr/>
        <p:nvPr/>
      </p:nvGrpSpPr>
      <p:grpSpPr>
        <a:xfrm>
          <a:off x="0" y="0"/>
          <a:ext cx="0" cy="0"/>
          <a:chOff x="0" y="0"/>
          <a:chExt cx="0" cy="0"/>
        </a:xfrm>
      </p:grpSpPr>
      <p:sp>
        <p:nvSpPr>
          <p:cNvPr id="865" name="Google Shape;865;p21:notes">
            <a:extLst>
              <a:ext uri="{FF2B5EF4-FFF2-40B4-BE49-F238E27FC236}">
                <a16:creationId xmlns:a16="http://schemas.microsoft.com/office/drawing/2014/main" id="{B4F84568-387E-1CEC-A8C0-B2F91747832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228600" indent="0">
              <a:buNone/>
            </a:pPr>
            <a:endParaRPr dirty="0"/>
          </a:p>
        </p:txBody>
      </p:sp>
      <p:sp>
        <p:nvSpPr>
          <p:cNvPr id="866" name="Google Shape;866;p21:notes">
            <a:extLst>
              <a:ext uri="{FF2B5EF4-FFF2-40B4-BE49-F238E27FC236}">
                <a16:creationId xmlns:a16="http://schemas.microsoft.com/office/drawing/2014/main" id="{1953BD46-A29E-B914-D694-176EF9E62E1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802057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2">
          <a:extLst>
            <a:ext uri="{FF2B5EF4-FFF2-40B4-BE49-F238E27FC236}">
              <a16:creationId xmlns:a16="http://schemas.microsoft.com/office/drawing/2014/main" id="{65F4DAEE-9901-3731-8F08-D283C21594AC}"/>
            </a:ext>
          </a:extLst>
        </p:cNvPr>
        <p:cNvGrpSpPr/>
        <p:nvPr/>
      </p:nvGrpSpPr>
      <p:grpSpPr>
        <a:xfrm>
          <a:off x="0" y="0"/>
          <a:ext cx="0" cy="0"/>
          <a:chOff x="0" y="0"/>
          <a:chExt cx="0" cy="0"/>
        </a:xfrm>
      </p:grpSpPr>
      <p:sp>
        <p:nvSpPr>
          <p:cNvPr id="723" name="Google Shape;723;g1e5198b4dfb_0_1:notes">
            <a:extLst>
              <a:ext uri="{FF2B5EF4-FFF2-40B4-BE49-F238E27FC236}">
                <a16:creationId xmlns:a16="http://schemas.microsoft.com/office/drawing/2014/main" id="{74B7CBA6-3C74-A542-6503-85E3ED027EE3}"/>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230400">
              <a:lnSpc>
                <a:spcPct val="107000"/>
              </a:lnSpc>
              <a:spcAft>
                <a:spcPts val="800"/>
              </a:spcAft>
            </a:pPr>
            <a:r>
              <a:rPr lang="pt-BR" sz="1200" kern="100" dirty="0">
                <a:effectLst/>
                <a:latin typeface="Poppins" panose="00000500000000000000" pitchFamily="2" charset="0"/>
                <a:ea typeface="Aptos" panose="020B0004020202020204" pitchFamily="34" charset="0"/>
                <a:cs typeface="Poppins" panose="00000500000000000000" pitchFamily="2" charset="0"/>
              </a:rPr>
              <a:t>	</a:t>
            </a:r>
            <a:endParaRPr lang="pt-BR" dirty="0">
              <a:latin typeface="Poppins" panose="00000500000000000000" pitchFamily="2" charset="0"/>
              <a:cs typeface="Poppins" panose="00000500000000000000" pitchFamily="2" charset="0"/>
            </a:endParaRPr>
          </a:p>
        </p:txBody>
      </p:sp>
      <p:sp>
        <p:nvSpPr>
          <p:cNvPr id="724" name="Google Shape;724;g1e5198b4dfb_0_1:notes">
            <a:extLst>
              <a:ext uri="{FF2B5EF4-FFF2-40B4-BE49-F238E27FC236}">
                <a16:creationId xmlns:a16="http://schemas.microsoft.com/office/drawing/2014/main" id="{D3DB5D40-7473-12E9-B92C-1A646EAD81C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161396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7"/>
        <p:cNvGrpSpPr/>
        <p:nvPr/>
      </p:nvGrpSpPr>
      <p:grpSpPr>
        <a:xfrm>
          <a:off x="0" y="0"/>
          <a:ext cx="0" cy="0"/>
          <a:chOff x="0" y="0"/>
          <a:chExt cx="0" cy="0"/>
        </a:xfrm>
      </p:grpSpPr>
      <p:sp>
        <p:nvSpPr>
          <p:cNvPr id="718" name="Google Shape;718;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pt-BR" b="0" i="0" dirty="0">
              <a:solidFill>
                <a:srgbClr val="0F0F0F"/>
              </a:solidFill>
              <a:effectLst/>
              <a:latin typeface="Roboto" panose="02000000000000000000" pitchFamily="2" charset="0"/>
            </a:endParaRPr>
          </a:p>
        </p:txBody>
      </p:sp>
      <p:sp>
        <p:nvSpPr>
          <p:cNvPr id="719" name="Google Shape;719;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321283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16</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0667741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E7A64-A70A-C3FA-BC7F-62738BC80ABF}"/>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5F836E8C-BAF5-6CEF-AB5B-4973780B2395}"/>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EC2BF7F7-8EF1-ED67-95D9-CF3E77C4FAD6}"/>
              </a:ext>
            </a:extLst>
          </p:cNvPr>
          <p:cNvSpPr>
            <a:spLocks noGrp="1"/>
          </p:cNvSpPr>
          <p:nvPr>
            <p:ph type="body" idx="1"/>
          </p:nvPr>
        </p:nvSpPr>
        <p:spPr/>
        <p:txBody>
          <a:bodyPr/>
          <a:lstStyle/>
          <a:p>
            <a:r>
              <a:rPr lang="pt-BR" dirty="0"/>
              <a:t>      </a:t>
            </a:r>
          </a:p>
        </p:txBody>
      </p:sp>
      <p:sp>
        <p:nvSpPr>
          <p:cNvPr id="4" name="Espaço Reservado para Número de Slide 3">
            <a:extLst>
              <a:ext uri="{FF2B5EF4-FFF2-40B4-BE49-F238E27FC236}">
                <a16:creationId xmlns:a16="http://schemas.microsoft.com/office/drawing/2014/main" id="{EF99F2DC-80E3-A38B-8279-F2593E0182BD}"/>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17</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157177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      </a:t>
            </a:r>
          </a:p>
        </p:txBody>
      </p:sp>
      <p:sp>
        <p:nvSpPr>
          <p:cNvPr id="4" name="Espaço Reservado para Número de Slid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18</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3982494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82443-05CB-25C5-E6FE-472C4A4B671E}"/>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37D71E1E-3E01-2AA5-F4CA-C624DF3D7A7F}"/>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CB7BEB46-6461-030B-1485-90FA4FA36C60}"/>
              </a:ext>
            </a:extLst>
          </p:cNvPr>
          <p:cNvSpPr>
            <a:spLocks noGrp="1"/>
          </p:cNvSpPr>
          <p:nvPr>
            <p:ph type="body" idx="1"/>
          </p:nvPr>
        </p:nvSpPr>
        <p:spPr/>
        <p:txBody>
          <a:bodyPr/>
          <a:lstStyle/>
          <a:p>
            <a:r>
              <a:rPr lang="pt-BR" dirty="0"/>
              <a:t>      </a:t>
            </a:r>
          </a:p>
        </p:txBody>
      </p:sp>
      <p:sp>
        <p:nvSpPr>
          <p:cNvPr id="4" name="Espaço Reservado para Número de Slide 3">
            <a:extLst>
              <a:ext uri="{FF2B5EF4-FFF2-40B4-BE49-F238E27FC236}">
                <a16:creationId xmlns:a16="http://schemas.microsoft.com/office/drawing/2014/main" id="{A76390C5-AAF6-24DE-8C84-8F48F729E2ED}"/>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19</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2458754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03862-0C74-6B31-CFDC-654CC560FEBA}"/>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3EB6139E-5DAB-0979-E7F9-6DA01043B7B5}"/>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B77D45A0-DF96-FFE2-1514-0B0A0C32CFAE}"/>
              </a:ext>
            </a:extLst>
          </p:cNvPr>
          <p:cNvSpPr>
            <a:spLocks noGrp="1"/>
          </p:cNvSpPr>
          <p:nvPr>
            <p:ph type="body" idx="1"/>
          </p:nvPr>
        </p:nvSpPr>
        <p:spPr/>
        <p:txBody>
          <a:bodyPr/>
          <a:lstStyle/>
          <a:p>
            <a:r>
              <a:rPr lang="pt-BR" dirty="0"/>
              <a:t>      </a:t>
            </a:r>
          </a:p>
        </p:txBody>
      </p:sp>
      <p:sp>
        <p:nvSpPr>
          <p:cNvPr id="4" name="Espaço Reservado para Número de Slide 3">
            <a:extLst>
              <a:ext uri="{FF2B5EF4-FFF2-40B4-BE49-F238E27FC236}">
                <a16:creationId xmlns:a16="http://schemas.microsoft.com/office/drawing/2014/main" id="{237A0816-3A23-3467-70CA-4EF98CACFDC5}"/>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20</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687229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760C6-BB03-E3C5-5E18-65ED4979D4F6}"/>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21C14706-5F3D-9989-1956-EE645C760CAB}"/>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F9222B73-16E3-3928-4FAC-7B0728477AB4}"/>
              </a:ext>
            </a:extLst>
          </p:cNvPr>
          <p:cNvSpPr>
            <a:spLocks noGrp="1"/>
          </p:cNvSpPr>
          <p:nvPr>
            <p:ph type="body" idx="1"/>
          </p:nvPr>
        </p:nvSpPr>
        <p:spPr/>
        <p:txBody>
          <a:bodyPr/>
          <a:lstStyle/>
          <a:p>
            <a:r>
              <a:rPr lang="pt-BR" dirty="0"/>
              <a:t>      </a:t>
            </a:r>
          </a:p>
        </p:txBody>
      </p:sp>
      <p:sp>
        <p:nvSpPr>
          <p:cNvPr id="4" name="Espaço Reservado para Número de Slide 3">
            <a:extLst>
              <a:ext uri="{FF2B5EF4-FFF2-40B4-BE49-F238E27FC236}">
                <a16:creationId xmlns:a16="http://schemas.microsoft.com/office/drawing/2014/main" id="{BF2ED768-AC10-E291-086D-3B75A44B973A}"/>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21</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758453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D5FCD-CA84-8A38-0E09-9D54300CD5EE}"/>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5FCC9BF2-6555-5AC3-1170-7E67DD3DE2E8}"/>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74DF7707-1E25-5E71-1DD3-424BA47714F8}"/>
              </a:ext>
            </a:extLst>
          </p:cNvPr>
          <p:cNvSpPr>
            <a:spLocks noGrp="1"/>
          </p:cNvSpPr>
          <p:nvPr>
            <p:ph type="body" idx="1"/>
          </p:nvPr>
        </p:nvSpPr>
        <p:spPr/>
        <p:txBody>
          <a:bodyPr/>
          <a:lstStyle/>
          <a:p>
            <a:r>
              <a:rPr lang="pt-BR" dirty="0"/>
              <a:t>      </a:t>
            </a:r>
          </a:p>
        </p:txBody>
      </p:sp>
      <p:sp>
        <p:nvSpPr>
          <p:cNvPr id="4" name="Espaço Reservado para Número de Slide 3">
            <a:extLst>
              <a:ext uri="{FF2B5EF4-FFF2-40B4-BE49-F238E27FC236}">
                <a16:creationId xmlns:a16="http://schemas.microsoft.com/office/drawing/2014/main" id="{16B303FA-712F-AB36-ADD5-F475053AF005}"/>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22</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3999566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25F23-BA3E-A039-B25F-3848EBD53E4B}"/>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F9DEFB6A-9213-EE32-C424-E9ED9C4D8451}"/>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06C2C6B0-F43F-6E9A-9AC0-5672E1D6BB97}"/>
              </a:ext>
            </a:extLst>
          </p:cNvPr>
          <p:cNvSpPr>
            <a:spLocks noGrp="1"/>
          </p:cNvSpPr>
          <p:nvPr>
            <p:ph type="body" idx="1"/>
          </p:nvPr>
        </p:nvSpPr>
        <p:spPr/>
        <p:txBody>
          <a:bodyPr/>
          <a:lstStyle/>
          <a:p>
            <a:r>
              <a:rPr lang="pt-BR" dirty="0"/>
              <a:t>      </a:t>
            </a:r>
          </a:p>
        </p:txBody>
      </p:sp>
      <p:sp>
        <p:nvSpPr>
          <p:cNvPr id="4" name="Espaço Reservado para Número de Slide 3">
            <a:extLst>
              <a:ext uri="{FF2B5EF4-FFF2-40B4-BE49-F238E27FC236}">
                <a16:creationId xmlns:a16="http://schemas.microsoft.com/office/drawing/2014/main" id="{8559D717-E752-AD85-8FD5-786553F8AA41}"/>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23</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321172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22B49-4913-9B40-91F6-A4B475A207E3}"/>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20AE0C32-DD81-5D18-0507-3882BD98435B}"/>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5877BE18-109E-D0C9-BE3C-A124FD218ED6}"/>
              </a:ext>
            </a:extLst>
          </p:cNvPr>
          <p:cNvSpPr>
            <a:spLocks noGrp="1"/>
          </p:cNvSpPr>
          <p:nvPr>
            <p:ph type="body" idx="1"/>
          </p:nvPr>
        </p:nvSpPr>
        <p:spPr/>
        <p:txBody>
          <a:bodyPr/>
          <a:lstStyle/>
          <a:p>
            <a:r>
              <a:rPr lang="pt-BR" dirty="0"/>
              <a:t>      </a:t>
            </a:r>
          </a:p>
        </p:txBody>
      </p:sp>
      <p:sp>
        <p:nvSpPr>
          <p:cNvPr id="4" name="Espaço Reservado para Número de Slide 3">
            <a:extLst>
              <a:ext uri="{FF2B5EF4-FFF2-40B4-BE49-F238E27FC236}">
                <a16:creationId xmlns:a16="http://schemas.microsoft.com/office/drawing/2014/main" id="{6BFBADE6-B33E-A621-BC55-E6D030238DDF}"/>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24</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0623128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6B385-9450-F82F-44CD-05987D9F10B4}"/>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00C3D43F-29C3-2C5D-EFFB-42544A01AEE6}"/>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A7157537-EFCC-63A3-0789-D3E70AC6B227}"/>
              </a:ext>
            </a:extLst>
          </p:cNvPr>
          <p:cNvSpPr>
            <a:spLocks noGrp="1"/>
          </p:cNvSpPr>
          <p:nvPr>
            <p:ph type="body" idx="1"/>
          </p:nvPr>
        </p:nvSpPr>
        <p:spPr/>
        <p:txBody>
          <a:bodyPr/>
          <a:lstStyle/>
          <a:p>
            <a:r>
              <a:rPr lang="pt-BR" dirty="0"/>
              <a:t>      </a:t>
            </a:r>
          </a:p>
        </p:txBody>
      </p:sp>
      <p:sp>
        <p:nvSpPr>
          <p:cNvPr id="4" name="Espaço Reservado para Número de Slide 3">
            <a:extLst>
              <a:ext uri="{FF2B5EF4-FFF2-40B4-BE49-F238E27FC236}">
                <a16:creationId xmlns:a16="http://schemas.microsoft.com/office/drawing/2014/main" id="{17799B6A-422C-3FA0-912D-24FEFF8063F8}"/>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25</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80369102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E5D1E-8BB7-3D17-9B8D-70F39BD32BA0}"/>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5C8031D0-3C3A-0043-F36A-A4FAAA6A2514}"/>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F1C4B1A8-FB2C-5604-E341-F61F4E250CED}"/>
              </a:ext>
            </a:extLst>
          </p:cNvPr>
          <p:cNvSpPr>
            <a:spLocks noGrp="1"/>
          </p:cNvSpPr>
          <p:nvPr>
            <p:ph type="body" idx="1"/>
          </p:nvPr>
        </p:nvSpPr>
        <p:spPr/>
        <p:txBody>
          <a:bodyPr/>
          <a:lstStyle/>
          <a:p>
            <a:r>
              <a:rPr lang="pt-BR" dirty="0"/>
              <a:t>      </a:t>
            </a:r>
          </a:p>
        </p:txBody>
      </p:sp>
      <p:sp>
        <p:nvSpPr>
          <p:cNvPr id="4" name="Espaço Reservado para Número de Slide 3">
            <a:extLst>
              <a:ext uri="{FF2B5EF4-FFF2-40B4-BE49-F238E27FC236}">
                <a16:creationId xmlns:a16="http://schemas.microsoft.com/office/drawing/2014/main" id="{AFC38A16-1A29-F355-A810-7CF24BCFC842}"/>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26</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19715988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01372-69BC-EF81-D448-DDBC380BC594}"/>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6248C2B3-1A20-CE1D-0963-8B52D916C3EE}"/>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F13C593C-70FA-3F17-9BC4-0B06787D8FE8}"/>
              </a:ext>
            </a:extLst>
          </p:cNvPr>
          <p:cNvSpPr>
            <a:spLocks noGrp="1"/>
          </p:cNvSpPr>
          <p:nvPr>
            <p:ph type="body" idx="1"/>
          </p:nvPr>
        </p:nvSpPr>
        <p:spPr/>
        <p:txBody>
          <a:bodyPr/>
          <a:lstStyle/>
          <a:p>
            <a:r>
              <a:rPr lang="pt-BR" dirty="0"/>
              <a:t>      </a:t>
            </a:r>
          </a:p>
        </p:txBody>
      </p:sp>
      <p:sp>
        <p:nvSpPr>
          <p:cNvPr id="4" name="Espaço Reservado para Número de Slide 3">
            <a:extLst>
              <a:ext uri="{FF2B5EF4-FFF2-40B4-BE49-F238E27FC236}">
                <a16:creationId xmlns:a16="http://schemas.microsoft.com/office/drawing/2014/main" id="{AB9C8A68-9A5F-F877-A6E8-05D574DD5795}"/>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27</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2958870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9041A-9AF7-F0CB-19B7-3CD9CCF5C161}"/>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3EAEA47B-2BB2-DB54-4A64-2E7F41156708}"/>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178191EA-FBFF-B979-D334-AA3C0B76A471}"/>
              </a:ext>
            </a:extLst>
          </p:cNvPr>
          <p:cNvSpPr>
            <a:spLocks noGrp="1"/>
          </p:cNvSpPr>
          <p:nvPr>
            <p:ph type="body" idx="1"/>
          </p:nvPr>
        </p:nvSpPr>
        <p:spPr/>
        <p:txBody>
          <a:bodyPr/>
          <a:lstStyle/>
          <a:p>
            <a:r>
              <a:rPr lang="pt-BR" dirty="0"/>
              <a:t>      </a:t>
            </a:r>
          </a:p>
        </p:txBody>
      </p:sp>
      <p:sp>
        <p:nvSpPr>
          <p:cNvPr id="4" name="Espaço Reservado para Número de Slide 3">
            <a:extLst>
              <a:ext uri="{FF2B5EF4-FFF2-40B4-BE49-F238E27FC236}">
                <a16:creationId xmlns:a16="http://schemas.microsoft.com/office/drawing/2014/main" id="{9DC1D218-AE83-BC86-CA18-E773DBC88FEC}"/>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28</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0244620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B6F72B-ED11-BFB2-3A4A-1F8764DF2566}"/>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6E798C24-B790-6326-179B-659F8B229C44}"/>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CECAB153-9828-C1DD-3E10-311511D008A6}"/>
              </a:ext>
            </a:extLst>
          </p:cNvPr>
          <p:cNvSpPr>
            <a:spLocks noGrp="1"/>
          </p:cNvSpPr>
          <p:nvPr>
            <p:ph type="body" idx="1"/>
          </p:nvPr>
        </p:nvSpPr>
        <p:spPr/>
        <p:txBody>
          <a:bodyPr/>
          <a:lstStyle/>
          <a:p>
            <a:r>
              <a:rPr lang="pt-BR" dirty="0"/>
              <a:t>      </a:t>
            </a:r>
          </a:p>
        </p:txBody>
      </p:sp>
      <p:sp>
        <p:nvSpPr>
          <p:cNvPr id="4" name="Espaço Reservado para Número de Slide 3">
            <a:extLst>
              <a:ext uri="{FF2B5EF4-FFF2-40B4-BE49-F238E27FC236}">
                <a16:creationId xmlns:a16="http://schemas.microsoft.com/office/drawing/2014/main" id="{92EAC40D-F31B-93DC-8D1A-E21BFA572CC3}"/>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29</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7856833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		</a:t>
            </a:r>
          </a:p>
        </p:txBody>
      </p:sp>
      <p:sp>
        <p:nvSpPr>
          <p:cNvPr id="4" name="Espaço Reservado para Número de Slid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30</a:t>
            </a:fld>
            <a:endParaRPr lang="en-US"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29200009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 Id="rId5" Type="http://schemas.openxmlformats.org/officeDocument/2006/relationships/image" Target="../media/image4.emf"/><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Master" Target="../slideMasters/slideMaster2.xml"/><Relationship Id="rId4" Type="http://schemas.openxmlformats.org/officeDocument/2006/relationships/image" Target="../media/image24.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2_Atividade_Resposta" userDrawn="1">
  <p:cSld name="2_Atividade_Resposta">
    <p:spTree>
      <p:nvGrpSpPr>
        <p:cNvPr id="1" name="Shape 244"/>
        <p:cNvGrpSpPr/>
        <p:nvPr/>
      </p:nvGrpSpPr>
      <p:grpSpPr>
        <a:xfrm>
          <a:off x="0" y="0"/>
          <a:ext cx="0" cy="0"/>
          <a:chOff x="0" y="0"/>
          <a:chExt cx="0" cy="0"/>
        </a:xfrm>
      </p:grpSpPr>
      <p:sp>
        <p:nvSpPr>
          <p:cNvPr id="12" name="Google Shape;550;p38">
            <a:extLst>
              <a:ext uri="{FF2B5EF4-FFF2-40B4-BE49-F238E27FC236}">
                <a16:creationId xmlns:a16="http://schemas.microsoft.com/office/drawing/2014/main" id="{B63D1618-4DC9-81A2-1395-7A581D0E2524}"/>
              </a:ext>
            </a:extLst>
          </p:cNvPr>
          <p:cNvSpPr/>
          <p:nvPr userDrawn="1"/>
        </p:nvSpPr>
        <p:spPr>
          <a:xfrm>
            <a:off x="4324935" y="3043509"/>
            <a:ext cx="6070350" cy="5425400"/>
          </a:xfrm>
          <a:prstGeom prst="rect">
            <a:avLst/>
          </a:prstGeom>
          <a:no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chemeClr val="dk1"/>
              </a:solidFill>
              <a:latin typeface="Poppins"/>
              <a:ea typeface="Poppins"/>
              <a:cs typeface="Poppins"/>
              <a:sym typeface="Poppins"/>
            </a:endParaRPr>
          </a:p>
        </p:txBody>
      </p:sp>
      <p:sp>
        <p:nvSpPr>
          <p:cNvPr id="13" name="Google Shape;552;p38">
            <a:extLst>
              <a:ext uri="{FF2B5EF4-FFF2-40B4-BE49-F238E27FC236}">
                <a16:creationId xmlns:a16="http://schemas.microsoft.com/office/drawing/2014/main" id="{642E7FBD-2EAE-B480-D2C0-0E05D335427E}"/>
              </a:ext>
            </a:extLst>
          </p:cNvPr>
          <p:cNvSpPr/>
          <p:nvPr userDrawn="1"/>
        </p:nvSpPr>
        <p:spPr>
          <a:xfrm>
            <a:off x="10830009" y="3043509"/>
            <a:ext cx="6070350" cy="5425400"/>
          </a:xfrm>
          <a:prstGeom prst="rect">
            <a:avLst/>
          </a:prstGeom>
          <a:no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chemeClr val="dk1"/>
              </a:solidFill>
              <a:latin typeface="Poppins"/>
              <a:ea typeface="Poppins"/>
              <a:cs typeface="Poppins"/>
              <a:sym typeface="Poppins"/>
            </a:endParaRPr>
          </a:p>
        </p:txBody>
      </p:sp>
      <p:sp>
        <p:nvSpPr>
          <p:cNvPr id="14" name="Google Shape;555;p38">
            <a:extLst>
              <a:ext uri="{FF2B5EF4-FFF2-40B4-BE49-F238E27FC236}">
                <a16:creationId xmlns:a16="http://schemas.microsoft.com/office/drawing/2014/main" id="{690CC235-292D-45C9-F973-86247E174E3A}"/>
              </a:ext>
            </a:extLst>
          </p:cNvPr>
          <p:cNvSpPr txBox="1"/>
          <p:nvPr userDrawn="1"/>
        </p:nvSpPr>
        <p:spPr>
          <a:xfrm>
            <a:off x="4324934" y="3763723"/>
            <a:ext cx="6070349" cy="415498"/>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2700"/>
              <a:buFont typeface="Arial"/>
              <a:buNone/>
            </a:pPr>
            <a:r>
              <a:rPr lang="pt-BR" sz="2700" b="1" i="0" u="none" strike="noStrike" cap="none" noProof="0" dirty="0">
                <a:solidFill>
                  <a:schemeClr val="tx1"/>
                </a:solidFill>
                <a:latin typeface="Poppins"/>
                <a:ea typeface="Poppins"/>
                <a:cs typeface="Poppins"/>
                <a:sym typeface="Poppins"/>
              </a:rPr>
              <a:t>Materiais necessários</a:t>
            </a:r>
          </a:p>
        </p:txBody>
      </p:sp>
      <p:sp>
        <p:nvSpPr>
          <p:cNvPr id="15" name="Google Shape;556;p38">
            <a:extLst>
              <a:ext uri="{FF2B5EF4-FFF2-40B4-BE49-F238E27FC236}">
                <a16:creationId xmlns:a16="http://schemas.microsoft.com/office/drawing/2014/main" id="{03565EBF-03F3-84DC-8861-14074402225D}"/>
              </a:ext>
            </a:extLst>
          </p:cNvPr>
          <p:cNvSpPr txBox="1"/>
          <p:nvPr userDrawn="1"/>
        </p:nvSpPr>
        <p:spPr>
          <a:xfrm>
            <a:off x="10830010" y="3763723"/>
            <a:ext cx="6070349" cy="415498"/>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2700"/>
              <a:buFont typeface="Arial"/>
              <a:buNone/>
            </a:pPr>
            <a:r>
              <a:rPr lang="pt-BR" sz="2700" b="1" i="0" u="none" strike="noStrike" cap="none" noProof="0" dirty="0">
                <a:solidFill>
                  <a:schemeClr val="tx1"/>
                </a:solidFill>
                <a:latin typeface="Poppins"/>
                <a:ea typeface="Poppins"/>
                <a:cs typeface="Poppins"/>
                <a:sym typeface="Poppins"/>
              </a:rPr>
              <a:t>Passo a passo</a:t>
            </a:r>
          </a:p>
        </p:txBody>
      </p:sp>
      <p:sp>
        <p:nvSpPr>
          <p:cNvPr id="25" name="Google Shape;551;p38">
            <a:extLst>
              <a:ext uri="{FF2B5EF4-FFF2-40B4-BE49-F238E27FC236}">
                <a16:creationId xmlns:a16="http://schemas.microsoft.com/office/drawing/2014/main" id="{CD83FF8F-63B7-0CEA-B429-A2BCF2BB7487}"/>
              </a:ext>
            </a:extLst>
          </p:cNvPr>
          <p:cNvSpPr/>
          <p:nvPr userDrawn="1"/>
        </p:nvSpPr>
        <p:spPr>
          <a:xfrm rot="10800000">
            <a:off x="6784410" y="2276623"/>
            <a:ext cx="1151397" cy="1274247"/>
          </a:xfrm>
          <a:custGeom>
            <a:avLst/>
            <a:gdLst/>
            <a:ahLst/>
            <a:cxnLst/>
            <a:rect l="l" t="t" r="r" b="b"/>
            <a:pathLst>
              <a:path w="14910" h="22743" extrusionOk="0">
                <a:moveTo>
                  <a:pt x="7449" y="0"/>
                </a:moveTo>
                <a:cubicBezTo>
                  <a:pt x="7363" y="0"/>
                  <a:pt x="7277" y="40"/>
                  <a:pt x="7219" y="121"/>
                </a:cubicBezTo>
                <a:lnTo>
                  <a:pt x="4981" y="3220"/>
                </a:lnTo>
                <a:lnTo>
                  <a:pt x="1079" y="3220"/>
                </a:lnTo>
                <a:cubicBezTo>
                  <a:pt x="482" y="3220"/>
                  <a:pt x="0" y="3702"/>
                  <a:pt x="0" y="4298"/>
                </a:cubicBezTo>
                <a:lnTo>
                  <a:pt x="0" y="21652"/>
                </a:lnTo>
                <a:cubicBezTo>
                  <a:pt x="0" y="22249"/>
                  <a:pt x="482" y="22742"/>
                  <a:pt x="1079" y="22742"/>
                </a:cubicBezTo>
                <a:lnTo>
                  <a:pt x="13830" y="22742"/>
                </a:lnTo>
                <a:cubicBezTo>
                  <a:pt x="14427" y="22742"/>
                  <a:pt x="14909" y="22249"/>
                  <a:pt x="14909" y="21652"/>
                </a:cubicBezTo>
                <a:lnTo>
                  <a:pt x="14909" y="4298"/>
                </a:lnTo>
                <a:cubicBezTo>
                  <a:pt x="14909" y="3708"/>
                  <a:pt x="14438" y="3219"/>
                  <a:pt x="13851" y="3219"/>
                </a:cubicBezTo>
                <a:cubicBezTo>
                  <a:pt x="13844" y="3219"/>
                  <a:pt x="13837" y="3219"/>
                  <a:pt x="13830" y="3220"/>
                </a:cubicBezTo>
                <a:lnTo>
                  <a:pt x="9916" y="3220"/>
                </a:lnTo>
                <a:lnTo>
                  <a:pt x="7678" y="121"/>
                </a:lnTo>
                <a:cubicBezTo>
                  <a:pt x="7621" y="40"/>
                  <a:pt x="7535" y="0"/>
                  <a:pt x="7449" y="0"/>
                </a:cubicBezTo>
                <a:close/>
              </a:path>
            </a:pathLst>
          </a:custGeom>
          <a:solidFill>
            <a:srgbClr val="529AC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chemeClr val="dk1"/>
              </a:solidFill>
              <a:latin typeface="Poppins"/>
              <a:ea typeface="Poppins"/>
              <a:cs typeface="Poppins"/>
              <a:sym typeface="Poppins"/>
            </a:endParaRPr>
          </a:p>
        </p:txBody>
      </p:sp>
      <p:pic>
        <p:nvPicPr>
          <p:cNvPr id="27" name="Gráfico 26">
            <a:extLst>
              <a:ext uri="{FF2B5EF4-FFF2-40B4-BE49-F238E27FC236}">
                <a16:creationId xmlns:a16="http://schemas.microsoft.com/office/drawing/2014/main" id="{0A2D55E2-F6DC-1B1A-6206-C9A21DB9570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937578" y="2478729"/>
            <a:ext cx="919981" cy="625587"/>
          </a:xfrm>
          <a:prstGeom prst="rect">
            <a:avLst/>
          </a:prstGeom>
        </p:spPr>
      </p:pic>
      <p:sp>
        <p:nvSpPr>
          <p:cNvPr id="26" name="Google Shape;553;p38">
            <a:extLst>
              <a:ext uri="{FF2B5EF4-FFF2-40B4-BE49-F238E27FC236}">
                <a16:creationId xmlns:a16="http://schemas.microsoft.com/office/drawing/2014/main" id="{5669D558-D8B7-9B54-34D3-9E8D442164C5}"/>
              </a:ext>
            </a:extLst>
          </p:cNvPr>
          <p:cNvSpPr/>
          <p:nvPr userDrawn="1"/>
        </p:nvSpPr>
        <p:spPr>
          <a:xfrm rot="10800000">
            <a:off x="13289486" y="2276623"/>
            <a:ext cx="1151397" cy="1274247"/>
          </a:xfrm>
          <a:custGeom>
            <a:avLst/>
            <a:gdLst/>
            <a:ahLst/>
            <a:cxnLst/>
            <a:rect l="l" t="t" r="r" b="b"/>
            <a:pathLst>
              <a:path w="14910" h="22743" extrusionOk="0">
                <a:moveTo>
                  <a:pt x="7449" y="0"/>
                </a:moveTo>
                <a:cubicBezTo>
                  <a:pt x="7363" y="0"/>
                  <a:pt x="7277" y="40"/>
                  <a:pt x="7219" y="121"/>
                </a:cubicBezTo>
                <a:lnTo>
                  <a:pt x="4981" y="3220"/>
                </a:lnTo>
                <a:lnTo>
                  <a:pt x="1079" y="3220"/>
                </a:lnTo>
                <a:cubicBezTo>
                  <a:pt x="482" y="3220"/>
                  <a:pt x="0" y="3702"/>
                  <a:pt x="0" y="4298"/>
                </a:cubicBezTo>
                <a:lnTo>
                  <a:pt x="0" y="21652"/>
                </a:lnTo>
                <a:cubicBezTo>
                  <a:pt x="0" y="22249"/>
                  <a:pt x="482" y="22742"/>
                  <a:pt x="1079" y="22742"/>
                </a:cubicBezTo>
                <a:lnTo>
                  <a:pt x="13830" y="22742"/>
                </a:lnTo>
                <a:cubicBezTo>
                  <a:pt x="14427" y="22742"/>
                  <a:pt x="14909" y="22249"/>
                  <a:pt x="14909" y="21652"/>
                </a:cubicBezTo>
                <a:lnTo>
                  <a:pt x="14909" y="4298"/>
                </a:lnTo>
                <a:cubicBezTo>
                  <a:pt x="14909" y="3708"/>
                  <a:pt x="14438" y="3219"/>
                  <a:pt x="13851" y="3219"/>
                </a:cubicBezTo>
                <a:cubicBezTo>
                  <a:pt x="13844" y="3219"/>
                  <a:pt x="13837" y="3219"/>
                  <a:pt x="13830" y="3220"/>
                </a:cubicBezTo>
                <a:lnTo>
                  <a:pt x="9916" y="3220"/>
                </a:lnTo>
                <a:lnTo>
                  <a:pt x="7678" y="121"/>
                </a:lnTo>
                <a:cubicBezTo>
                  <a:pt x="7621" y="40"/>
                  <a:pt x="7535" y="0"/>
                  <a:pt x="7449" y="0"/>
                </a:cubicBezTo>
                <a:close/>
              </a:path>
            </a:pathLst>
          </a:custGeom>
          <a:solidFill>
            <a:srgbClr val="529AC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dirty="0">
              <a:solidFill>
                <a:schemeClr val="dk1"/>
              </a:solidFill>
              <a:latin typeface="Calibri"/>
              <a:ea typeface="Calibri"/>
              <a:cs typeface="Calibri"/>
              <a:sym typeface="Calibri"/>
            </a:endParaRPr>
          </a:p>
        </p:txBody>
      </p:sp>
      <p:pic>
        <p:nvPicPr>
          <p:cNvPr id="28" name="Gráfico 27">
            <a:extLst>
              <a:ext uri="{FF2B5EF4-FFF2-40B4-BE49-F238E27FC236}">
                <a16:creationId xmlns:a16="http://schemas.microsoft.com/office/drawing/2014/main" id="{2A2DE510-28AA-A9FA-EF96-ADC1ED86D10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3568672" y="2449466"/>
            <a:ext cx="675825" cy="661446"/>
          </a:xfrm>
          <a:prstGeom prst="rect">
            <a:avLst/>
          </a:prstGeom>
        </p:spPr>
      </p:pic>
      <p:sp>
        <p:nvSpPr>
          <p:cNvPr id="43" name="Espaço Reservado para Texto 42">
            <a:extLst>
              <a:ext uri="{FF2B5EF4-FFF2-40B4-BE49-F238E27FC236}">
                <a16:creationId xmlns:a16="http://schemas.microsoft.com/office/drawing/2014/main" id="{72E00D2B-696A-7CA4-B294-8A4F6F5EABA8}"/>
              </a:ext>
            </a:extLst>
          </p:cNvPr>
          <p:cNvSpPr>
            <a:spLocks noGrp="1"/>
          </p:cNvSpPr>
          <p:nvPr>
            <p:ph type="body" sz="quarter" idx="10"/>
          </p:nvPr>
        </p:nvSpPr>
        <p:spPr>
          <a:xfrm>
            <a:off x="4606925" y="928688"/>
            <a:ext cx="10020958" cy="724735"/>
          </a:xfrm>
          <a:prstGeom prst="rect">
            <a:avLst/>
          </a:prstGeom>
        </p:spPr>
        <p:txBody>
          <a:bodyPr/>
          <a:lstStyle/>
          <a:p>
            <a:pPr lvl="0"/>
            <a:endParaRPr lang="pt-BR"/>
          </a:p>
        </p:txBody>
      </p:sp>
      <p:sp>
        <p:nvSpPr>
          <p:cNvPr id="44" name="Espaço Reservado para Texto 42">
            <a:extLst>
              <a:ext uri="{FF2B5EF4-FFF2-40B4-BE49-F238E27FC236}">
                <a16:creationId xmlns:a16="http://schemas.microsoft.com/office/drawing/2014/main" id="{118B8204-3952-1CCE-5DDA-09799D963BDF}"/>
              </a:ext>
            </a:extLst>
          </p:cNvPr>
          <p:cNvSpPr>
            <a:spLocks noGrp="1"/>
          </p:cNvSpPr>
          <p:nvPr>
            <p:ph type="body" sz="quarter" idx="11"/>
          </p:nvPr>
        </p:nvSpPr>
        <p:spPr>
          <a:xfrm>
            <a:off x="641669" y="4538602"/>
            <a:ext cx="2798011" cy="642937"/>
          </a:xfrm>
          <a:prstGeom prst="rect">
            <a:avLst/>
          </a:prstGeom>
        </p:spPr>
        <p:txBody>
          <a:bodyPr/>
          <a:lstStyle/>
          <a:p>
            <a:pPr lvl="0"/>
            <a:endParaRPr lang="pt-BR"/>
          </a:p>
        </p:txBody>
      </p:sp>
      <p:sp>
        <p:nvSpPr>
          <p:cNvPr id="47" name="Espaço Reservado para Texto 42">
            <a:extLst>
              <a:ext uri="{FF2B5EF4-FFF2-40B4-BE49-F238E27FC236}">
                <a16:creationId xmlns:a16="http://schemas.microsoft.com/office/drawing/2014/main" id="{E46ABB28-D7A5-0F46-EF31-F1C12A67E799}"/>
              </a:ext>
            </a:extLst>
          </p:cNvPr>
          <p:cNvSpPr>
            <a:spLocks noGrp="1"/>
          </p:cNvSpPr>
          <p:nvPr>
            <p:ph type="body" sz="quarter" idx="12"/>
          </p:nvPr>
        </p:nvSpPr>
        <p:spPr>
          <a:xfrm>
            <a:off x="1387641" y="6084650"/>
            <a:ext cx="2758756" cy="642937"/>
          </a:xfrm>
          <a:prstGeom prst="rect">
            <a:avLst/>
          </a:prstGeom>
        </p:spPr>
        <p:txBody>
          <a:bodyPr/>
          <a:lstStyle/>
          <a:p>
            <a:pPr lvl="0"/>
            <a:endParaRPr lang="pt-BR"/>
          </a:p>
        </p:txBody>
      </p:sp>
      <p:sp>
        <p:nvSpPr>
          <p:cNvPr id="48" name="Espaço Reservado para Texto 42">
            <a:extLst>
              <a:ext uri="{FF2B5EF4-FFF2-40B4-BE49-F238E27FC236}">
                <a16:creationId xmlns:a16="http://schemas.microsoft.com/office/drawing/2014/main" id="{BF847B60-BEEF-1E56-730D-C01E43BCC2AB}"/>
              </a:ext>
            </a:extLst>
          </p:cNvPr>
          <p:cNvSpPr>
            <a:spLocks noGrp="1"/>
          </p:cNvSpPr>
          <p:nvPr>
            <p:ph type="body" sz="quarter" idx="13" hasCustomPrompt="1"/>
          </p:nvPr>
        </p:nvSpPr>
        <p:spPr>
          <a:xfrm>
            <a:off x="1359066" y="7270513"/>
            <a:ext cx="2758756" cy="642937"/>
          </a:xfrm>
          <a:prstGeom prst="rect">
            <a:avLst/>
          </a:prstGeom>
        </p:spPr>
        <p:txBody>
          <a:bodyPr/>
          <a:lstStyle>
            <a:lvl1pPr>
              <a:defRPr sz="2400">
                <a:latin typeface="Poppins" panose="00000500000000000000" pitchFamily="2" charset="0"/>
                <a:cs typeface="Poppins" panose="00000500000000000000" pitchFamily="2" charset="0"/>
              </a:defRPr>
            </a:lvl1pPr>
          </a:lstStyle>
          <a:p>
            <a:pPr lvl="0"/>
            <a:r>
              <a:rPr lang="pt-BR"/>
              <a:t>Em grupo</a:t>
            </a:r>
          </a:p>
        </p:txBody>
      </p:sp>
      <p:pic>
        <p:nvPicPr>
          <p:cNvPr id="6" name="Imagem 5">
            <a:extLst>
              <a:ext uri="{FF2B5EF4-FFF2-40B4-BE49-F238E27FC236}">
                <a16:creationId xmlns:a16="http://schemas.microsoft.com/office/drawing/2014/main" id="{CC5FFF7D-1C54-C08B-C31E-EBF456081087}"/>
              </a:ext>
            </a:extLst>
          </p:cNvPr>
          <p:cNvPicPr>
            <a:picLocks/>
          </p:cNvPicPr>
          <p:nvPr userDrawn="1"/>
        </p:nvPicPr>
        <p:blipFill>
          <a:blip r:embed="rId4"/>
          <a:stretch>
            <a:fillRect/>
          </a:stretch>
        </p:blipFill>
        <p:spPr>
          <a:xfrm>
            <a:off x="396001" y="421201"/>
            <a:ext cx="3434405" cy="2390404"/>
          </a:xfrm>
          <a:prstGeom prst="rect">
            <a:avLst/>
          </a:prstGeom>
        </p:spPr>
      </p:pic>
      <p:sp>
        <p:nvSpPr>
          <p:cNvPr id="5" name="Google Shape;207;p37">
            <a:extLst>
              <a:ext uri="{FF2B5EF4-FFF2-40B4-BE49-F238E27FC236}">
                <a16:creationId xmlns:a16="http://schemas.microsoft.com/office/drawing/2014/main" id="{8D519054-56C9-E8DC-6002-F426D55631A8}"/>
              </a:ext>
            </a:extLst>
          </p:cNvPr>
          <p:cNvSpPr txBox="1"/>
          <p:nvPr userDrawn="1"/>
        </p:nvSpPr>
        <p:spPr>
          <a:xfrm>
            <a:off x="851621" y="1158906"/>
            <a:ext cx="2590921"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dirty="0">
                <a:solidFill>
                  <a:srgbClr val="FFFFFF"/>
                </a:solidFill>
                <a:latin typeface="Poppins Light" pitchFamily="2" charset="77"/>
                <a:ea typeface="Poppins Light"/>
                <a:cs typeface="Poppins Light" pitchFamily="2" charset="77"/>
                <a:sym typeface="Poppins Light"/>
              </a:rPr>
              <a:t>Colocando</a:t>
            </a:r>
            <a:br>
              <a:rPr lang="pt-BR" sz="3500" b="0" i="0" u="none" strike="noStrike" cap="none" dirty="0">
                <a:solidFill>
                  <a:srgbClr val="FFFFFF"/>
                </a:solidFill>
                <a:latin typeface="Poppins Light" pitchFamily="2" charset="77"/>
                <a:ea typeface="Poppins Light"/>
                <a:cs typeface="Poppins Light" pitchFamily="2" charset="77"/>
                <a:sym typeface="Poppins Light"/>
              </a:rPr>
            </a:br>
            <a:r>
              <a:rPr lang="pt-BR" sz="3500" b="0" i="0" u="none" strike="noStrike" cap="none" dirty="0">
                <a:solidFill>
                  <a:srgbClr val="FFFFFF"/>
                </a:solidFill>
                <a:latin typeface="Poppins Light" pitchFamily="2" charset="77"/>
                <a:ea typeface="Poppins Light"/>
                <a:cs typeface="Poppins Light" pitchFamily="2" charset="77"/>
                <a:sym typeface="Poppins Light"/>
              </a:rPr>
              <a:t>em </a:t>
            </a:r>
            <a:r>
              <a:rPr lang="pt-BR" sz="3500" b="1" i="0" u="none" strike="noStrike" cap="none" dirty="0">
                <a:solidFill>
                  <a:srgbClr val="FFFFFF"/>
                </a:solidFill>
                <a:latin typeface="Poppins"/>
                <a:ea typeface="Poppins"/>
                <a:cs typeface="Poppins"/>
                <a:sym typeface="Poppins"/>
              </a:rPr>
              <a:t>prática</a:t>
            </a:r>
            <a:endParaRPr sz="3500" b="0" i="0" u="none" strike="noStrike" cap="none" dirty="0">
              <a:solidFill>
                <a:srgbClr val="FFFFFF"/>
              </a:solidFill>
              <a:latin typeface="Poppins Light"/>
              <a:ea typeface="Poppins Light"/>
              <a:cs typeface="Poppins Light"/>
              <a:sym typeface="Poppins Light"/>
            </a:endParaRPr>
          </a:p>
        </p:txBody>
      </p:sp>
      <p:sp>
        <p:nvSpPr>
          <p:cNvPr id="2" name="Google Shape;562;p38">
            <a:extLst>
              <a:ext uri="{FF2B5EF4-FFF2-40B4-BE49-F238E27FC236}">
                <a16:creationId xmlns:a16="http://schemas.microsoft.com/office/drawing/2014/main" id="{DC2E51EA-7A9E-03EB-F489-7558738ECDF2}"/>
              </a:ext>
            </a:extLst>
          </p:cNvPr>
          <p:cNvSpPr txBox="1"/>
          <p:nvPr userDrawn="1"/>
        </p:nvSpPr>
        <p:spPr>
          <a:xfrm>
            <a:off x="4958755" y="8923165"/>
            <a:ext cx="9285741"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pt-BR" sz="1800" b="1" i="0" u="none" strike="noStrike" cap="none" noProof="0" dirty="0">
                <a:solidFill>
                  <a:schemeClr val="dk1"/>
                </a:solidFill>
                <a:latin typeface="Poppins"/>
                <a:ea typeface="Poppins"/>
                <a:cs typeface="Poppins"/>
                <a:sym typeface="Poppins"/>
              </a:rPr>
              <a:t>Baixe o roteiro dessa atividade</a:t>
            </a:r>
            <a:endParaRPr lang="pt-BR" sz="1800" b="0" i="0" u="none" strike="noStrike" cap="none" noProof="0" dirty="0">
              <a:solidFill>
                <a:srgbClr val="000000"/>
              </a:solidFill>
              <a:latin typeface="Poppins"/>
              <a:ea typeface="Poppins"/>
              <a:cs typeface="Poppins"/>
              <a:sym typeface="Poppins"/>
            </a:endParaRPr>
          </a:p>
        </p:txBody>
      </p:sp>
      <p:pic>
        <p:nvPicPr>
          <p:cNvPr id="7" name="Imagem 6">
            <a:extLst>
              <a:ext uri="{FF2B5EF4-FFF2-40B4-BE49-F238E27FC236}">
                <a16:creationId xmlns:a16="http://schemas.microsoft.com/office/drawing/2014/main" id="{EC34FE3E-47A8-E9EA-DBAE-A2C1931AD7E3}"/>
              </a:ext>
            </a:extLst>
          </p:cNvPr>
          <p:cNvPicPr>
            <a:picLocks noChangeAspect="1"/>
          </p:cNvPicPr>
          <p:nvPr userDrawn="1"/>
        </p:nvPicPr>
        <p:blipFill>
          <a:blip r:embed="rId5"/>
          <a:stretch>
            <a:fillRect/>
          </a:stretch>
        </p:blipFill>
        <p:spPr>
          <a:xfrm>
            <a:off x="4353070" y="8693932"/>
            <a:ext cx="545339" cy="654407"/>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Layout Personalizado">
    <p:spTree>
      <p:nvGrpSpPr>
        <p:cNvPr id="1" name=""/>
        <p:cNvGrpSpPr/>
        <p:nvPr/>
      </p:nvGrpSpPr>
      <p:grpSpPr>
        <a:xfrm>
          <a:off x="0" y="0"/>
          <a:ext cx="0" cy="0"/>
          <a:chOff x="0" y="0"/>
          <a:chExt cx="0" cy="0"/>
        </a:xfrm>
      </p:grpSpPr>
      <p:sp>
        <p:nvSpPr>
          <p:cNvPr id="10" name="Retângulo 9">
            <a:extLst>
              <a:ext uri="{FF2B5EF4-FFF2-40B4-BE49-F238E27FC236}">
                <a16:creationId xmlns:a16="http://schemas.microsoft.com/office/drawing/2014/main" id="{0F2ED3E9-3B0B-E370-C738-4D436A14D453}"/>
              </a:ext>
            </a:extLst>
          </p:cNvPr>
          <p:cNvSpPr/>
          <p:nvPr userDrawn="1"/>
        </p:nvSpPr>
        <p:spPr>
          <a:xfrm>
            <a:off x="0" y="0"/>
            <a:ext cx="18288000" cy="10287000"/>
          </a:xfrm>
          <a:prstGeom prst="rect">
            <a:avLst/>
          </a:prstGeom>
          <a:solidFill>
            <a:srgbClr val="BFBFB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pic>
        <p:nvPicPr>
          <p:cNvPr id="12" name="Imagem 11">
            <a:extLst>
              <a:ext uri="{FF2B5EF4-FFF2-40B4-BE49-F238E27FC236}">
                <a16:creationId xmlns:a16="http://schemas.microsoft.com/office/drawing/2014/main" id="{7ECDDDFB-F99E-B3C7-7D00-F3D771E81D89}"/>
              </a:ext>
            </a:extLst>
          </p:cNvPr>
          <p:cNvPicPr>
            <a:picLocks/>
          </p:cNvPicPr>
          <p:nvPr userDrawn="1"/>
        </p:nvPicPr>
        <p:blipFill>
          <a:blip r:embed="rId2"/>
          <a:stretch>
            <a:fillRect/>
          </a:stretch>
        </p:blipFill>
        <p:spPr>
          <a:xfrm>
            <a:off x="8704814" y="2055603"/>
            <a:ext cx="6307210" cy="4564807"/>
          </a:xfrm>
          <a:prstGeom prst="rect">
            <a:avLst/>
          </a:prstGeom>
        </p:spPr>
      </p:pic>
      <p:pic>
        <p:nvPicPr>
          <p:cNvPr id="9" name="Imagem 8">
            <a:extLst>
              <a:ext uri="{FF2B5EF4-FFF2-40B4-BE49-F238E27FC236}">
                <a16:creationId xmlns:a16="http://schemas.microsoft.com/office/drawing/2014/main" id="{D4F50C67-27BC-46A0-E666-AF0401AAE627}"/>
              </a:ext>
            </a:extLst>
          </p:cNvPr>
          <p:cNvPicPr>
            <a:picLocks/>
          </p:cNvPicPr>
          <p:nvPr userDrawn="1"/>
        </p:nvPicPr>
        <p:blipFill>
          <a:blip r:embed="rId2"/>
          <a:stretch>
            <a:fillRect/>
          </a:stretch>
        </p:blipFill>
        <p:spPr>
          <a:xfrm>
            <a:off x="8704814" y="2055603"/>
            <a:ext cx="6307210" cy="4564807"/>
          </a:xfrm>
          <a:prstGeom prst="rect">
            <a:avLst/>
          </a:prstGeom>
        </p:spPr>
      </p:pic>
      <p:sp>
        <p:nvSpPr>
          <p:cNvPr id="7" name="TextBox 4">
            <a:extLst>
              <a:ext uri="{FF2B5EF4-FFF2-40B4-BE49-F238E27FC236}">
                <a16:creationId xmlns:a16="http://schemas.microsoft.com/office/drawing/2014/main" id="{CF524BA5-8A5B-145B-7D69-2189A7ECA0A4}"/>
              </a:ext>
            </a:extLst>
          </p:cNvPr>
          <p:cNvSpPr txBox="1"/>
          <p:nvPr userDrawn="1"/>
        </p:nvSpPr>
        <p:spPr>
          <a:xfrm>
            <a:off x="3224043" y="3598169"/>
            <a:ext cx="5102506" cy="2344928"/>
          </a:xfrm>
          <a:prstGeom prst="rect">
            <a:avLst/>
          </a:prstGeom>
        </p:spPr>
        <p:txBody>
          <a:bodyPr lIns="0" tIns="0" rIns="0" bIns="0" rtlCol="0" anchor="t">
            <a:spAutoFit/>
          </a:bodyPr>
          <a:lstStyle/>
          <a:p>
            <a:pPr algn="r">
              <a:lnSpc>
                <a:spcPts val="6015"/>
              </a:lnSpc>
            </a:pPr>
            <a:r>
              <a:rPr lang="pt-BR" sz="6399" noProof="0" dirty="0">
                <a:solidFill>
                  <a:srgbClr val="000000"/>
                </a:solidFill>
                <a:latin typeface="Poppins Bold"/>
              </a:rPr>
              <a:t>Educação Profissional Paulista</a:t>
            </a:r>
          </a:p>
        </p:txBody>
      </p:sp>
      <p:sp>
        <p:nvSpPr>
          <p:cNvPr id="2" name="TextBox 5">
            <a:extLst>
              <a:ext uri="{FF2B5EF4-FFF2-40B4-BE49-F238E27FC236}">
                <a16:creationId xmlns:a16="http://schemas.microsoft.com/office/drawing/2014/main" id="{6DBC72C7-C710-800A-C379-F6C1DBE65031}"/>
              </a:ext>
            </a:extLst>
          </p:cNvPr>
          <p:cNvSpPr txBox="1"/>
          <p:nvPr userDrawn="1"/>
        </p:nvSpPr>
        <p:spPr>
          <a:xfrm>
            <a:off x="9104402" y="3475910"/>
            <a:ext cx="5367683" cy="846386"/>
          </a:xfrm>
          <a:prstGeom prst="rect">
            <a:avLst/>
          </a:prstGeom>
        </p:spPr>
        <p:txBody>
          <a:bodyPr lIns="0" tIns="0" rIns="0" bIns="0" rtlCol="0" anchor="t">
            <a:spAutoFit/>
          </a:bodyPr>
          <a:lstStyle/>
          <a:p>
            <a:pPr>
              <a:lnSpc>
                <a:spcPts val="6845"/>
              </a:lnSpc>
            </a:pPr>
            <a:r>
              <a:rPr lang="pt-BR" sz="5000" noProof="0" dirty="0">
                <a:solidFill>
                  <a:srgbClr val="FFFFFF"/>
                </a:solidFill>
                <a:latin typeface="Poppins Light"/>
              </a:rPr>
              <a:t>Técnico em </a:t>
            </a:r>
          </a:p>
        </p:txBody>
      </p:sp>
      <p:sp>
        <p:nvSpPr>
          <p:cNvPr id="4" name="TextBox 6">
            <a:extLst>
              <a:ext uri="{FF2B5EF4-FFF2-40B4-BE49-F238E27FC236}">
                <a16:creationId xmlns:a16="http://schemas.microsoft.com/office/drawing/2014/main" id="{6C42670F-F865-673C-461A-99A20C35AD88}"/>
              </a:ext>
            </a:extLst>
          </p:cNvPr>
          <p:cNvSpPr txBox="1"/>
          <p:nvPr userDrawn="1"/>
        </p:nvSpPr>
        <p:spPr>
          <a:xfrm>
            <a:off x="9174600" y="4344718"/>
            <a:ext cx="5510664" cy="1446550"/>
          </a:xfrm>
          <a:prstGeom prst="rect">
            <a:avLst/>
          </a:prstGeom>
        </p:spPr>
        <p:txBody>
          <a:bodyPr wrap="square" lIns="0" tIns="0" rIns="0" bIns="0" rtlCol="0" anchor="t">
            <a:spAutoFit/>
          </a:bodyPr>
          <a:lstStyle/>
          <a:p>
            <a:pPr>
              <a:lnSpc>
                <a:spcPct val="100000"/>
              </a:lnSpc>
            </a:pPr>
            <a:r>
              <a:rPr lang="pt-BR" sz="4700" noProof="0" dirty="0">
                <a:solidFill>
                  <a:srgbClr val="FFFFFF"/>
                </a:solidFill>
                <a:latin typeface="Poppins Bold"/>
              </a:rPr>
              <a:t>Desenvolvimento de Sistemas</a:t>
            </a:r>
          </a:p>
        </p:txBody>
      </p:sp>
      <p:pic>
        <p:nvPicPr>
          <p:cNvPr id="5" name="Imagem 4">
            <a:extLst>
              <a:ext uri="{FF2B5EF4-FFF2-40B4-BE49-F238E27FC236}">
                <a16:creationId xmlns:a16="http://schemas.microsoft.com/office/drawing/2014/main" id="{21B43CBA-7BB7-68DE-75FA-492A273D9E99}"/>
              </a:ext>
            </a:extLst>
          </p:cNvPr>
          <p:cNvPicPr>
            <a:picLocks/>
          </p:cNvPicPr>
          <p:nvPr userDrawn="1"/>
        </p:nvPicPr>
        <p:blipFill>
          <a:blip r:embed="rId3"/>
          <a:stretch>
            <a:fillRect/>
          </a:stretch>
        </p:blipFill>
        <p:spPr>
          <a:xfrm>
            <a:off x="7243211" y="8078412"/>
            <a:ext cx="3805206" cy="1720803"/>
          </a:xfrm>
          <a:prstGeom prst="rect">
            <a:avLst/>
          </a:prstGeom>
        </p:spPr>
      </p:pic>
    </p:spTree>
    <p:extLst>
      <p:ext uri="{BB962C8B-B14F-4D97-AF65-F5344CB8AC3E}">
        <p14:creationId xmlns:p14="http://schemas.microsoft.com/office/powerpoint/2010/main" val="1774967734"/>
      </p:ext>
    </p:extLst>
  </p:cSld>
  <p:clrMapOvr>
    <a:masterClrMapping/>
  </p:clrMapOvr>
  <p:extLst>
    <p:ext uri="{DCECCB84-F9BA-43D5-87BE-67443E8EF086}">
      <p15:sldGuideLst xmlns:p15="http://schemas.microsoft.com/office/powerpoint/2012/main">
        <p15:guide id="1" orient="horz" pos="3240" userDrawn="1">
          <p15:clr>
            <a:srgbClr val="FBAE40"/>
          </p15:clr>
        </p15:guide>
        <p15:guide id="2" pos="576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Layout Personalizado" userDrawn="1">
  <p:cSld name="Layout Personalizado">
    <p:spTree>
      <p:nvGrpSpPr>
        <p:cNvPr id="1" name="Shape 10"/>
        <p:cNvGrpSpPr/>
        <p:nvPr/>
      </p:nvGrpSpPr>
      <p:grpSpPr>
        <a:xfrm>
          <a:off x="0" y="0"/>
          <a:ext cx="0" cy="0"/>
          <a:chOff x="0" y="0"/>
          <a:chExt cx="0" cy="0"/>
        </a:xfrm>
      </p:grpSpPr>
      <p:pic>
        <p:nvPicPr>
          <p:cNvPr id="3" name="Google Shape;11;p2">
            <a:extLst>
              <a:ext uri="{FF2B5EF4-FFF2-40B4-BE49-F238E27FC236}">
                <a16:creationId xmlns:a16="http://schemas.microsoft.com/office/drawing/2014/main" id="{CD1033A7-228B-1DA2-EB35-B102BEEA1D77}"/>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0"/>
            <a:ext cx="18288000" cy="10288800"/>
          </a:xfrm>
          <a:prstGeom prst="rect">
            <a:avLst/>
          </a:prstGeom>
          <a:noFill/>
          <a:ln>
            <a:noFill/>
          </a:ln>
        </p:spPr>
      </p:pic>
      <p:pic>
        <p:nvPicPr>
          <p:cNvPr id="10" name="Imagem 9">
            <a:extLst>
              <a:ext uri="{FF2B5EF4-FFF2-40B4-BE49-F238E27FC236}">
                <a16:creationId xmlns:a16="http://schemas.microsoft.com/office/drawing/2014/main" id="{A5922F83-429D-CDA2-AFD0-A0BE3E23EC82}"/>
              </a:ext>
            </a:extLst>
          </p:cNvPr>
          <p:cNvPicPr>
            <a:picLocks/>
          </p:cNvPicPr>
          <p:nvPr userDrawn="1"/>
        </p:nvPicPr>
        <p:blipFill>
          <a:blip r:embed="rId3"/>
          <a:stretch>
            <a:fillRect/>
          </a:stretch>
        </p:blipFill>
        <p:spPr>
          <a:xfrm>
            <a:off x="0" y="0"/>
            <a:ext cx="12848420" cy="8071212"/>
          </a:xfrm>
          <a:prstGeom prst="rect">
            <a:avLst/>
          </a:prstGeom>
        </p:spPr>
      </p:pic>
      <p:pic>
        <p:nvPicPr>
          <p:cNvPr id="12" name="Imagem 11">
            <a:extLst>
              <a:ext uri="{FF2B5EF4-FFF2-40B4-BE49-F238E27FC236}">
                <a16:creationId xmlns:a16="http://schemas.microsoft.com/office/drawing/2014/main" id="{1D4D4E17-52A5-7BA2-D189-D7D46D08C390}"/>
              </a:ext>
            </a:extLst>
          </p:cNvPr>
          <p:cNvPicPr>
            <a:picLocks/>
          </p:cNvPicPr>
          <p:nvPr userDrawn="1"/>
        </p:nvPicPr>
        <p:blipFill>
          <a:blip r:embed="rId3"/>
          <a:stretch>
            <a:fillRect/>
          </a:stretch>
        </p:blipFill>
        <p:spPr>
          <a:xfrm>
            <a:off x="0" y="0"/>
            <a:ext cx="12848420" cy="8071212"/>
          </a:xfrm>
          <a:prstGeom prst="rect">
            <a:avLst/>
          </a:prstGeom>
        </p:spPr>
      </p:pic>
      <p:sp>
        <p:nvSpPr>
          <p:cNvPr id="5" name="CaixaDeTexto 4">
            <a:extLst>
              <a:ext uri="{FF2B5EF4-FFF2-40B4-BE49-F238E27FC236}">
                <a16:creationId xmlns:a16="http://schemas.microsoft.com/office/drawing/2014/main" id="{8F753BE2-99F0-4892-173B-5CB027D775FC}"/>
              </a:ext>
            </a:extLst>
          </p:cNvPr>
          <p:cNvSpPr txBox="1"/>
          <p:nvPr userDrawn="1"/>
        </p:nvSpPr>
        <p:spPr>
          <a:xfrm>
            <a:off x="19576473" y="2923309"/>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Layout Personalizado" preserve="1" userDrawn="1">
  <p:cSld name="2_Layout Personalizado">
    <p:spTree>
      <p:nvGrpSpPr>
        <p:cNvPr id="1" name="Shape 10"/>
        <p:cNvGrpSpPr/>
        <p:nvPr/>
      </p:nvGrpSpPr>
      <p:grpSpPr>
        <a:xfrm>
          <a:off x="0" y="0"/>
          <a:ext cx="0" cy="0"/>
          <a:chOff x="0" y="0"/>
          <a:chExt cx="0" cy="0"/>
        </a:xfrm>
      </p:grpSpPr>
      <p:pic>
        <p:nvPicPr>
          <p:cNvPr id="6" name="Google Shape;11;p2">
            <a:extLst>
              <a:ext uri="{FF2B5EF4-FFF2-40B4-BE49-F238E27FC236}">
                <a16:creationId xmlns:a16="http://schemas.microsoft.com/office/drawing/2014/main" id="{8A610ACC-90D2-5456-1F39-1F02FE180185}"/>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0"/>
            <a:ext cx="18288000" cy="10288800"/>
          </a:xfrm>
          <a:prstGeom prst="rect">
            <a:avLst/>
          </a:prstGeom>
          <a:noFill/>
          <a:ln>
            <a:noFill/>
          </a:ln>
        </p:spPr>
      </p:pic>
      <p:pic>
        <p:nvPicPr>
          <p:cNvPr id="11" name="Imagem 10">
            <a:extLst>
              <a:ext uri="{FF2B5EF4-FFF2-40B4-BE49-F238E27FC236}">
                <a16:creationId xmlns:a16="http://schemas.microsoft.com/office/drawing/2014/main" id="{4C86809D-C26F-ED77-D8FD-844A5A3F29FC}"/>
              </a:ext>
            </a:extLst>
          </p:cNvPr>
          <p:cNvPicPr>
            <a:picLocks/>
          </p:cNvPicPr>
          <p:nvPr userDrawn="1"/>
        </p:nvPicPr>
        <p:blipFill>
          <a:blip r:embed="rId3"/>
          <a:stretch>
            <a:fillRect/>
          </a:stretch>
        </p:blipFill>
        <p:spPr>
          <a:xfrm>
            <a:off x="0" y="0"/>
            <a:ext cx="12848420" cy="8071212"/>
          </a:xfrm>
          <a:prstGeom prst="rect">
            <a:avLst/>
          </a:prstGeom>
        </p:spPr>
      </p:pic>
      <p:pic>
        <p:nvPicPr>
          <p:cNvPr id="14" name="Imagem 13">
            <a:extLst>
              <a:ext uri="{FF2B5EF4-FFF2-40B4-BE49-F238E27FC236}">
                <a16:creationId xmlns:a16="http://schemas.microsoft.com/office/drawing/2014/main" id="{BEC0D207-20F3-F7C4-A8ED-26EDA23BAFD5}"/>
              </a:ext>
            </a:extLst>
          </p:cNvPr>
          <p:cNvPicPr>
            <a:picLocks/>
          </p:cNvPicPr>
          <p:nvPr userDrawn="1"/>
        </p:nvPicPr>
        <p:blipFill>
          <a:blip r:embed="rId3"/>
          <a:stretch>
            <a:fillRect/>
          </a:stretch>
        </p:blipFill>
        <p:spPr>
          <a:xfrm>
            <a:off x="0" y="0"/>
            <a:ext cx="12848420" cy="8071212"/>
          </a:xfrm>
          <a:prstGeom prst="rect">
            <a:avLst/>
          </a:prstGeom>
        </p:spPr>
      </p:pic>
      <p:sp>
        <p:nvSpPr>
          <p:cNvPr id="5" name="CaixaDeTexto 4">
            <a:extLst>
              <a:ext uri="{FF2B5EF4-FFF2-40B4-BE49-F238E27FC236}">
                <a16:creationId xmlns:a16="http://schemas.microsoft.com/office/drawing/2014/main" id="{8F753BE2-99F0-4892-173B-5CB027D775FC}"/>
              </a:ext>
            </a:extLst>
          </p:cNvPr>
          <p:cNvSpPr txBox="1"/>
          <p:nvPr userDrawn="1"/>
        </p:nvSpPr>
        <p:spPr>
          <a:xfrm>
            <a:off x="19576473" y="2923309"/>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2" name="Google Shape;643;p43">
            <a:extLst>
              <a:ext uri="{FF2B5EF4-FFF2-40B4-BE49-F238E27FC236}">
                <a16:creationId xmlns:a16="http://schemas.microsoft.com/office/drawing/2014/main" id="{C48BB9E0-E4E1-D9BE-BCF0-CCC4171FA07E}"/>
              </a:ext>
            </a:extLst>
          </p:cNvPr>
          <p:cNvSpPr txBox="1">
            <a:spLocks/>
          </p:cNvSpPr>
          <p:nvPr userDrawn="1"/>
        </p:nvSpPr>
        <p:spPr>
          <a:xfrm>
            <a:off x="937698" y="3829934"/>
            <a:ext cx="10222120" cy="80314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ctr" rtl="0">
              <a:lnSpc>
                <a:spcPct val="100000"/>
              </a:lnSpc>
              <a:spcBef>
                <a:spcPts val="900"/>
              </a:spcBef>
              <a:spcAft>
                <a:spcPts val="0"/>
              </a:spcAft>
              <a:buClr>
                <a:schemeClr val="dk1"/>
              </a:buClr>
              <a:buSzPts val="4500"/>
              <a:buFont typeface="Arial"/>
              <a:buNone/>
              <a:defRPr sz="4500" b="1"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0"/>
              </a:spcBef>
            </a:pPr>
            <a:r>
              <a:rPr lang="pt-BR" dirty="0">
                <a:solidFill>
                  <a:srgbClr val="FF161F"/>
                </a:solidFill>
              </a:rPr>
              <a:t>Orientações ao Professor</a:t>
            </a:r>
          </a:p>
        </p:txBody>
      </p:sp>
    </p:spTree>
    <p:extLst>
      <p:ext uri="{BB962C8B-B14F-4D97-AF65-F5344CB8AC3E}">
        <p14:creationId xmlns:p14="http://schemas.microsoft.com/office/powerpoint/2010/main" val="41914105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reserve="1" userDrawn="1">
  <p:cSld name="1_Construindo o conceito">
    <p:spTree>
      <p:nvGrpSpPr>
        <p:cNvPr id="1" name="Shape 16"/>
        <p:cNvGrpSpPr/>
        <p:nvPr/>
      </p:nvGrpSpPr>
      <p:grpSpPr>
        <a:xfrm>
          <a:off x="0" y="0"/>
          <a:ext cx="0" cy="0"/>
          <a:chOff x="0" y="0"/>
          <a:chExt cx="0" cy="0"/>
        </a:xfrm>
      </p:grpSpPr>
      <p:pic>
        <p:nvPicPr>
          <p:cNvPr id="6" name="Google Shape;164;p15">
            <a:extLst>
              <a:ext uri="{FF2B5EF4-FFF2-40B4-BE49-F238E27FC236}">
                <a16:creationId xmlns:a16="http://schemas.microsoft.com/office/drawing/2014/main" id="{2A40035A-46AA-DFA0-4141-7C162F3C6DEC}"/>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r="-3854"/>
          <a:stretch/>
        </p:blipFill>
        <p:spPr>
          <a:xfrm>
            <a:off x="0" y="0"/>
            <a:ext cx="8787534" cy="10287000"/>
          </a:xfrm>
          <a:prstGeom prst="rect">
            <a:avLst/>
          </a:prstGeom>
          <a:noFill/>
          <a:ln>
            <a:noFill/>
          </a:ln>
        </p:spPr>
      </p:pic>
      <p:sp>
        <p:nvSpPr>
          <p:cNvPr id="4" name="Retângulo 3">
            <a:extLst>
              <a:ext uri="{FF2B5EF4-FFF2-40B4-BE49-F238E27FC236}">
                <a16:creationId xmlns:a16="http://schemas.microsoft.com/office/drawing/2014/main" id="{569D7266-D0C4-A44D-9827-A0C02D9BAFF7}"/>
              </a:ext>
            </a:extLst>
          </p:cNvPr>
          <p:cNvSpPr/>
          <p:nvPr userDrawn="1"/>
        </p:nvSpPr>
        <p:spPr>
          <a:xfrm>
            <a:off x="8299521" y="-1"/>
            <a:ext cx="10013430" cy="1028559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5" name="CaixaDeTexto 4">
            <a:extLst>
              <a:ext uri="{FF2B5EF4-FFF2-40B4-BE49-F238E27FC236}">
                <a16:creationId xmlns:a16="http://schemas.microsoft.com/office/drawing/2014/main" id="{94EF9377-0BC9-8D48-6EB4-411B8F209D6B}"/>
              </a:ext>
            </a:extLst>
          </p:cNvPr>
          <p:cNvSpPr txBox="1"/>
          <p:nvPr userDrawn="1"/>
        </p:nvSpPr>
        <p:spPr>
          <a:xfrm>
            <a:off x="-2203554" y="1514007"/>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12" name="Espaço Reservado para Texto 11">
            <a:extLst>
              <a:ext uri="{FF2B5EF4-FFF2-40B4-BE49-F238E27FC236}">
                <a16:creationId xmlns:a16="http://schemas.microsoft.com/office/drawing/2014/main" id="{5324B01E-494B-5E4B-E130-7F8451233889}"/>
              </a:ext>
            </a:extLst>
          </p:cNvPr>
          <p:cNvSpPr>
            <a:spLocks noGrp="1"/>
          </p:cNvSpPr>
          <p:nvPr>
            <p:ph type="body" sz="quarter" idx="10"/>
          </p:nvPr>
        </p:nvSpPr>
        <p:spPr>
          <a:xfrm>
            <a:off x="1035051" y="3822700"/>
            <a:ext cx="4076596" cy="3313113"/>
          </a:xfrm>
          <a:prstGeom prst="rect">
            <a:avLst/>
          </a:prstGeom>
        </p:spPr>
        <p:txBody>
          <a:bodyPr/>
          <a:lstStyle>
            <a:lvl1pPr>
              <a:defRPr sz="1800"/>
            </a:lvl1pPr>
          </a:lstStyle>
          <a:p>
            <a:pPr lvl="0"/>
            <a:endParaRPr lang="pt-BR"/>
          </a:p>
        </p:txBody>
      </p:sp>
      <p:sp>
        <p:nvSpPr>
          <p:cNvPr id="13" name="Espaço Reservado para Texto 11">
            <a:extLst>
              <a:ext uri="{FF2B5EF4-FFF2-40B4-BE49-F238E27FC236}">
                <a16:creationId xmlns:a16="http://schemas.microsoft.com/office/drawing/2014/main" id="{D70461BD-1593-C70D-1057-4FD1447C604E}"/>
              </a:ext>
            </a:extLst>
          </p:cNvPr>
          <p:cNvSpPr>
            <a:spLocks noGrp="1"/>
          </p:cNvSpPr>
          <p:nvPr>
            <p:ph type="body" sz="quarter" idx="11"/>
          </p:nvPr>
        </p:nvSpPr>
        <p:spPr>
          <a:xfrm>
            <a:off x="12997201" y="404944"/>
            <a:ext cx="4076596" cy="1139044"/>
          </a:xfrm>
          <a:prstGeom prst="rect">
            <a:avLst/>
          </a:prstGeom>
        </p:spPr>
        <p:txBody>
          <a:bodyPr/>
          <a:lstStyle>
            <a:lvl1pPr>
              <a:defRPr sz="1800"/>
            </a:lvl1pPr>
          </a:lstStyle>
          <a:p>
            <a:pPr lvl="0"/>
            <a:endParaRPr lang="pt-BR"/>
          </a:p>
        </p:txBody>
      </p:sp>
      <p:sp>
        <p:nvSpPr>
          <p:cNvPr id="14" name="Espaço Reservado para Texto 11">
            <a:extLst>
              <a:ext uri="{FF2B5EF4-FFF2-40B4-BE49-F238E27FC236}">
                <a16:creationId xmlns:a16="http://schemas.microsoft.com/office/drawing/2014/main" id="{78BE3200-A19B-129C-0001-7074E2293354}"/>
              </a:ext>
            </a:extLst>
          </p:cNvPr>
          <p:cNvSpPr>
            <a:spLocks noGrp="1"/>
          </p:cNvSpPr>
          <p:nvPr>
            <p:ph type="body" sz="quarter" idx="12"/>
          </p:nvPr>
        </p:nvSpPr>
        <p:spPr>
          <a:xfrm>
            <a:off x="12997201" y="1888970"/>
            <a:ext cx="4076596" cy="1139044"/>
          </a:xfrm>
          <a:prstGeom prst="rect">
            <a:avLst/>
          </a:prstGeom>
        </p:spPr>
        <p:txBody>
          <a:bodyPr/>
          <a:lstStyle>
            <a:lvl1pPr>
              <a:defRPr sz="1800"/>
            </a:lvl1pPr>
          </a:lstStyle>
          <a:p>
            <a:pPr lvl="0"/>
            <a:endParaRPr lang="pt-BR"/>
          </a:p>
        </p:txBody>
      </p:sp>
      <p:sp>
        <p:nvSpPr>
          <p:cNvPr id="15" name="Espaço Reservado para Texto 11">
            <a:extLst>
              <a:ext uri="{FF2B5EF4-FFF2-40B4-BE49-F238E27FC236}">
                <a16:creationId xmlns:a16="http://schemas.microsoft.com/office/drawing/2014/main" id="{D5B1F210-DB8A-2C19-6DC1-04B1A4E69F9E}"/>
              </a:ext>
            </a:extLst>
          </p:cNvPr>
          <p:cNvSpPr>
            <a:spLocks noGrp="1"/>
          </p:cNvSpPr>
          <p:nvPr>
            <p:ph type="body" sz="quarter" idx="13"/>
          </p:nvPr>
        </p:nvSpPr>
        <p:spPr>
          <a:xfrm>
            <a:off x="12997201" y="3552879"/>
            <a:ext cx="4076596" cy="1139044"/>
          </a:xfrm>
          <a:prstGeom prst="rect">
            <a:avLst/>
          </a:prstGeom>
        </p:spPr>
        <p:txBody>
          <a:bodyPr/>
          <a:lstStyle>
            <a:lvl1pPr>
              <a:defRPr sz="1800"/>
            </a:lvl1pPr>
          </a:lstStyle>
          <a:p>
            <a:pPr lvl="0"/>
            <a:endParaRPr lang="pt-BR"/>
          </a:p>
        </p:txBody>
      </p:sp>
      <p:sp>
        <p:nvSpPr>
          <p:cNvPr id="16" name="Espaço Reservado para Texto 11">
            <a:extLst>
              <a:ext uri="{FF2B5EF4-FFF2-40B4-BE49-F238E27FC236}">
                <a16:creationId xmlns:a16="http://schemas.microsoft.com/office/drawing/2014/main" id="{AEDDDAF3-00C6-4448-54A0-F213582A9D36}"/>
              </a:ext>
            </a:extLst>
          </p:cNvPr>
          <p:cNvSpPr>
            <a:spLocks noGrp="1"/>
          </p:cNvSpPr>
          <p:nvPr>
            <p:ph type="body" sz="quarter" idx="14"/>
          </p:nvPr>
        </p:nvSpPr>
        <p:spPr>
          <a:xfrm>
            <a:off x="12997201" y="5531581"/>
            <a:ext cx="4076596" cy="1139044"/>
          </a:xfrm>
          <a:prstGeom prst="rect">
            <a:avLst/>
          </a:prstGeom>
        </p:spPr>
        <p:txBody>
          <a:bodyPr/>
          <a:lstStyle>
            <a:lvl1pPr>
              <a:defRPr sz="1800"/>
            </a:lvl1pPr>
          </a:lstStyle>
          <a:p>
            <a:pPr lvl="0"/>
            <a:endParaRPr lang="pt-BR"/>
          </a:p>
        </p:txBody>
      </p:sp>
      <p:sp>
        <p:nvSpPr>
          <p:cNvPr id="17" name="Espaço Reservado para Texto 11">
            <a:extLst>
              <a:ext uri="{FF2B5EF4-FFF2-40B4-BE49-F238E27FC236}">
                <a16:creationId xmlns:a16="http://schemas.microsoft.com/office/drawing/2014/main" id="{33351543-E05B-156E-AB33-2E725E3AE564}"/>
              </a:ext>
            </a:extLst>
          </p:cNvPr>
          <p:cNvSpPr>
            <a:spLocks noGrp="1"/>
          </p:cNvSpPr>
          <p:nvPr>
            <p:ph type="body" sz="quarter" idx="15"/>
          </p:nvPr>
        </p:nvSpPr>
        <p:spPr>
          <a:xfrm>
            <a:off x="12997201" y="7120539"/>
            <a:ext cx="4076596" cy="1139044"/>
          </a:xfrm>
          <a:prstGeom prst="rect">
            <a:avLst/>
          </a:prstGeom>
        </p:spPr>
        <p:txBody>
          <a:bodyPr/>
          <a:lstStyle>
            <a:lvl1pPr>
              <a:defRPr sz="1800"/>
            </a:lvl1pPr>
          </a:lstStyle>
          <a:p>
            <a:pPr lvl="0"/>
            <a:endParaRPr lang="pt-BR"/>
          </a:p>
        </p:txBody>
      </p:sp>
      <p:sp>
        <p:nvSpPr>
          <p:cNvPr id="18" name="Espaço Reservado para Texto 11">
            <a:extLst>
              <a:ext uri="{FF2B5EF4-FFF2-40B4-BE49-F238E27FC236}">
                <a16:creationId xmlns:a16="http://schemas.microsoft.com/office/drawing/2014/main" id="{01D8F84B-5F4E-C2A3-883D-5A1C801EF18C}"/>
              </a:ext>
            </a:extLst>
          </p:cNvPr>
          <p:cNvSpPr>
            <a:spLocks noGrp="1"/>
          </p:cNvSpPr>
          <p:nvPr>
            <p:ph type="body" sz="quarter" idx="16"/>
          </p:nvPr>
        </p:nvSpPr>
        <p:spPr>
          <a:xfrm>
            <a:off x="12997201" y="8709496"/>
            <a:ext cx="4076596" cy="1139044"/>
          </a:xfrm>
          <a:prstGeom prst="rect">
            <a:avLst/>
          </a:prstGeom>
        </p:spPr>
        <p:txBody>
          <a:bodyPr/>
          <a:lstStyle>
            <a:lvl1pPr>
              <a:defRPr sz="1800"/>
            </a:lvl1pPr>
          </a:lstStyle>
          <a:p>
            <a:pPr lvl="0"/>
            <a:endParaRPr lang="pt-BR"/>
          </a:p>
        </p:txBody>
      </p:sp>
      <p:sp>
        <p:nvSpPr>
          <p:cNvPr id="20" name="Espaço Reservado para Imagem 19">
            <a:extLst>
              <a:ext uri="{FF2B5EF4-FFF2-40B4-BE49-F238E27FC236}">
                <a16:creationId xmlns:a16="http://schemas.microsoft.com/office/drawing/2014/main" id="{48712A06-262B-D6D3-C983-0170C2A084D1}"/>
              </a:ext>
            </a:extLst>
          </p:cNvPr>
          <p:cNvSpPr>
            <a:spLocks noGrp="1"/>
          </p:cNvSpPr>
          <p:nvPr>
            <p:ph type="pic" sz="quarter" idx="17"/>
          </p:nvPr>
        </p:nvSpPr>
        <p:spPr>
          <a:xfrm>
            <a:off x="8029575" y="438150"/>
            <a:ext cx="3922713" cy="2274888"/>
          </a:xfrm>
          <a:prstGeom prst="rect">
            <a:avLst/>
          </a:prstGeom>
          <a:solidFill>
            <a:schemeClr val="bg1">
              <a:lumMod val="85000"/>
            </a:schemeClr>
          </a:solidFill>
        </p:spPr>
        <p:txBody>
          <a:bodyPr/>
          <a:lstStyle/>
          <a:p>
            <a:endParaRPr lang="pt-BR" dirty="0"/>
          </a:p>
        </p:txBody>
      </p:sp>
      <p:sp>
        <p:nvSpPr>
          <p:cNvPr id="21" name="Espaço Reservado para Imagem 19">
            <a:extLst>
              <a:ext uri="{FF2B5EF4-FFF2-40B4-BE49-F238E27FC236}">
                <a16:creationId xmlns:a16="http://schemas.microsoft.com/office/drawing/2014/main" id="{0A8B1842-36CA-D18C-45E3-9B8BE54F5233}"/>
              </a:ext>
            </a:extLst>
          </p:cNvPr>
          <p:cNvSpPr>
            <a:spLocks noGrp="1"/>
          </p:cNvSpPr>
          <p:nvPr>
            <p:ph type="pic" sz="quarter" idx="18"/>
          </p:nvPr>
        </p:nvSpPr>
        <p:spPr>
          <a:xfrm>
            <a:off x="8029575" y="3361232"/>
            <a:ext cx="3922713" cy="2274888"/>
          </a:xfrm>
          <a:prstGeom prst="rect">
            <a:avLst/>
          </a:prstGeom>
          <a:solidFill>
            <a:schemeClr val="bg1">
              <a:lumMod val="85000"/>
            </a:schemeClr>
          </a:solidFill>
        </p:spPr>
        <p:txBody>
          <a:bodyPr/>
          <a:lstStyle/>
          <a:p>
            <a:endParaRPr lang="pt-BR" dirty="0"/>
          </a:p>
        </p:txBody>
      </p:sp>
      <p:sp>
        <p:nvSpPr>
          <p:cNvPr id="22" name="Espaço Reservado para Imagem 19">
            <a:extLst>
              <a:ext uri="{FF2B5EF4-FFF2-40B4-BE49-F238E27FC236}">
                <a16:creationId xmlns:a16="http://schemas.microsoft.com/office/drawing/2014/main" id="{9E259D35-9872-B049-FD84-CE39C4A5A725}"/>
              </a:ext>
            </a:extLst>
          </p:cNvPr>
          <p:cNvSpPr>
            <a:spLocks noGrp="1"/>
          </p:cNvSpPr>
          <p:nvPr>
            <p:ph type="pic" sz="quarter" idx="19"/>
          </p:nvPr>
        </p:nvSpPr>
        <p:spPr>
          <a:xfrm>
            <a:off x="8029575" y="5999501"/>
            <a:ext cx="3922713" cy="2274888"/>
          </a:xfrm>
          <a:prstGeom prst="rect">
            <a:avLst/>
          </a:prstGeom>
          <a:solidFill>
            <a:schemeClr val="bg1">
              <a:lumMod val="85000"/>
            </a:schemeClr>
          </a:solidFill>
        </p:spPr>
        <p:txBody>
          <a:bodyPr/>
          <a:lstStyle/>
          <a:p>
            <a:endParaRPr lang="pt-BR" dirty="0"/>
          </a:p>
        </p:txBody>
      </p:sp>
      <p:sp>
        <p:nvSpPr>
          <p:cNvPr id="23" name="Espaço Reservado para Texto 11">
            <a:extLst>
              <a:ext uri="{FF2B5EF4-FFF2-40B4-BE49-F238E27FC236}">
                <a16:creationId xmlns:a16="http://schemas.microsoft.com/office/drawing/2014/main" id="{AE1C7992-8AEB-845F-1366-E5FC6ECA3A5A}"/>
              </a:ext>
            </a:extLst>
          </p:cNvPr>
          <p:cNvSpPr>
            <a:spLocks noGrp="1"/>
          </p:cNvSpPr>
          <p:nvPr>
            <p:ph type="body" sz="quarter" idx="20"/>
          </p:nvPr>
        </p:nvSpPr>
        <p:spPr>
          <a:xfrm>
            <a:off x="8020466" y="2848341"/>
            <a:ext cx="4076596" cy="302847"/>
          </a:xfrm>
          <a:prstGeom prst="rect">
            <a:avLst/>
          </a:prstGeom>
        </p:spPr>
        <p:txBody>
          <a:bodyPr/>
          <a:lstStyle>
            <a:lvl1pPr>
              <a:defRPr sz="1800"/>
            </a:lvl1pPr>
          </a:lstStyle>
          <a:p>
            <a:pPr lvl="0"/>
            <a:endParaRPr lang="pt-BR"/>
          </a:p>
        </p:txBody>
      </p:sp>
      <p:sp>
        <p:nvSpPr>
          <p:cNvPr id="24" name="Espaço Reservado para Texto 11">
            <a:extLst>
              <a:ext uri="{FF2B5EF4-FFF2-40B4-BE49-F238E27FC236}">
                <a16:creationId xmlns:a16="http://schemas.microsoft.com/office/drawing/2014/main" id="{2D6CE238-2CC1-38FE-1D64-155E8DDF5FB2}"/>
              </a:ext>
            </a:extLst>
          </p:cNvPr>
          <p:cNvSpPr>
            <a:spLocks noGrp="1"/>
          </p:cNvSpPr>
          <p:nvPr>
            <p:ph type="body" sz="quarter" idx="21"/>
          </p:nvPr>
        </p:nvSpPr>
        <p:spPr>
          <a:xfrm>
            <a:off x="8020466" y="5726452"/>
            <a:ext cx="4076596" cy="302847"/>
          </a:xfrm>
          <a:prstGeom prst="rect">
            <a:avLst/>
          </a:prstGeom>
        </p:spPr>
        <p:txBody>
          <a:bodyPr/>
          <a:lstStyle>
            <a:lvl1pPr>
              <a:defRPr sz="1800"/>
            </a:lvl1pPr>
          </a:lstStyle>
          <a:p>
            <a:pPr lvl="0"/>
            <a:endParaRPr lang="pt-BR"/>
          </a:p>
        </p:txBody>
      </p:sp>
      <p:sp>
        <p:nvSpPr>
          <p:cNvPr id="25" name="Espaço Reservado para Texto 11">
            <a:extLst>
              <a:ext uri="{FF2B5EF4-FFF2-40B4-BE49-F238E27FC236}">
                <a16:creationId xmlns:a16="http://schemas.microsoft.com/office/drawing/2014/main" id="{CCF79652-1EF4-B51F-5A86-90BD5A7FF41E}"/>
              </a:ext>
            </a:extLst>
          </p:cNvPr>
          <p:cNvSpPr>
            <a:spLocks noGrp="1"/>
          </p:cNvSpPr>
          <p:nvPr>
            <p:ph type="body" sz="quarter" idx="22"/>
          </p:nvPr>
        </p:nvSpPr>
        <p:spPr>
          <a:xfrm>
            <a:off x="8020466" y="8364720"/>
            <a:ext cx="4076596" cy="302847"/>
          </a:xfrm>
          <a:prstGeom prst="rect">
            <a:avLst/>
          </a:prstGeom>
        </p:spPr>
        <p:txBody>
          <a:bodyPr/>
          <a:lstStyle>
            <a:lvl1pPr>
              <a:defRPr sz="1800"/>
            </a:lvl1pPr>
          </a:lstStyle>
          <a:p>
            <a:pPr lvl="0"/>
            <a:endParaRPr lang="pt-BR"/>
          </a:p>
        </p:txBody>
      </p:sp>
      <p:cxnSp>
        <p:nvCxnSpPr>
          <p:cNvPr id="29" name="Google Shape;88;p34">
            <a:extLst>
              <a:ext uri="{FF2B5EF4-FFF2-40B4-BE49-F238E27FC236}">
                <a16:creationId xmlns:a16="http://schemas.microsoft.com/office/drawing/2014/main" id="{A2EE80FD-890E-4D7D-AE29-D84D61A7F32E}"/>
              </a:ext>
            </a:extLst>
          </p:cNvPr>
          <p:cNvCxnSpPr/>
          <p:nvPr userDrawn="1"/>
        </p:nvCxnSpPr>
        <p:spPr>
          <a:xfrm>
            <a:off x="11534273" y="42431"/>
            <a:ext cx="0" cy="10287000"/>
          </a:xfrm>
          <a:prstGeom prst="straightConnector1">
            <a:avLst/>
          </a:prstGeom>
          <a:noFill/>
          <a:ln w="28575" cap="flat" cmpd="sng">
            <a:solidFill>
              <a:schemeClr val="dk1"/>
            </a:solidFill>
            <a:prstDash val="dot"/>
            <a:round/>
            <a:headEnd type="none" w="sm" len="sm"/>
            <a:tailEnd type="none" w="sm" len="sm"/>
          </a:ln>
        </p:spPr>
      </p:cxnSp>
      <p:cxnSp>
        <p:nvCxnSpPr>
          <p:cNvPr id="26" name="Google Shape;89;p34">
            <a:extLst>
              <a:ext uri="{FF2B5EF4-FFF2-40B4-BE49-F238E27FC236}">
                <a16:creationId xmlns:a16="http://schemas.microsoft.com/office/drawing/2014/main" id="{E6CB6094-B327-4FE9-85C2-75046C92B43B}"/>
              </a:ext>
            </a:extLst>
          </p:cNvPr>
          <p:cNvCxnSpPr/>
          <p:nvPr userDrawn="1"/>
        </p:nvCxnSpPr>
        <p:spPr>
          <a:xfrm rot="10800000">
            <a:off x="11091472" y="1514148"/>
            <a:ext cx="5800865" cy="0"/>
          </a:xfrm>
          <a:prstGeom prst="straightConnector1">
            <a:avLst/>
          </a:prstGeom>
          <a:noFill/>
          <a:ln w="19050" cap="flat" cmpd="sng">
            <a:solidFill>
              <a:srgbClr val="F4F4F4"/>
            </a:solidFill>
            <a:prstDash val="solid"/>
            <a:round/>
            <a:headEnd type="diamond" w="med" len="med"/>
            <a:tailEnd type="none" w="sm" len="sm"/>
          </a:ln>
        </p:spPr>
      </p:cxnSp>
      <p:cxnSp>
        <p:nvCxnSpPr>
          <p:cNvPr id="27" name="Google Shape;92;p34">
            <a:extLst>
              <a:ext uri="{FF2B5EF4-FFF2-40B4-BE49-F238E27FC236}">
                <a16:creationId xmlns:a16="http://schemas.microsoft.com/office/drawing/2014/main" id="{752A9B77-04F6-2F45-AE2A-463001DA7DFB}"/>
              </a:ext>
            </a:extLst>
          </p:cNvPr>
          <p:cNvCxnSpPr/>
          <p:nvPr userDrawn="1"/>
        </p:nvCxnSpPr>
        <p:spPr>
          <a:xfrm rot="10800000">
            <a:off x="11091472" y="4591077"/>
            <a:ext cx="5800865" cy="0"/>
          </a:xfrm>
          <a:prstGeom prst="straightConnector1">
            <a:avLst/>
          </a:prstGeom>
          <a:noFill/>
          <a:ln w="19050" cap="flat" cmpd="sng">
            <a:solidFill>
              <a:srgbClr val="F4F4F4"/>
            </a:solidFill>
            <a:prstDash val="solid"/>
            <a:round/>
            <a:headEnd type="diamond" w="med" len="med"/>
            <a:tailEnd type="none" w="sm" len="sm"/>
          </a:ln>
        </p:spPr>
      </p:cxnSp>
      <p:cxnSp>
        <p:nvCxnSpPr>
          <p:cNvPr id="28" name="Google Shape;95;p34">
            <a:extLst>
              <a:ext uri="{FF2B5EF4-FFF2-40B4-BE49-F238E27FC236}">
                <a16:creationId xmlns:a16="http://schemas.microsoft.com/office/drawing/2014/main" id="{BEADF656-22C2-5F8B-EF5F-18B5EE22D464}"/>
              </a:ext>
            </a:extLst>
          </p:cNvPr>
          <p:cNvCxnSpPr/>
          <p:nvPr userDrawn="1"/>
        </p:nvCxnSpPr>
        <p:spPr>
          <a:xfrm rot="10800000">
            <a:off x="11091471" y="7642394"/>
            <a:ext cx="5800865" cy="0"/>
          </a:xfrm>
          <a:prstGeom prst="straightConnector1">
            <a:avLst/>
          </a:prstGeom>
          <a:noFill/>
          <a:ln w="19050" cap="flat" cmpd="sng">
            <a:solidFill>
              <a:srgbClr val="F4F4F4"/>
            </a:solidFill>
            <a:prstDash val="solid"/>
            <a:round/>
            <a:headEnd type="diamond" w="med" len="med"/>
            <a:tailEnd type="none" w="sm" len="sm"/>
          </a:ln>
        </p:spPr>
      </p:cxnSp>
      <p:pic>
        <p:nvPicPr>
          <p:cNvPr id="11" name="Imagem 10">
            <a:extLst>
              <a:ext uri="{FF2B5EF4-FFF2-40B4-BE49-F238E27FC236}">
                <a16:creationId xmlns:a16="http://schemas.microsoft.com/office/drawing/2014/main" id="{4C118161-59F2-CCE7-E849-CF818D297B82}"/>
              </a:ext>
            </a:extLst>
          </p:cNvPr>
          <p:cNvPicPr>
            <a:picLocks/>
          </p:cNvPicPr>
          <p:nvPr userDrawn="1"/>
        </p:nvPicPr>
        <p:blipFill>
          <a:blip r:embed="rId3"/>
          <a:stretch>
            <a:fillRect/>
          </a:stretch>
        </p:blipFill>
        <p:spPr>
          <a:xfrm>
            <a:off x="381601" y="327600"/>
            <a:ext cx="3434405" cy="2390404"/>
          </a:xfrm>
          <a:prstGeom prst="rect">
            <a:avLst/>
          </a:prstGeom>
        </p:spPr>
      </p:pic>
      <p:sp>
        <p:nvSpPr>
          <p:cNvPr id="7" name="Google Shape;101;p34">
            <a:extLst>
              <a:ext uri="{FF2B5EF4-FFF2-40B4-BE49-F238E27FC236}">
                <a16:creationId xmlns:a16="http://schemas.microsoft.com/office/drawing/2014/main" id="{606FAC63-7E4F-1C04-DB5A-A68FE33CD612}"/>
              </a:ext>
            </a:extLst>
          </p:cNvPr>
          <p:cNvSpPr txBox="1"/>
          <p:nvPr userDrawn="1"/>
        </p:nvSpPr>
        <p:spPr>
          <a:xfrm>
            <a:off x="743543" y="1014222"/>
            <a:ext cx="2720160"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dirty="0">
                <a:solidFill>
                  <a:schemeClr val="lt1"/>
                </a:solidFill>
                <a:latin typeface="Poppins Light" pitchFamily="2" charset="77"/>
                <a:ea typeface="Poppins Medium"/>
                <a:cs typeface="Poppins Light" pitchFamily="2" charset="77"/>
                <a:sym typeface="Poppins Medium"/>
              </a:rPr>
              <a:t>Construindo o</a:t>
            </a:r>
            <a:r>
              <a:rPr lang="pt-BR" sz="3500" b="0" i="0" u="none" strike="noStrike" cap="none" dirty="0">
                <a:solidFill>
                  <a:schemeClr val="lt1"/>
                </a:solidFill>
                <a:latin typeface="Poppins Medium"/>
                <a:ea typeface="Poppins Medium"/>
                <a:cs typeface="Poppins Medium"/>
                <a:sym typeface="Poppins Medium"/>
              </a:rPr>
              <a:t> </a:t>
            </a:r>
            <a:r>
              <a:rPr lang="pt-BR" sz="3500" b="1" i="0" u="none" strike="noStrike" cap="none" dirty="0">
                <a:solidFill>
                  <a:schemeClr val="lt1"/>
                </a:solidFill>
                <a:latin typeface="Poppins"/>
                <a:ea typeface="Poppins"/>
                <a:cs typeface="Poppins"/>
                <a:sym typeface="Poppins"/>
              </a:rPr>
              <a:t>conceito</a:t>
            </a:r>
            <a:endParaRPr sz="3500" b="0" i="0" u="none" strike="noStrike" cap="none" dirty="0">
              <a:solidFill>
                <a:schemeClr val="lt1"/>
              </a:solidFill>
              <a:latin typeface="Poppins Light"/>
              <a:ea typeface="Poppins Light"/>
              <a:cs typeface="Poppins Light"/>
              <a:sym typeface="Poppins Light"/>
            </a:endParaRPr>
          </a:p>
        </p:txBody>
      </p:sp>
      <p:sp>
        <p:nvSpPr>
          <p:cNvPr id="2" name="CaixaDeTexto 1">
            <a:extLst>
              <a:ext uri="{FF2B5EF4-FFF2-40B4-BE49-F238E27FC236}">
                <a16:creationId xmlns:a16="http://schemas.microsoft.com/office/drawing/2014/main" id="{649BBA63-7482-E6D1-CC24-EC86DF5C161D}"/>
              </a:ext>
            </a:extLst>
          </p:cNvPr>
          <p:cNvSpPr txBox="1"/>
          <p:nvPr userDrawn="1"/>
        </p:nvSpPr>
        <p:spPr>
          <a:xfrm>
            <a:off x="-1135626" y="929148"/>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Tree>
    <p:extLst>
      <p:ext uri="{BB962C8B-B14F-4D97-AF65-F5344CB8AC3E}">
        <p14:creationId xmlns:p14="http://schemas.microsoft.com/office/powerpoint/2010/main" val="9827182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1. Conteudo" preserve="1" userDrawn="1">
  <p:cSld name="2_1. Conteudo">
    <p:spTree>
      <p:nvGrpSpPr>
        <p:cNvPr id="1" name="Shape 21"/>
        <p:cNvGrpSpPr/>
        <p:nvPr/>
      </p:nvGrpSpPr>
      <p:grpSpPr>
        <a:xfrm>
          <a:off x="0" y="0"/>
          <a:ext cx="0" cy="0"/>
          <a:chOff x="0" y="0"/>
          <a:chExt cx="0" cy="0"/>
        </a:xfrm>
      </p:grpSpPr>
      <p:pic>
        <p:nvPicPr>
          <p:cNvPr id="6" name="Google Shape;142;p13">
            <a:extLst>
              <a:ext uri="{FF2B5EF4-FFF2-40B4-BE49-F238E27FC236}">
                <a16:creationId xmlns:a16="http://schemas.microsoft.com/office/drawing/2014/main" id="{F07B1DA4-0BE0-8D2F-5B14-D586124A95EE}"/>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10" name="Google Shape;143;p13">
            <a:extLst>
              <a:ext uri="{FF2B5EF4-FFF2-40B4-BE49-F238E27FC236}">
                <a16:creationId xmlns:a16="http://schemas.microsoft.com/office/drawing/2014/main" id="{B59D7DFC-8F64-A1D7-B11E-A2CCF7E244A1}"/>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4762"/>
            <a:ext cx="18288000" cy="852451"/>
          </a:xfrm>
          <a:prstGeom prst="rect">
            <a:avLst/>
          </a:prstGeom>
          <a:noFill/>
          <a:ln>
            <a:noFill/>
          </a:ln>
        </p:spPr>
      </p:pic>
      <p:cxnSp>
        <p:nvCxnSpPr>
          <p:cNvPr id="16" name="Conector reto 136">
            <a:extLst>
              <a:ext uri="{FF2B5EF4-FFF2-40B4-BE49-F238E27FC236}">
                <a16:creationId xmlns:a16="http://schemas.microsoft.com/office/drawing/2014/main" id="{28ED8E59-867A-4118-491D-688DDC058D38}"/>
              </a:ext>
            </a:extLst>
          </p:cNvPr>
          <p:cNvCxnSpPr/>
          <p:nvPr userDrawn="1"/>
        </p:nvCxnSpPr>
        <p:spPr>
          <a:xfrm>
            <a:off x="9135066" y="1261373"/>
            <a:ext cx="0" cy="7651573"/>
          </a:xfrm>
          <a:prstGeom prst="line">
            <a:avLst/>
          </a:prstGeom>
          <a:ln w="38100">
            <a:solidFill>
              <a:srgbClr val="BFBFBF"/>
            </a:solidFill>
          </a:ln>
        </p:spPr>
        <p:style>
          <a:lnRef idx="1">
            <a:schemeClr val="accent1"/>
          </a:lnRef>
          <a:fillRef idx="0">
            <a:schemeClr val="accent1"/>
          </a:fillRef>
          <a:effectRef idx="0">
            <a:schemeClr val="accent1"/>
          </a:effectRef>
          <a:fontRef idx="minor">
            <a:schemeClr val="tx1"/>
          </a:fontRef>
        </p:style>
      </p:cxnSp>
      <p:sp>
        <p:nvSpPr>
          <p:cNvPr id="30" name="Google Shape;30;p31">
            <a:extLst>
              <a:ext uri="{FF2B5EF4-FFF2-40B4-BE49-F238E27FC236}">
                <a16:creationId xmlns:a16="http://schemas.microsoft.com/office/drawing/2014/main" id="{FB7070B6-E757-A6E0-8016-A32842AE691E}"/>
              </a:ext>
            </a:extLst>
          </p:cNvPr>
          <p:cNvSpPr txBox="1"/>
          <p:nvPr userDrawn="1"/>
        </p:nvSpPr>
        <p:spPr>
          <a:xfrm>
            <a:off x="2201317" y="1328935"/>
            <a:ext cx="6068031" cy="602473"/>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700" b="1" i="0" u="none" strike="noStrike" cap="none" dirty="0">
                <a:solidFill>
                  <a:srgbClr val="000000"/>
                </a:solidFill>
                <a:latin typeface="Poppins"/>
                <a:ea typeface="Poppins"/>
                <a:cs typeface="Poppins"/>
                <a:sym typeface="Poppins"/>
              </a:rPr>
              <a:t>Objetivos da aula</a:t>
            </a:r>
            <a:endParaRPr sz="2700" b="1" i="0" u="none" strike="noStrike" cap="none" dirty="0">
              <a:solidFill>
                <a:srgbClr val="000000"/>
              </a:solidFill>
              <a:latin typeface="Poppins"/>
              <a:ea typeface="Poppins"/>
              <a:cs typeface="Poppins"/>
              <a:sym typeface="Poppins"/>
            </a:endParaRPr>
          </a:p>
        </p:txBody>
      </p:sp>
      <p:sp>
        <p:nvSpPr>
          <p:cNvPr id="51" name="Google Shape;29;p31">
            <a:extLst>
              <a:ext uri="{FF2B5EF4-FFF2-40B4-BE49-F238E27FC236}">
                <a16:creationId xmlns:a16="http://schemas.microsoft.com/office/drawing/2014/main" id="{741C94F6-1F01-E259-385F-4E743D12E89E}"/>
              </a:ext>
            </a:extLst>
          </p:cNvPr>
          <p:cNvSpPr txBox="1"/>
          <p:nvPr userDrawn="1"/>
        </p:nvSpPr>
        <p:spPr>
          <a:xfrm>
            <a:off x="11200516" y="1328480"/>
            <a:ext cx="6452345" cy="602473"/>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700" b="1" i="0" u="none" strike="noStrike" cap="none" dirty="0">
                <a:solidFill>
                  <a:srgbClr val="000000"/>
                </a:solidFill>
                <a:latin typeface="Poppins"/>
                <a:ea typeface="Poppins"/>
                <a:cs typeface="Poppins"/>
                <a:sym typeface="Poppins"/>
              </a:rPr>
              <a:t>Habilidades técnicas</a:t>
            </a:r>
            <a:endParaRPr lang="pt-BR" sz="1400" b="0" i="0" u="none" strike="noStrike" cap="none" dirty="0">
              <a:solidFill>
                <a:srgbClr val="000000"/>
              </a:solidFill>
              <a:latin typeface="Poppins"/>
              <a:ea typeface="Poppins"/>
              <a:cs typeface="Poppins"/>
              <a:sym typeface="Poppins"/>
            </a:endParaRPr>
          </a:p>
        </p:txBody>
      </p:sp>
      <p:sp>
        <p:nvSpPr>
          <p:cNvPr id="52" name="Google Shape;27;p31">
            <a:extLst>
              <a:ext uri="{FF2B5EF4-FFF2-40B4-BE49-F238E27FC236}">
                <a16:creationId xmlns:a16="http://schemas.microsoft.com/office/drawing/2014/main" id="{D3A1B340-B3C1-6E5A-098C-780E2B17C68B}"/>
              </a:ext>
            </a:extLst>
          </p:cNvPr>
          <p:cNvSpPr txBox="1"/>
          <p:nvPr userDrawn="1"/>
        </p:nvSpPr>
        <p:spPr>
          <a:xfrm>
            <a:off x="2149782" y="3555454"/>
            <a:ext cx="5053542" cy="602473"/>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700" b="1" i="0" u="none" strike="noStrike" cap="none" dirty="0">
                <a:solidFill>
                  <a:srgbClr val="000000"/>
                </a:solidFill>
                <a:latin typeface="Poppins"/>
                <a:ea typeface="Poppins"/>
                <a:cs typeface="Poppins"/>
                <a:sym typeface="Poppins"/>
              </a:rPr>
              <a:t>Recursos didáticos</a:t>
            </a:r>
            <a:endParaRPr sz="1400" b="0" i="0" u="none" strike="noStrike" cap="none" dirty="0">
              <a:solidFill>
                <a:srgbClr val="000000"/>
              </a:solidFill>
              <a:latin typeface="Poppins"/>
              <a:ea typeface="Poppins"/>
              <a:cs typeface="Poppins"/>
              <a:sym typeface="Poppins"/>
            </a:endParaRPr>
          </a:p>
        </p:txBody>
      </p:sp>
      <p:sp>
        <p:nvSpPr>
          <p:cNvPr id="53" name="Google Shape;28;p31">
            <a:extLst>
              <a:ext uri="{FF2B5EF4-FFF2-40B4-BE49-F238E27FC236}">
                <a16:creationId xmlns:a16="http://schemas.microsoft.com/office/drawing/2014/main" id="{5B559A0E-AD04-115A-BF39-7DBA374B9335}"/>
              </a:ext>
            </a:extLst>
          </p:cNvPr>
          <p:cNvSpPr txBox="1"/>
          <p:nvPr userDrawn="1"/>
        </p:nvSpPr>
        <p:spPr>
          <a:xfrm>
            <a:off x="2168198" y="6974477"/>
            <a:ext cx="4900873" cy="602473"/>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700" b="1" i="0" u="none" strike="noStrike" cap="none" dirty="0">
                <a:solidFill>
                  <a:srgbClr val="000000"/>
                </a:solidFill>
                <a:latin typeface="Poppins"/>
                <a:ea typeface="Poppins"/>
                <a:cs typeface="Poppins"/>
                <a:sym typeface="Poppins"/>
              </a:rPr>
              <a:t>Duração da aula</a:t>
            </a:r>
            <a:endParaRPr sz="1400" b="0" i="0" u="none" strike="noStrike" cap="none" dirty="0">
              <a:solidFill>
                <a:srgbClr val="000000"/>
              </a:solidFill>
              <a:latin typeface="Poppins"/>
              <a:ea typeface="Poppins"/>
              <a:cs typeface="Poppins"/>
              <a:sym typeface="Poppins"/>
            </a:endParaRPr>
          </a:p>
        </p:txBody>
      </p:sp>
      <p:sp>
        <p:nvSpPr>
          <p:cNvPr id="54" name="Google Shape;29;p31">
            <a:extLst>
              <a:ext uri="{FF2B5EF4-FFF2-40B4-BE49-F238E27FC236}">
                <a16:creationId xmlns:a16="http://schemas.microsoft.com/office/drawing/2014/main" id="{EE47DDFB-5B6D-7333-B980-89821CD5C453}"/>
              </a:ext>
            </a:extLst>
          </p:cNvPr>
          <p:cNvSpPr txBox="1"/>
          <p:nvPr userDrawn="1"/>
        </p:nvSpPr>
        <p:spPr>
          <a:xfrm>
            <a:off x="11200516" y="4673913"/>
            <a:ext cx="6571620" cy="602473"/>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700" b="1" i="0" u="none" strike="noStrike" cap="none" dirty="0">
                <a:solidFill>
                  <a:srgbClr val="000000"/>
                </a:solidFill>
                <a:latin typeface="Poppins"/>
                <a:ea typeface="Poppins"/>
                <a:cs typeface="Poppins"/>
                <a:sym typeface="Poppins"/>
              </a:rPr>
              <a:t>Habilidades socioemocionais</a:t>
            </a:r>
            <a:endParaRPr lang="pt-BR" sz="1400" b="0" i="0" u="none" strike="noStrike" cap="none" dirty="0">
              <a:solidFill>
                <a:srgbClr val="000000"/>
              </a:solidFill>
              <a:latin typeface="Poppins"/>
              <a:ea typeface="Poppins"/>
              <a:cs typeface="Poppins"/>
              <a:sym typeface="Poppins"/>
            </a:endParaRPr>
          </a:p>
        </p:txBody>
      </p:sp>
      <p:sp>
        <p:nvSpPr>
          <p:cNvPr id="55" name="CaixaDeTexto 54">
            <a:extLst>
              <a:ext uri="{FF2B5EF4-FFF2-40B4-BE49-F238E27FC236}">
                <a16:creationId xmlns:a16="http://schemas.microsoft.com/office/drawing/2014/main" id="{40945717-DA64-748C-A1D1-9DD06F304E75}"/>
              </a:ext>
            </a:extLst>
          </p:cNvPr>
          <p:cNvSpPr txBox="1"/>
          <p:nvPr userDrawn="1"/>
        </p:nvSpPr>
        <p:spPr>
          <a:xfrm>
            <a:off x="7076661" y="3366052"/>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56" name="Google Shape;359;p5">
            <a:extLst>
              <a:ext uri="{FF2B5EF4-FFF2-40B4-BE49-F238E27FC236}">
                <a16:creationId xmlns:a16="http://schemas.microsoft.com/office/drawing/2014/main" id="{0B37A977-D54F-7CA4-065E-4F5646195719}"/>
              </a:ext>
            </a:extLst>
          </p:cNvPr>
          <p:cNvSpPr txBox="1"/>
          <p:nvPr userDrawn="1"/>
        </p:nvSpPr>
        <p:spPr>
          <a:xfrm>
            <a:off x="2093342" y="7576950"/>
            <a:ext cx="2585709" cy="400069"/>
          </a:xfrm>
          <a:prstGeom prst="rect">
            <a:avLst/>
          </a:prstGeom>
          <a:solidFill>
            <a:schemeClr val="lt1"/>
          </a:solidFill>
          <a:ln>
            <a:noFill/>
          </a:ln>
        </p:spPr>
        <p:style>
          <a:lnRef idx="0">
            <a:scrgbClr r="0" g="0" b="0"/>
          </a:lnRef>
          <a:fillRef idx="0">
            <a:scrgbClr r="0" g="0" b="0"/>
          </a:fillRef>
          <a:effectRef idx="0">
            <a:scrgbClr r="0" g="0" b="0"/>
          </a:effectRef>
          <a:fontRef idx="major"/>
        </p:style>
        <p:txBody>
          <a:bodyPr spcFirstLastPara="1" wrap="square" lIns="91425" tIns="45700" rIns="91425" bIns="4570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00000"/>
              </a:lnSpc>
              <a:spcBef>
                <a:spcPts val="0"/>
              </a:spcBef>
              <a:spcAft>
                <a:spcPts val="0"/>
              </a:spcAft>
              <a:buClr>
                <a:srgbClr val="000000"/>
              </a:buClr>
              <a:buSzPts val="2400"/>
              <a:buFont typeface="Arial"/>
              <a:buNone/>
            </a:pPr>
            <a:r>
              <a:rPr lang="pt-BR" sz="2000" b="0" i="0" u="none" strike="noStrike" cap="none" dirty="0">
                <a:solidFill>
                  <a:srgbClr val="000000"/>
                </a:solidFill>
                <a:latin typeface="Poppins" panose="00000500000000000000" pitchFamily="2" charset="0"/>
                <a:ea typeface="Arial"/>
                <a:cs typeface="Poppins" panose="00000500000000000000" pitchFamily="2" charset="0"/>
                <a:sym typeface="Arial"/>
              </a:rPr>
              <a:t>50 minutos.</a:t>
            </a:r>
          </a:p>
        </p:txBody>
      </p:sp>
      <p:sp>
        <p:nvSpPr>
          <p:cNvPr id="57" name="Espaço Reservado para Texto 7">
            <a:extLst>
              <a:ext uri="{FF2B5EF4-FFF2-40B4-BE49-F238E27FC236}">
                <a16:creationId xmlns:a16="http://schemas.microsoft.com/office/drawing/2014/main" id="{9D3B3D7B-3AB2-D2E0-42C8-BEE1A273FFA1}"/>
              </a:ext>
            </a:extLst>
          </p:cNvPr>
          <p:cNvSpPr>
            <a:spLocks noGrp="1"/>
          </p:cNvSpPr>
          <p:nvPr>
            <p:ph type="body" sz="quarter" idx="10"/>
          </p:nvPr>
        </p:nvSpPr>
        <p:spPr>
          <a:xfrm>
            <a:off x="2201863" y="2085975"/>
            <a:ext cx="6067478" cy="2096544"/>
          </a:xfrm>
          <a:prstGeom prst="rect">
            <a:avLst/>
          </a:prstGeom>
        </p:spPr>
        <p:txBody>
          <a:bodyPr/>
          <a:lstStyle>
            <a:lvl1pPr marL="342900" indent="-342900">
              <a:buClr>
                <a:schemeClr val="tx1"/>
              </a:buClr>
              <a:buFont typeface="Arial" panose="020B0604020202020204" pitchFamily="34" charset="0"/>
              <a:buChar char="•"/>
              <a:defRPr sz="2000">
                <a:latin typeface="Poppins" pitchFamily="2" charset="77"/>
                <a:cs typeface="Poppins" pitchFamily="2" charset="77"/>
              </a:defRPr>
            </a:lvl1pPr>
          </a:lstStyle>
          <a:p>
            <a:pPr lvl="0"/>
            <a:endParaRPr lang="pt-BR"/>
          </a:p>
        </p:txBody>
      </p:sp>
      <p:sp>
        <p:nvSpPr>
          <p:cNvPr id="58" name="Espaço Reservado para Texto 7">
            <a:extLst>
              <a:ext uri="{FF2B5EF4-FFF2-40B4-BE49-F238E27FC236}">
                <a16:creationId xmlns:a16="http://schemas.microsoft.com/office/drawing/2014/main" id="{2B4474D7-F7C1-8A04-F7F3-06AE90E020C9}"/>
              </a:ext>
            </a:extLst>
          </p:cNvPr>
          <p:cNvSpPr>
            <a:spLocks noGrp="1"/>
          </p:cNvSpPr>
          <p:nvPr>
            <p:ph type="body" sz="quarter" idx="11"/>
          </p:nvPr>
        </p:nvSpPr>
        <p:spPr>
          <a:xfrm>
            <a:off x="11201062" y="2033198"/>
            <a:ext cx="6067478" cy="2332938"/>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pPr lvl="0"/>
            <a:endParaRPr lang="pt-BR"/>
          </a:p>
        </p:txBody>
      </p:sp>
      <p:sp>
        <p:nvSpPr>
          <p:cNvPr id="59" name="Espaço Reservado para Texto 7">
            <a:extLst>
              <a:ext uri="{FF2B5EF4-FFF2-40B4-BE49-F238E27FC236}">
                <a16:creationId xmlns:a16="http://schemas.microsoft.com/office/drawing/2014/main" id="{750A0485-F79D-BB58-9F3F-FA9A8926590E}"/>
              </a:ext>
            </a:extLst>
          </p:cNvPr>
          <p:cNvSpPr>
            <a:spLocks noGrp="1"/>
          </p:cNvSpPr>
          <p:nvPr>
            <p:ph type="body" sz="quarter" idx="12"/>
          </p:nvPr>
        </p:nvSpPr>
        <p:spPr>
          <a:xfrm>
            <a:off x="11201062" y="5473994"/>
            <a:ext cx="6067478" cy="2385257"/>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pPr lvl="0"/>
            <a:endParaRPr lang="pt-BR"/>
          </a:p>
        </p:txBody>
      </p:sp>
      <p:sp>
        <p:nvSpPr>
          <p:cNvPr id="60" name="Espaço Reservado para Texto 7">
            <a:extLst>
              <a:ext uri="{FF2B5EF4-FFF2-40B4-BE49-F238E27FC236}">
                <a16:creationId xmlns:a16="http://schemas.microsoft.com/office/drawing/2014/main" id="{E690A38C-21A5-1DD3-8FD9-05A05F954A38}"/>
              </a:ext>
            </a:extLst>
          </p:cNvPr>
          <p:cNvSpPr>
            <a:spLocks noGrp="1"/>
          </p:cNvSpPr>
          <p:nvPr>
            <p:ph type="body" sz="quarter" idx="13"/>
          </p:nvPr>
        </p:nvSpPr>
        <p:spPr>
          <a:xfrm>
            <a:off x="2165273" y="5234349"/>
            <a:ext cx="6067478" cy="1568360"/>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pPr lvl="0"/>
            <a:endParaRPr lang="pt-BR"/>
          </a:p>
        </p:txBody>
      </p:sp>
      <p:sp>
        <p:nvSpPr>
          <p:cNvPr id="61" name="Google Shape;26;p31">
            <a:extLst>
              <a:ext uri="{FF2B5EF4-FFF2-40B4-BE49-F238E27FC236}">
                <a16:creationId xmlns:a16="http://schemas.microsoft.com/office/drawing/2014/main" id="{94671E74-5053-0B75-2554-2EC14FBC543F}"/>
              </a:ext>
            </a:extLst>
          </p:cNvPr>
          <p:cNvSpPr/>
          <p:nvPr userDrawn="1"/>
        </p:nvSpPr>
        <p:spPr>
          <a:xfrm>
            <a:off x="807426" y="1440121"/>
            <a:ext cx="1001384" cy="1001384"/>
          </a:xfrm>
          <a:prstGeom prst="ellipse">
            <a:avLst/>
          </a:prstGeom>
          <a:solidFill>
            <a:srgbClr val="529AC2"/>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Calibri"/>
              <a:ea typeface="Calibri"/>
              <a:cs typeface="Calibri"/>
              <a:sym typeface="Calibri"/>
            </a:endParaRPr>
          </a:p>
        </p:txBody>
      </p:sp>
      <p:grpSp>
        <p:nvGrpSpPr>
          <p:cNvPr id="62" name="Google Shape;34;p31">
            <a:extLst>
              <a:ext uri="{FF2B5EF4-FFF2-40B4-BE49-F238E27FC236}">
                <a16:creationId xmlns:a16="http://schemas.microsoft.com/office/drawing/2014/main" id="{094CE120-6DC2-B836-C78B-958857E32918}"/>
              </a:ext>
            </a:extLst>
          </p:cNvPr>
          <p:cNvGrpSpPr/>
          <p:nvPr userDrawn="1"/>
        </p:nvGrpSpPr>
        <p:grpSpPr>
          <a:xfrm>
            <a:off x="984626" y="1586920"/>
            <a:ext cx="642753" cy="642752"/>
            <a:chOff x="9358184" y="2764785"/>
            <a:chExt cx="495514" cy="495513"/>
          </a:xfrm>
        </p:grpSpPr>
        <p:grpSp>
          <p:nvGrpSpPr>
            <p:cNvPr id="63" name="Google Shape;35;p31">
              <a:extLst>
                <a:ext uri="{FF2B5EF4-FFF2-40B4-BE49-F238E27FC236}">
                  <a16:creationId xmlns:a16="http://schemas.microsoft.com/office/drawing/2014/main" id="{E46B2FE3-266B-CF02-D8D2-75497E399F1B}"/>
                </a:ext>
              </a:extLst>
            </p:cNvPr>
            <p:cNvGrpSpPr/>
            <p:nvPr/>
          </p:nvGrpSpPr>
          <p:grpSpPr>
            <a:xfrm>
              <a:off x="9358184" y="2802389"/>
              <a:ext cx="457909" cy="457909"/>
              <a:chOff x="9358184" y="2802389"/>
              <a:chExt cx="457909" cy="457909"/>
            </a:xfrm>
          </p:grpSpPr>
          <p:sp>
            <p:nvSpPr>
              <p:cNvPr id="66" name="Google Shape;36;p31">
                <a:extLst>
                  <a:ext uri="{FF2B5EF4-FFF2-40B4-BE49-F238E27FC236}">
                    <a16:creationId xmlns:a16="http://schemas.microsoft.com/office/drawing/2014/main" id="{E21811E9-DB1E-1BA0-75E9-117F29646F68}"/>
                  </a:ext>
                </a:extLst>
              </p:cNvPr>
              <p:cNvSpPr/>
              <p:nvPr/>
            </p:nvSpPr>
            <p:spPr>
              <a:xfrm>
                <a:off x="9434344" y="2878548"/>
                <a:ext cx="305685" cy="305685"/>
              </a:xfrm>
              <a:custGeom>
                <a:avLst/>
                <a:gdLst/>
                <a:ahLst/>
                <a:cxnLst/>
                <a:rect l="l" t="t" r="r" b="b"/>
                <a:pathLst>
                  <a:path w="305685" h="305685" extrusionOk="0">
                    <a:moveTo>
                      <a:pt x="152795" y="305590"/>
                    </a:moveTo>
                    <a:cubicBezTo>
                      <a:pt x="68543" y="305590"/>
                      <a:pt x="0" y="237047"/>
                      <a:pt x="0" y="152795"/>
                    </a:cubicBezTo>
                    <a:cubicBezTo>
                      <a:pt x="0" y="68544"/>
                      <a:pt x="68543" y="0"/>
                      <a:pt x="152795" y="0"/>
                    </a:cubicBezTo>
                    <a:cubicBezTo>
                      <a:pt x="173453" y="0"/>
                      <a:pt x="193540" y="4094"/>
                      <a:pt x="212485" y="12090"/>
                    </a:cubicBezTo>
                    <a:cubicBezTo>
                      <a:pt x="212771" y="12186"/>
                      <a:pt x="212866" y="12471"/>
                      <a:pt x="212771" y="12757"/>
                    </a:cubicBezTo>
                    <a:cubicBezTo>
                      <a:pt x="212676" y="12947"/>
                      <a:pt x="212390" y="13138"/>
                      <a:pt x="212104" y="13042"/>
                    </a:cubicBezTo>
                    <a:cubicBezTo>
                      <a:pt x="193350" y="5046"/>
                      <a:pt x="173358" y="1047"/>
                      <a:pt x="152795" y="1047"/>
                    </a:cubicBezTo>
                    <a:cubicBezTo>
                      <a:pt x="69114" y="1047"/>
                      <a:pt x="952" y="69210"/>
                      <a:pt x="952" y="152890"/>
                    </a:cubicBezTo>
                    <a:cubicBezTo>
                      <a:pt x="952" y="236571"/>
                      <a:pt x="69114" y="304734"/>
                      <a:pt x="152795" y="304734"/>
                    </a:cubicBezTo>
                    <a:cubicBezTo>
                      <a:pt x="236475" y="304734"/>
                      <a:pt x="304639" y="236571"/>
                      <a:pt x="304639" y="152890"/>
                    </a:cubicBezTo>
                    <a:cubicBezTo>
                      <a:pt x="304639" y="132327"/>
                      <a:pt x="300640" y="112431"/>
                      <a:pt x="292643" y="93581"/>
                    </a:cubicBezTo>
                    <a:cubicBezTo>
                      <a:pt x="292548" y="93295"/>
                      <a:pt x="292643" y="93105"/>
                      <a:pt x="292929" y="92915"/>
                    </a:cubicBezTo>
                    <a:cubicBezTo>
                      <a:pt x="293215" y="92819"/>
                      <a:pt x="293405" y="92915"/>
                      <a:pt x="293595" y="93200"/>
                    </a:cubicBezTo>
                    <a:cubicBezTo>
                      <a:pt x="301592" y="112145"/>
                      <a:pt x="305686" y="132137"/>
                      <a:pt x="305686" y="152890"/>
                    </a:cubicBezTo>
                    <a:cubicBezTo>
                      <a:pt x="305686" y="237142"/>
                      <a:pt x="237142" y="305686"/>
                      <a:pt x="152891" y="305686"/>
                    </a:cubicBez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sp>
            <p:nvSpPr>
              <p:cNvPr id="67" name="Google Shape;37;p31">
                <a:extLst>
                  <a:ext uri="{FF2B5EF4-FFF2-40B4-BE49-F238E27FC236}">
                    <a16:creationId xmlns:a16="http://schemas.microsoft.com/office/drawing/2014/main" id="{A2F25380-A4F9-BF9A-F39B-9E7A4E5B43A3}"/>
                  </a:ext>
                </a:extLst>
              </p:cNvPr>
              <p:cNvSpPr/>
              <p:nvPr/>
            </p:nvSpPr>
            <p:spPr>
              <a:xfrm>
                <a:off x="9358184" y="2802389"/>
                <a:ext cx="457909" cy="457909"/>
              </a:xfrm>
              <a:custGeom>
                <a:avLst/>
                <a:gdLst/>
                <a:ahLst/>
                <a:cxnLst/>
                <a:rect l="l" t="t" r="r" b="b"/>
                <a:pathLst>
                  <a:path w="457909" h="457909" extrusionOk="0">
                    <a:moveTo>
                      <a:pt x="228955" y="457910"/>
                    </a:moveTo>
                    <a:cubicBezTo>
                      <a:pt x="102720" y="457910"/>
                      <a:pt x="0" y="355189"/>
                      <a:pt x="0" y="228955"/>
                    </a:cubicBezTo>
                    <a:cubicBezTo>
                      <a:pt x="0" y="102720"/>
                      <a:pt x="102720" y="0"/>
                      <a:pt x="228955" y="0"/>
                    </a:cubicBezTo>
                    <a:cubicBezTo>
                      <a:pt x="269891" y="0"/>
                      <a:pt x="310065" y="10948"/>
                      <a:pt x="345193" y="31701"/>
                    </a:cubicBezTo>
                    <a:cubicBezTo>
                      <a:pt x="345384" y="31797"/>
                      <a:pt x="345479" y="32082"/>
                      <a:pt x="345384" y="32368"/>
                    </a:cubicBezTo>
                    <a:cubicBezTo>
                      <a:pt x="345289" y="32558"/>
                      <a:pt x="344908" y="32653"/>
                      <a:pt x="344717" y="32558"/>
                    </a:cubicBezTo>
                    <a:cubicBezTo>
                      <a:pt x="309684" y="11900"/>
                      <a:pt x="269700" y="952"/>
                      <a:pt x="228955" y="952"/>
                    </a:cubicBezTo>
                    <a:cubicBezTo>
                      <a:pt x="103196" y="952"/>
                      <a:pt x="952" y="103196"/>
                      <a:pt x="952" y="228955"/>
                    </a:cubicBezTo>
                    <a:cubicBezTo>
                      <a:pt x="952" y="354713"/>
                      <a:pt x="103196" y="456958"/>
                      <a:pt x="228955" y="456958"/>
                    </a:cubicBezTo>
                    <a:cubicBezTo>
                      <a:pt x="354713" y="456958"/>
                      <a:pt x="456958" y="354713"/>
                      <a:pt x="456958" y="228955"/>
                    </a:cubicBezTo>
                    <a:cubicBezTo>
                      <a:pt x="456958" y="188209"/>
                      <a:pt x="446010" y="148130"/>
                      <a:pt x="425352" y="113192"/>
                    </a:cubicBezTo>
                    <a:cubicBezTo>
                      <a:pt x="425256" y="113002"/>
                      <a:pt x="425352" y="112716"/>
                      <a:pt x="425542" y="112526"/>
                    </a:cubicBezTo>
                    <a:cubicBezTo>
                      <a:pt x="425732" y="112431"/>
                      <a:pt x="426018" y="112526"/>
                      <a:pt x="426208" y="112716"/>
                    </a:cubicBezTo>
                    <a:cubicBezTo>
                      <a:pt x="446962" y="147845"/>
                      <a:pt x="457910" y="188019"/>
                      <a:pt x="457910" y="228955"/>
                    </a:cubicBezTo>
                    <a:cubicBezTo>
                      <a:pt x="457910" y="355189"/>
                      <a:pt x="355190" y="457910"/>
                      <a:pt x="228955" y="457910"/>
                    </a:cubicBez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sp>
            <p:nvSpPr>
              <p:cNvPr id="68" name="Google Shape;38;p31">
                <a:extLst>
                  <a:ext uri="{FF2B5EF4-FFF2-40B4-BE49-F238E27FC236}">
                    <a16:creationId xmlns:a16="http://schemas.microsoft.com/office/drawing/2014/main" id="{6A2B401C-3625-8C2F-E46D-458CF073E15D}"/>
                  </a:ext>
                </a:extLst>
              </p:cNvPr>
              <p:cNvSpPr/>
              <p:nvPr/>
            </p:nvSpPr>
            <p:spPr>
              <a:xfrm>
                <a:off x="9510503" y="2954994"/>
                <a:ext cx="152985" cy="152985"/>
              </a:xfrm>
              <a:custGeom>
                <a:avLst/>
                <a:gdLst/>
                <a:ahLst/>
                <a:cxnLst/>
                <a:rect l="l" t="t" r="r" b="b"/>
                <a:pathLst>
                  <a:path w="152985" h="152985" extrusionOk="0">
                    <a:moveTo>
                      <a:pt x="76636" y="152986"/>
                    </a:moveTo>
                    <a:cubicBezTo>
                      <a:pt x="34367" y="152986"/>
                      <a:pt x="0" y="118619"/>
                      <a:pt x="0" y="76350"/>
                    </a:cubicBezTo>
                    <a:cubicBezTo>
                      <a:pt x="0" y="34081"/>
                      <a:pt x="31511" y="2475"/>
                      <a:pt x="71780" y="0"/>
                    </a:cubicBezTo>
                    <a:cubicBezTo>
                      <a:pt x="71971" y="0"/>
                      <a:pt x="72256" y="190"/>
                      <a:pt x="72256" y="476"/>
                    </a:cubicBezTo>
                    <a:cubicBezTo>
                      <a:pt x="72256" y="762"/>
                      <a:pt x="72066" y="952"/>
                      <a:pt x="71780" y="952"/>
                    </a:cubicBezTo>
                    <a:cubicBezTo>
                      <a:pt x="32082" y="3427"/>
                      <a:pt x="952" y="36652"/>
                      <a:pt x="952" y="76350"/>
                    </a:cubicBezTo>
                    <a:cubicBezTo>
                      <a:pt x="952" y="118047"/>
                      <a:pt x="34938" y="152034"/>
                      <a:pt x="76636" y="152034"/>
                    </a:cubicBezTo>
                    <a:cubicBezTo>
                      <a:pt x="118333" y="152034"/>
                      <a:pt x="149558" y="120903"/>
                      <a:pt x="152033" y="81205"/>
                    </a:cubicBezTo>
                    <a:cubicBezTo>
                      <a:pt x="152033" y="80920"/>
                      <a:pt x="152224" y="80729"/>
                      <a:pt x="152509" y="80729"/>
                    </a:cubicBezTo>
                    <a:cubicBezTo>
                      <a:pt x="152795" y="80729"/>
                      <a:pt x="152985" y="81015"/>
                      <a:pt x="152985" y="81205"/>
                    </a:cubicBezTo>
                    <a:cubicBezTo>
                      <a:pt x="150415" y="121475"/>
                      <a:pt x="116905" y="152986"/>
                      <a:pt x="76636" y="152986"/>
                    </a:cubicBez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grpSp>
        <p:sp>
          <p:nvSpPr>
            <p:cNvPr id="64" name="Google Shape;39;p31">
              <a:extLst>
                <a:ext uri="{FF2B5EF4-FFF2-40B4-BE49-F238E27FC236}">
                  <a16:creationId xmlns:a16="http://schemas.microsoft.com/office/drawing/2014/main" id="{8F00A6C3-B77A-F07E-05FF-EF372511D07A}"/>
                </a:ext>
              </a:extLst>
            </p:cNvPr>
            <p:cNvSpPr/>
            <p:nvPr/>
          </p:nvSpPr>
          <p:spPr>
            <a:xfrm>
              <a:off x="9586615" y="2912545"/>
              <a:ext cx="119380" cy="119274"/>
            </a:xfrm>
            <a:custGeom>
              <a:avLst/>
              <a:gdLst/>
              <a:ahLst/>
              <a:cxnLst/>
              <a:rect l="l" t="t" r="r" b="b"/>
              <a:pathLst>
                <a:path w="119380" h="119274" extrusionOk="0">
                  <a:moveTo>
                    <a:pt x="524" y="119274"/>
                  </a:moveTo>
                  <a:cubicBezTo>
                    <a:pt x="524" y="119274"/>
                    <a:pt x="238" y="119274"/>
                    <a:pt x="143" y="119179"/>
                  </a:cubicBezTo>
                  <a:cubicBezTo>
                    <a:pt x="-48" y="118989"/>
                    <a:pt x="-48" y="118703"/>
                    <a:pt x="143" y="118513"/>
                  </a:cubicBezTo>
                  <a:lnTo>
                    <a:pt x="118571" y="85"/>
                  </a:lnTo>
                  <a:cubicBezTo>
                    <a:pt x="118571" y="85"/>
                    <a:pt x="119047" y="-106"/>
                    <a:pt x="119237" y="85"/>
                  </a:cubicBezTo>
                  <a:cubicBezTo>
                    <a:pt x="119428" y="275"/>
                    <a:pt x="119428" y="561"/>
                    <a:pt x="119237" y="751"/>
                  </a:cubicBezTo>
                  <a:lnTo>
                    <a:pt x="809" y="119179"/>
                  </a:lnTo>
                  <a:cubicBezTo>
                    <a:pt x="809" y="119179"/>
                    <a:pt x="619" y="119274"/>
                    <a:pt x="428" y="119274"/>
                  </a:cubicBez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sp>
          <p:nvSpPr>
            <p:cNvPr id="65" name="Google Shape;40;p31">
              <a:extLst>
                <a:ext uri="{FF2B5EF4-FFF2-40B4-BE49-F238E27FC236}">
                  <a16:creationId xmlns:a16="http://schemas.microsoft.com/office/drawing/2014/main" id="{C568D4FE-9F66-CAB7-A0D0-1D65DBFCBB6A}"/>
                </a:ext>
              </a:extLst>
            </p:cNvPr>
            <p:cNvSpPr/>
            <p:nvPr/>
          </p:nvSpPr>
          <p:spPr>
            <a:xfrm>
              <a:off x="9692144" y="2764785"/>
              <a:ext cx="161554" cy="161553"/>
            </a:xfrm>
            <a:custGeom>
              <a:avLst/>
              <a:gdLst/>
              <a:ahLst/>
              <a:cxnLst/>
              <a:rect l="l" t="t" r="r" b="b"/>
              <a:pathLst>
                <a:path w="161554" h="161553" extrusionOk="0">
                  <a:moveTo>
                    <a:pt x="94248" y="67306"/>
                  </a:moveTo>
                  <a:lnTo>
                    <a:pt x="80730" y="0"/>
                  </a:lnTo>
                  <a:lnTo>
                    <a:pt x="0" y="80824"/>
                  </a:lnTo>
                  <a:lnTo>
                    <a:pt x="13423" y="148130"/>
                  </a:lnTo>
                  <a:lnTo>
                    <a:pt x="80730" y="161554"/>
                  </a:lnTo>
                  <a:lnTo>
                    <a:pt x="161554" y="80824"/>
                  </a:lnTo>
                  <a:lnTo>
                    <a:pt x="94248" y="67306"/>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grpSp>
      <p:sp>
        <p:nvSpPr>
          <p:cNvPr id="69" name="Google Shape;42;p31">
            <a:extLst>
              <a:ext uri="{FF2B5EF4-FFF2-40B4-BE49-F238E27FC236}">
                <a16:creationId xmlns:a16="http://schemas.microsoft.com/office/drawing/2014/main" id="{9872EE60-7A4F-1BA5-6C65-F74323570E69}"/>
              </a:ext>
            </a:extLst>
          </p:cNvPr>
          <p:cNvSpPr/>
          <p:nvPr userDrawn="1"/>
        </p:nvSpPr>
        <p:spPr>
          <a:xfrm>
            <a:off x="771809" y="3638069"/>
            <a:ext cx="1001384" cy="1001384"/>
          </a:xfrm>
          <a:prstGeom prst="ellipse">
            <a:avLst/>
          </a:prstGeom>
          <a:solidFill>
            <a:srgbClr val="529AC2"/>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Calibri"/>
              <a:ea typeface="Calibri"/>
              <a:cs typeface="Calibri"/>
              <a:sym typeface="Calibri"/>
            </a:endParaRPr>
          </a:p>
        </p:txBody>
      </p:sp>
      <p:grpSp>
        <p:nvGrpSpPr>
          <p:cNvPr id="70" name="Google Shape;44;p31">
            <a:extLst>
              <a:ext uri="{FF2B5EF4-FFF2-40B4-BE49-F238E27FC236}">
                <a16:creationId xmlns:a16="http://schemas.microsoft.com/office/drawing/2014/main" id="{E7AF0D48-4EAB-4341-56B9-E5180E18D687}"/>
              </a:ext>
            </a:extLst>
          </p:cNvPr>
          <p:cNvGrpSpPr/>
          <p:nvPr userDrawn="1"/>
        </p:nvGrpSpPr>
        <p:grpSpPr>
          <a:xfrm>
            <a:off x="949009" y="3834069"/>
            <a:ext cx="729196" cy="721749"/>
            <a:chOff x="8278989" y="8660413"/>
            <a:chExt cx="568927" cy="563118"/>
          </a:xfrm>
        </p:grpSpPr>
        <p:grpSp>
          <p:nvGrpSpPr>
            <p:cNvPr id="71" name="Google Shape;45;p31">
              <a:extLst>
                <a:ext uri="{FF2B5EF4-FFF2-40B4-BE49-F238E27FC236}">
                  <a16:creationId xmlns:a16="http://schemas.microsoft.com/office/drawing/2014/main" id="{25EE43B4-55D5-638C-B8E0-7683EE07DEFE}"/>
                </a:ext>
              </a:extLst>
            </p:cNvPr>
            <p:cNvGrpSpPr/>
            <p:nvPr/>
          </p:nvGrpSpPr>
          <p:grpSpPr>
            <a:xfrm>
              <a:off x="8278989" y="8852628"/>
              <a:ext cx="265651" cy="370903"/>
              <a:chOff x="8278989" y="8852628"/>
              <a:chExt cx="265651" cy="370903"/>
            </a:xfrm>
          </p:grpSpPr>
          <p:sp>
            <p:nvSpPr>
              <p:cNvPr id="75" name="Google Shape;46;p31">
                <a:extLst>
                  <a:ext uri="{FF2B5EF4-FFF2-40B4-BE49-F238E27FC236}">
                    <a16:creationId xmlns:a16="http://schemas.microsoft.com/office/drawing/2014/main" id="{D06AC268-D753-3703-84A7-70B8CEE1953D}"/>
                  </a:ext>
                </a:extLst>
              </p:cNvPr>
              <p:cNvSpPr/>
              <p:nvPr/>
            </p:nvSpPr>
            <p:spPr>
              <a:xfrm>
                <a:off x="8358808" y="8932770"/>
                <a:ext cx="185832" cy="290761"/>
              </a:xfrm>
              <a:custGeom>
                <a:avLst/>
                <a:gdLst/>
                <a:ahLst/>
                <a:cxnLst/>
                <a:rect l="l" t="t" r="r" b="b"/>
                <a:pathLst>
                  <a:path w="185832" h="290761" extrusionOk="0">
                    <a:moveTo>
                      <a:pt x="69913" y="290762"/>
                    </a:moveTo>
                    <a:cubicBezTo>
                      <a:pt x="111728" y="270378"/>
                      <a:pt x="140112" y="233516"/>
                      <a:pt x="135445" y="166365"/>
                    </a:cubicBezTo>
                    <a:lnTo>
                      <a:pt x="185833" y="5107"/>
                    </a:lnTo>
                    <a:cubicBezTo>
                      <a:pt x="185833" y="5107"/>
                      <a:pt x="120015" y="-16420"/>
                      <a:pt x="104394" y="28919"/>
                    </a:cubicBezTo>
                    <a:cubicBezTo>
                      <a:pt x="91059" y="67591"/>
                      <a:pt x="76581" y="109596"/>
                      <a:pt x="76581" y="109596"/>
                    </a:cubicBezTo>
                    <a:lnTo>
                      <a:pt x="23241" y="102167"/>
                    </a:lnTo>
                    <a:lnTo>
                      <a:pt x="0" y="33777"/>
                    </a:lnTo>
                    <a:lnTo>
                      <a:pt x="38671" y="5869"/>
                    </a:lnTo>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sp>
            <p:nvSpPr>
              <p:cNvPr id="76" name="Google Shape;47;p31">
                <a:extLst>
                  <a:ext uri="{FF2B5EF4-FFF2-40B4-BE49-F238E27FC236}">
                    <a16:creationId xmlns:a16="http://schemas.microsoft.com/office/drawing/2014/main" id="{3CA9B3D1-6574-F459-2D19-20757E9DA548}"/>
                  </a:ext>
                </a:extLst>
              </p:cNvPr>
              <p:cNvSpPr/>
              <p:nvPr/>
            </p:nvSpPr>
            <p:spPr>
              <a:xfrm>
                <a:off x="8278989" y="8852628"/>
                <a:ext cx="118585" cy="370903"/>
              </a:xfrm>
              <a:custGeom>
                <a:avLst/>
                <a:gdLst/>
                <a:ahLst/>
                <a:cxnLst/>
                <a:rect l="l" t="t" r="r" b="b"/>
                <a:pathLst>
                  <a:path w="118585" h="370903" extrusionOk="0">
                    <a:moveTo>
                      <a:pt x="9714" y="370903"/>
                    </a:moveTo>
                    <a:lnTo>
                      <a:pt x="94" y="114681"/>
                    </a:lnTo>
                    <a:cubicBezTo>
                      <a:pt x="-2097" y="74581"/>
                      <a:pt x="34575" y="50864"/>
                      <a:pt x="34575" y="50864"/>
                    </a:cubicBezTo>
                    <a:lnTo>
                      <a:pt x="118585" y="0"/>
                    </a:lnTo>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grpSp>
        <p:sp>
          <p:nvSpPr>
            <p:cNvPr id="72" name="Google Shape;48;p31">
              <a:extLst>
                <a:ext uri="{FF2B5EF4-FFF2-40B4-BE49-F238E27FC236}">
                  <a16:creationId xmlns:a16="http://schemas.microsoft.com/office/drawing/2014/main" id="{9C48133A-5E44-59D4-D07A-9F4DA1DB4FB6}"/>
                </a:ext>
              </a:extLst>
            </p:cNvPr>
            <p:cNvSpPr/>
            <p:nvPr/>
          </p:nvSpPr>
          <p:spPr>
            <a:xfrm>
              <a:off x="8397765" y="8660413"/>
              <a:ext cx="224980" cy="314705"/>
            </a:xfrm>
            <a:custGeom>
              <a:avLst/>
              <a:gdLst/>
              <a:ahLst/>
              <a:cxnLst/>
              <a:rect l="l" t="t" r="r" b="b"/>
              <a:pathLst>
                <a:path w="224980" h="314705" extrusionOk="0">
                  <a:moveTo>
                    <a:pt x="224980" y="165640"/>
                  </a:moveTo>
                  <a:lnTo>
                    <a:pt x="224980" y="89535"/>
                  </a:lnTo>
                  <a:lnTo>
                    <a:pt x="136874" y="89535"/>
                  </a:lnTo>
                  <a:cubicBezTo>
                    <a:pt x="151067" y="81153"/>
                    <a:pt x="160592" y="65818"/>
                    <a:pt x="160592" y="48101"/>
                  </a:cubicBezTo>
                  <a:cubicBezTo>
                    <a:pt x="160592" y="21527"/>
                    <a:pt x="139065" y="0"/>
                    <a:pt x="112490" y="0"/>
                  </a:cubicBezTo>
                  <a:cubicBezTo>
                    <a:pt x="85916" y="0"/>
                    <a:pt x="64389" y="21527"/>
                    <a:pt x="64389" y="48101"/>
                  </a:cubicBezTo>
                  <a:cubicBezTo>
                    <a:pt x="64389" y="65723"/>
                    <a:pt x="73914" y="81153"/>
                    <a:pt x="88106" y="89535"/>
                  </a:cubicBezTo>
                  <a:lnTo>
                    <a:pt x="0" y="89535"/>
                  </a:lnTo>
                  <a:lnTo>
                    <a:pt x="0" y="314706"/>
                  </a:lnTo>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sp>
          <p:nvSpPr>
            <p:cNvPr id="73" name="Google Shape;49;p31">
              <a:extLst>
                <a:ext uri="{FF2B5EF4-FFF2-40B4-BE49-F238E27FC236}">
                  <a16:creationId xmlns:a16="http://schemas.microsoft.com/office/drawing/2014/main" id="{52692079-AC69-2A35-9041-6474957E1B76}"/>
                </a:ext>
              </a:extLst>
            </p:cNvPr>
            <p:cNvSpPr/>
            <p:nvPr/>
          </p:nvSpPr>
          <p:spPr>
            <a:xfrm>
              <a:off x="8580264" y="8899110"/>
              <a:ext cx="42481" cy="76104"/>
            </a:xfrm>
            <a:custGeom>
              <a:avLst/>
              <a:gdLst/>
              <a:ahLst/>
              <a:cxnLst/>
              <a:rect l="l" t="t" r="r" b="b"/>
              <a:pathLst>
                <a:path w="42481" h="76104" extrusionOk="0">
                  <a:moveTo>
                    <a:pt x="0" y="76105"/>
                  </a:moveTo>
                  <a:lnTo>
                    <a:pt x="42481" y="76105"/>
                  </a:lnTo>
                  <a:lnTo>
                    <a:pt x="42481" y="0"/>
                  </a:lnTo>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sp>
          <p:nvSpPr>
            <p:cNvPr id="74" name="Google Shape;50;p31">
              <a:extLst>
                <a:ext uri="{FF2B5EF4-FFF2-40B4-BE49-F238E27FC236}">
                  <a16:creationId xmlns:a16="http://schemas.microsoft.com/office/drawing/2014/main" id="{DF1F27D0-EFFF-7207-95F6-31380C6AD755}"/>
                </a:ext>
              </a:extLst>
            </p:cNvPr>
            <p:cNvSpPr/>
            <p:nvPr/>
          </p:nvSpPr>
          <p:spPr>
            <a:xfrm>
              <a:off x="8533211" y="8750044"/>
              <a:ext cx="314705" cy="225171"/>
            </a:xfrm>
            <a:custGeom>
              <a:avLst/>
              <a:gdLst/>
              <a:ahLst/>
              <a:cxnLst/>
              <a:rect l="l" t="t" r="r" b="b"/>
              <a:pathLst>
                <a:path w="314705" h="225171" extrusionOk="0">
                  <a:moveTo>
                    <a:pt x="314706" y="225171"/>
                  </a:moveTo>
                  <a:lnTo>
                    <a:pt x="314706" y="0"/>
                  </a:lnTo>
                  <a:lnTo>
                    <a:pt x="238601" y="0"/>
                  </a:lnTo>
                  <a:cubicBezTo>
                    <a:pt x="245840" y="8382"/>
                    <a:pt x="250221" y="19336"/>
                    <a:pt x="250221" y="31242"/>
                  </a:cubicBezTo>
                  <a:cubicBezTo>
                    <a:pt x="250221" y="57817"/>
                    <a:pt x="228695" y="79343"/>
                    <a:pt x="202120" y="79343"/>
                  </a:cubicBezTo>
                  <a:cubicBezTo>
                    <a:pt x="175546" y="79343"/>
                    <a:pt x="154019" y="57817"/>
                    <a:pt x="154019" y="31242"/>
                  </a:cubicBezTo>
                  <a:cubicBezTo>
                    <a:pt x="154019" y="19241"/>
                    <a:pt x="158401" y="8382"/>
                    <a:pt x="165640" y="0"/>
                  </a:cubicBezTo>
                  <a:lnTo>
                    <a:pt x="89535" y="0"/>
                  </a:lnTo>
                  <a:lnTo>
                    <a:pt x="89535" y="88106"/>
                  </a:lnTo>
                  <a:cubicBezTo>
                    <a:pt x="81153" y="73914"/>
                    <a:pt x="65817" y="64389"/>
                    <a:pt x="48101" y="64389"/>
                  </a:cubicBezTo>
                  <a:cubicBezTo>
                    <a:pt x="21527" y="64389"/>
                    <a:pt x="0" y="85916"/>
                    <a:pt x="0" y="112490"/>
                  </a:cubicBezTo>
                  <a:cubicBezTo>
                    <a:pt x="0" y="139065"/>
                    <a:pt x="21527" y="160592"/>
                    <a:pt x="48101" y="160592"/>
                  </a:cubicBezTo>
                  <a:cubicBezTo>
                    <a:pt x="65722" y="160592"/>
                    <a:pt x="81153" y="151067"/>
                    <a:pt x="89535" y="136874"/>
                  </a:cubicBezTo>
                  <a:lnTo>
                    <a:pt x="89535" y="224981"/>
                  </a:lnTo>
                  <a:lnTo>
                    <a:pt x="314706" y="224981"/>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grpSp>
      <p:sp>
        <p:nvSpPr>
          <p:cNvPr id="77" name="Google Shape;43;p31">
            <a:extLst>
              <a:ext uri="{FF2B5EF4-FFF2-40B4-BE49-F238E27FC236}">
                <a16:creationId xmlns:a16="http://schemas.microsoft.com/office/drawing/2014/main" id="{6105EC4C-2897-6550-3658-7F87FDA2E46D}"/>
              </a:ext>
            </a:extLst>
          </p:cNvPr>
          <p:cNvSpPr/>
          <p:nvPr userDrawn="1"/>
        </p:nvSpPr>
        <p:spPr>
          <a:xfrm>
            <a:off x="774307" y="7050150"/>
            <a:ext cx="1001384" cy="1001384"/>
          </a:xfrm>
          <a:prstGeom prst="ellipse">
            <a:avLst/>
          </a:prstGeom>
          <a:solidFill>
            <a:srgbClr val="529AC2"/>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Calibri"/>
              <a:ea typeface="Calibri"/>
              <a:cs typeface="Calibri"/>
              <a:sym typeface="Calibri"/>
            </a:endParaRPr>
          </a:p>
        </p:txBody>
      </p:sp>
      <p:pic>
        <p:nvPicPr>
          <p:cNvPr id="78" name="Google Shape;51;p31">
            <a:extLst>
              <a:ext uri="{FF2B5EF4-FFF2-40B4-BE49-F238E27FC236}">
                <a16:creationId xmlns:a16="http://schemas.microsoft.com/office/drawing/2014/main" id="{73A799AF-B157-40EC-DCBE-B8FCFBE7F3C5}"/>
              </a:ext>
            </a:extLst>
          </p:cNvPr>
          <p:cNvPicPr preferRelativeResize="0"/>
          <p:nvPr userDrawn="1"/>
        </p:nvPicPr>
        <p:blipFill rotWithShape="1">
          <a:blip r:embed="rId4" cstate="hqprint">
            <a:alphaModFix/>
            <a:extLst>
              <a:ext uri="{28A0092B-C50C-407E-A947-70E740481C1C}">
                <a14:useLocalDpi xmlns:a14="http://schemas.microsoft.com/office/drawing/2010/main"/>
              </a:ext>
            </a:extLst>
          </a:blip>
          <a:srcRect/>
          <a:stretch/>
        </p:blipFill>
        <p:spPr>
          <a:xfrm>
            <a:off x="988375" y="7287873"/>
            <a:ext cx="571378" cy="571378"/>
          </a:xfrm>
          <a:prstGeom prst="rect">
            <a:avLst/>
          </a:prstGeom>
          <a:noFill/>
          <a:ln>
            <a:noFill/>
          </a:ln>
        </p:spPr>
      </p:pic>
      <p:sp>
        <p:nvSpPr>
          <p:cNvPr id="79" name="Google Shape;41;p31">
            <a:extLst>
              <a:ext uri="{FF2B5EF4-FFF2-40B4-BE49-F238E27FC236}">
                <a16:creationId xmlns:a16="http://schemas.microsoft.com/office/drawing/2014/main" id="{B3B56EED-70D4-931C-A420-FE71A037A5B3}"/>
              </a:ext>
            </a:extLst>
          </p:cNvPr>
          <p:cNvSpPr/>
          <p:nvPr userDrawn="1"/>
        </p:nvSpPr>
        <p:spPr>
          <a:xfrm>
            <a:off x="9806625" y="1462223"/>
            <a:ext cx="1001384" cy="1001384"/>
          </a:xfrm>
          <a:prstGeom prst="ellipse">
            <a:avLst/>
          </a:prstGeom>
          <a:solidFill>
            <a:srgbClr val="529AC2"/>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Calibri"/>
              <a:ea typeface="Calibri"/>
              <a:cs typeface="Calibri"/>
              <a:sym typeface="Calibri"/>
            </a:endParaRPr>
          </a:p>
        </p:txBody>
      </p:sp>
      <p:grpSp>
        <p:nvGrpSpPr>
          <p:cNvPr id="80" name="Google Shape;52;p31">
            <a:extLst>
              <a:ext uri="{FF2B5EF4-FFF2-40B4-BE49-F238E27FC236}">
                <a16:creationId xmlns:a16="http://schemas.microsoft.com/office/drawing/2014/main" id="{150405F6-AD92-3E93-A0F2-62123F63C231}"/>
              </a:ext>
            </a:extLst>
          </p:cNvPr>
          <p:cNvGrpSpPr/>
          <p:nvPr userDrawn="1"/>
        </p:nvGrpSpPr>
        <p:grpSpPr>
          <a:xfrm>
            <a:off x="9964992" y="1615822"/>
            <a:ext cx="709176" cy="652866"/>
            <a:chOff x="8560697" y="2808577"/>
            <a:chExt cx="496370" cy="456957"/>
          </a:xfrm>
        </p:grpSpPr>
        <p:sp>
          <p:nvSpPr>
            <p:cNvPr id="81" name="Google Shape;53;p31">
              <a:extLst>
                <a:ext uri="{FF2B5EF4-FFF2-40B4-BE49-F238E27FC236}">
                  <a16:creationId xmlns:a16="http://schemas.microsoft.com/office/drawing/2014/main" id="{E89D22AA-CDF5-F8EF-533A-455BBF7ED376}"/>
                </a:ext>
              </a:extLst>
            </p:cNvPr>
            <p:cNvSpPr/>
            <p:nvPr/>
          </p:nvSpPr>
          <p:spPr>
            <a:xfrm>
              <a:off x="8694643" y="2808577"/>
              <a:ext cx="228479" cy="456957"/>
            </a:xfrm>
            <a:custGeom>
              <a:avLst/>
              <a:gdLst/>
              <a:ahLst/>
              <a:cxnLst/>
              <a:rect l="l" t="t" r="r" b="b"/>
              <a:pathLst>
                <a:path w="228479" h="456957" extrusionOk="0">
                  <a:moveTo>
                    <a:pt x="171359" y="57120"/>
                  </a:moveTo>
                  <a:cubicBezTo>
                    <a:pt x="171359" y="88631"/>
                    <a:pt x="145751" y="114239"/>
                    <a:pt x="114240" y="114239"/>
                  </a:cubicBezTo>
                  <a:cubicBezTo>
                    <a:pt x="82728" y="114239"/>
                    <a:pt x="57120" y="88631"/>
                    <a:pt x="57120" y="57120"/>
                  </a:cubicBezTo>
                  <a:cubicBezTo>
                    <a:pt x="57120" y="25609"/>
                    <a:pt x="82728" y="0"/>
                    <a:pt x="114240" y="0"/>
                  </a:cubicBezTo>
                  <a:cubicBezTo>
                    <a:pt x="145751" y="0"/>
                    <a:pt x="171359" y="25609"/>
                    <a:pt x="171359" y="57120"/>
                  </a:cubicBezTo>
                  <a:close/>
                  <a:moveTo>
                    <a:pt x="182783" y="318728"/>
                  </a:moveTo>
                  <a:cubicBezTo>
                    <a:pt x="208773" y="313397"/>
                    <a:pt x="228479" y="290263"/>
                    <a:pt x="228479" y="262751"/>
                  </a:cubicBezTo>
                  <a:lnTo>
                    <a:pt x="228479" y="182783"/>
                  </a:lnTo>
                  <a:cubicBezTo>
                    <a:pt x="228479" y="151367"/>
                    <a:pt x="202775" y="125663"/>
                    <a:pt x="171359" y="125663"/>
                  </a:cubicBezTo>
                  <a:lnTo>
                    <a:pt x="57120" y="125663"/>
                  </a:lnTo>
                  <a:cubicBezTo>
                    <a:pt x="25704" y="125663"/>
                    <a:pt x="0" y="151367"/>
                    <a:pt x="0" y="182783"/>
                  </a:cubicBezTo>
                  <a:lnTo>
                    <a:pt x="0" y="262751"/>
                  </a:lnTo>
                  <a:cubicBezTo>
                    <a:pt x="0" y="290263"/>
                    <a:pt x="19706" y="313397"/>
                    <a:pt x="45696" y="318728"/>
                  </a:cubicBezTo>
                  <a:lnTo>
                    <a:pt x="45696" y="182783"/>
                  </a:lnTo>
                  <a:lnTo>
                    <a:pt x="45696" y="422686"/>
                  </a:lnTo>
                  <a:cubicBezTo>
                    <a:pt x="45696" y="441535"/>
                    <a:pt x="61118" y="456958"/>
                    <a:pt x="79967" y="456958"/>
                  </a:cubicBezTo>
                  <a:lnTo>
                    <a:pt x="79967" y="456958"/>
                  </a:lnTo>
                  <a:cubicBezTo>
                    <a:pt x="98817" y="456958"/>
                    <a:pt x="114240" y="441535"/>
                    <a:pt x="114240" y="422686"/>
                  </a:cubicBezTo>
                  <a:lnTo>
                    <a:pt x="114240" y="319870"/>
                  </a:lnTo>
                  <a:lnTo>
                    <a:pt x="114240" y="422686"/>
                  </a:lnTo>
                  <a:cubicBezTo>
                    <a:pt x="114240" y="441535"/>
                    <a:pt x="129662" y="456958"/>
                    <a:pt x="148511" y="456958"/>
                  </a:cubicBezTo>
                  <a:lnTo>
                    <a:pt x="148511" y="456958"/>
                  </a:lnTo>
                  <a:cubicBezTo>
                    <a:pt x="167361" y="456958"/>
                    <a:pt x="182783" y="441535"/>
                    <a:pt x="182783" y="422686"/>
                  </a:cubicBezTo>
                  <a:lnTo>
                    <a:pt x="182783" y="182783"/>
                  </a:lnTo>
                  <a:lnTo>
                    <a:pt x="182783" y="318728"/>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grpSp>
          <p:nvGrpSpPr>
            <p:cNvPr id="82" name="Google Shape;54;p31">
              <a:extLst>
                <a:ext uri="{FF2B5EF4-FFF2-40B4-BE49-F238E27FC236}">
                  <a16:creationId xmlns:a16="http://schemas.microsoft.com/office/drawing/2014/main" id="{34CAB52C-B8E8-A6A1-22C9-58CFDA6BF939}"/>
                </a:ext>
              </a:extLst>
            </p:cNvPr>
            <p:cNvGrpSpPr/>
            <p:nvPr/>
          </p:nvGrpSpPr>
          <p:grpSpPr>
            <a:xfrm>
              <a:off x="8560697" y="2875026"/>
              <a:ext cx="496370" cy="324059"/>
              <a:chOff x="8560697" y="2875026"/>
              <a:chExt cx="496370" cy="324059"/>
            </a:xfrm>
          </p:grpSpPr>
          <p:sp>
            <p:nvSpPr>
              <p:cNvPr id="83" name="Google Shape;55;p31">
                <a:extLst>
                  <a:ext uri="{FF2B5EF4-FFF2-40B4-BE49-F238E27FC236}">
                    <a16:creationId xmlns:a16="http://schemas.microsoft.com/office/drawing/2014/main" id="{0380A354-0C36-FBBD-5A99-BEB6A92922F2}"/>
                  </a:ext>
                </a:extLst>
              </p:cNvPr>
              <p:cNvSpPr/>
              <p:nvPr/>
            </p:nvSpPr>
            <p:spPr>
              <a:xfrm>
                <a:off x="8560697" y="3008115"/>
                <a:ext cx="57786" cy="57786"/>
              </a:xfrm>
              <a:custGeom>
                <a:avLst/>
                <a:gdLst/>
                <a:ahLst/>
                <a:cxnLst/>
                <a:rect l="l" t="t" r="r" b="b"/>
                <a:pathLst>
                  <a:path w="57786" h="57786" extrusionOk="0">
                    <a:moveTo>
                      <a:pt x="29607" y="666"/>
                    </a:moveTo>
                    <a:lnTo>
                      <a:pt x="28845" y="0"/>
                    </a:lnTo>
                    <a:lnTo>
                      <a:pt x="285" y="28560"/>
                    </a:lnTo>
                    <a:lnTo>
                      <a:pt x="0" y="28941"/>
                    </a:lnTo>
                    <a:lnTo>
                      <a:pt x="28845" y="57786"/>
                    </a:lnTo>
                    <a:lnTo>
                      <a:pt x="29607" y="57120"/>
                    </a:lnTo>
                    <a:lnTo>
                      <a:pt x="1809" y="29417"/>
                    </a:lnTo>
                    <a:lnTo>
                      <a:pt x="57786" y="29417"/>
                    </a:lnTo>
                    <a:lnTo>
                      <a:pt x="57786" y="28465"/>
                    </a:lnTo>
                    <a:lnTo>
                      <a:pt x="1809" y="28465"/>
                    </a:lnTo>
                    <a:lnTo>
                      <a:pt x="29607" y="666"/>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sp>
            <p:nvSpPr>
              <p:cNvPr id="84" name="Google Shape;56;p31">
                <a:extLst>
                  <a:ext uri="{FF2B5EF4-FFF2-40B4-BE49-F238E27FC236}">
                    <a16:creationId xmlns:a16="http://schemas.microsoft.com/office/drawing/2014/main" id="{B3EF03DC-1D7C-1510-0CD0-0F69395B797F}"/>
                  </a:ext>
                </a:extLst>
              </p:cNvPr>
              <p:cNvSpPr/>
              <p:nvPr/>
            </p:nvSpPr>
            <p:spPr>
              <a:xfrm>
                <a:off x="8627812" y="3157864"/>
                <a:ext cx="41221" cy="41221"/>
              </a:xfrm>
              <a:custGeom>
                <a:avLst/>
                <a:gdLst/>
                <a:ahLst/>
                <a:cxnLst/>
                <a:rect l="l" t="t" r="r" b="b"/>
                <a:pathLst>
                  <a:path w="41221" h="41221" extrusionOk="0">
                    <a:moveTo>
                      <a:pt x="40555" y="0"/>
                    </a:moveTo>
                    <a:lnTo>
                      <a:pt x="952" y="39603"/>
                    </a:lnTo>
                    <a:lnTo>
                      <a:pt x="952" y="286"/>
                    </a:lnTo>
                    <a:lnTo>
                      <a:pt x="0" y="286"/>
                    </a:lnTo>
                    <a:lnTo>
                      <a:pt x="0" y="41221"/>
                    </a:lnTo>
                    <a:lnTo>
                      <a:pt x="40840" y="41221"/>
                    </a:lnTo>
                    <a:lnTo>
                      <a:pt x="40840" y="40269"/>
                    </a:lnTo>
                    <a:lnTo>
                      <a:pt x="1618" y="40269"/>
                    </a:lnTo>
                    <a:lnTo>
                      <a:pt x="41222" y="666"/>
                    </a:lnTo>
                    <a:lnTo>
                      <a:pt x="40555" y="0"/>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sp>
            <p:nvSpPr>
              <p:cNvPr id="85" name="Google Shape;57;p31">
                <a:extLst>
                  <a:ext uri="{FF2B5EF4-FFF2-40B4-BE49-F238E27FC236}">
                    <a16:creationId xmlns:a16="http://schemas.microsoft.com/office/drawing/2014/main" id="{42F9CEE5-E68B-076C-BB6F-7A025F686840}"/>
                  </a:ext>
                </a:extLst>
              </p:cNvPr>
              <p:cNvSpPr/>
              <p:nvPr/>
            </p:nvSpPr>
            <p:spPr>
              <a:xfrm>
                <a:off x="8627812" y="2875026"/>
                <a:ext cx="41221" cy="41126"/>
              </a:xfrm>
              <a:custGeom>
                <a:avLst/>
                <a:gdLst/>
                <a:ahLst/>
                <a:cxnLst/>
                <a:rect l="l" t="t" r="r" b="b"/>
                <a:pathLst>
                  <a:path w="41221" h="41126" extrusionOk="0">
                    <a:moveTo>
                      <a:pt x="40840" y="952"/>
                    </a:moveTo>
                    <a:lnTo>
                      <a:pt x="40840" y="0"/>
                    </a:lnTo>
                    <a:lnTo>
                      <a:pt x="0" y="0"/>
                    </a:lnTo>
                    <a:lnTo>
                      <a:pt x="0" y="40841"/>
                    </a:lnTo>
                    <a:lnTo>
                      <a:pt x="952" y="40841"/>
                    </a:lnTo>
                    <a:lnTo>
                      <a:pt x="952" y="1618"/>
                    </a:lnTo>
                    <a:lnTo>
                      <a:pt x="40555" y="41126"/>
                    </a:lnTo>
                    <a:lnTo>
                      <a:pt x="41222" y="40460"/>
                    </a:lnTo>
                    <a:lnTo>
                      <a:pt x="1618" y="952"/>
                    </a:lnTo>
                    <a:lnTo>
                      <a:pt x="40840" y="952"/>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sp>
            <p:nvSpPr>
              <p:cNvPr id="86" name="Google Shape;58;p31">
                <a:extLst>
                  <a:ext uri="{FF2B5EF4-FFF2-40B4-BE49-F238E27FC236}">
                    <a16:creationId xmlns:a16="http://schemas.microsoft.com/office/drawing/2014/main" id="{99B7DFE5-0CDE-9C9C-3FD3-49285C4CFB39}"/>
                  </a:ext>
                </a:extLst>
              </p:cNvPr>
              <p:cNvSpPr/>
              <p:nvPr/>
            </p:nvSpPr>
            <p:spPr>
              <a:xfrm>
                <a:off x="8999281" y="3008115"/>
                <a:ext cx="57786" cy="57786"/>
              </a:xfrm>
              <a:custGeom>
                <a:avLst/>
                <a:gdLst/>
                <a:ahLst/>
                <a:cxnLst/>
                <a:rect l="l" t="t" r="r" b="b"/>
                <a:pathLst>
                  <a:path w="57786" h="57786" extrusionOk="0">
                    <a:moveTo>
                      <a:pt x="28940" y="0"/>
                    </a:moveTo>
                    <a:lnTo>
                      <a:pt x="28179" y="666"/>
                    </a:lnTo>
                    <a:lnTo>
                      <a:pt x="55977" y="28465"/>
                    </a:lnTo>
                    <a:lnTo>
                      <a:pt x="0" y="28465"/>
                    </a:lnTo>
                    <a:lnTo>
                      <a:pt x="0" y="29417"/>
                    </a:lnTo>
                    <a:lnTo>
                      <a:pt x="55977" y="29417"/>
                    </a:lnTo>
                    <a:lnTo>
                      <a:pt x="28179" y="57120"/>
                    </a:lnTo>
                    <a:lnTo>
                      <a:pt x="28940" y="57786"/>
                    </a:lnTo>
                    <a:lnTo>
                      <a:pt x="57500" y="29226"/>
                    </a:lnTo>
                    <a:lnTo>
                      <a:pt x="57786" y="28941"/>
                    </a:lnTo>
                    <a:lnTo>
                      <a:pt x="28940" y="0"/>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sp>
            <p:nvSpPr>
              <p:cNvPr id="87" name="Google Shape;59;p31">
                <a:extLst>
                  <a:ext uri="{FF2B5EF4-FFF2-40B4-BE49-F238E27FC236}">
                    <a16:creationId xmlns:a16="http://schemas.microsoft.com/office/drawing/2014/main" id="{0F963431-0407-0C32-190B-BA13628B3689}"/>
                  </a:ext>
                </a:extLst>
              </p:cNvPr>
              <p:cNvSpPr/>
              <p:nvPr/>
            </p:nvSpPr>
            <p:spPr>
              <a:xfrm>
                <a:off x="8948730" y="2875026"/>
                <a:ext cx="41221" cy="41126"/>
              </a:xfrm>
              <a:custGeom>
                <a:avLst/>
                <a:gdLst/>
                <a:ahLst/>
                <a:cxnLst/>
                <a:rect l="l" t="t" r="r" b="b"/>
                <a:pathLst>
                  <a:path w="41221" h="41126" extrusionOk="0">
                    <a:moveTo>
                      <a:pt x="381" y="952"/>
                    </a:moveTo>
                    <a:lnTo>
                      <a:pt x="39603" y="952"/>
                    </a:lnTo>
                    <a:lnTo>
                      <a:pt x="0" y="40460"/>
                    </a:lnTo>
                    <a:lnTo>
                      <a:pt x="666" y="41126"/>
                    </a:lnTo>
                    <a:lnTo>
                      <a:pt x="40269" y="1618"/>
                    </a:lnTo>
                    <a:lnTo>
                      <a:pt x="40269" y="40841"/>
                    </a:lnTo>
                    <a:lnTo>
                      <a:pt x="41221" y="40841"/>
                    </a:lnTo>
                    <a:lnTo>
                      <a:pt x="41221" y="0"/>
                    </a:lnTo>
                    <a:lnTo>
                      <a:pt x="381" y="0"/>
                    </a:lnTo>
                    <a:lnTo>
                      <a:pt x="381" y="952"/>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sp>
            <p:nvSpPr>
              <p:cNvPr id="88" name="Google Shape;60;p31">
                <a:extLst>
                  <a:ext uri="{FF2B5EF4-FFF2-40B4-BE49-F238E27FC236}">
                    <a16:creationId xmlns:a16="http://schemas.microsoft.com/office/drawing/2014/main" id="{F439FC39-5565-97D2-9A14-46058DB5EF62}"/>
                  </a:ext>
                </a:extLst>
              </p:cNvPr>
              <p:cNvSpPr/>
              <p:nvPr/>
            </p:nvSpPr>
            <p:spPr>
              <a:xfrm>
                <a:off x="8948730" y="3157864"/>
                <a:ext cx="41221" cy="41221"/>
              </a:xfrm>
              <a:custGeom>
                <a:avLst/>
                <a:gdLst/>
                <a:ahLst/>
                <a:cxnLst/>
                <a:rect l="l" t="t" r="r" b="b"/>
                <a:pathLst>
                  <a:path w="41221" h="41221" extrusionOk="0">
                    <a:moveTo>
                      <a:pt x="40269" y="39603"/>
                    </a:moveTo>
                    <a:lnTo>
                      <a:pt x="666" y="0"/>
                    </a:lnTo>
                    <a:lnTo>
                      <a:pt x="0" y="666"/>
                    </a:lnTo>
                    <a:lnTo>
                      <a:pt x="39603" y="40269"/>
                    </a:lnTo>
                    <a:lnTo>
                      <a:pt x="381" y="40269"/>
                    </a:lnTo>
                    <a:lnTo>
                      <a:pt x="381" y="41221"/>
                    </a:lnTo>
                    <a:lnTo>
                      <a:pt x="41221" y="41221"/>
                    </a:lnTo>
                    <a:lnTo>
                      <a:pt x="41221" y="286"/>
                    </a:lnTo>
                    <a:lnTo>
                      <a:pt x="40269" y="286"/>
                    </a:lnTo>
                    <a:lnTo>
                      <a:pt x="40269" y="39603"/>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grpSp>
      </p:grpSp>
      <p:sp>
        <p:nvSpPr>
          <p:cNvPr id="89" name="Google Shape;41;p31">
            <a:extLst>
              <a:ext uri="{FF2B5EF4-FFF2-40B4-BE49-F238E27FC236}">
                <a16:creationId xmlns:a16="http://schemas.microsoft.com/office/drawing/2014/main" id="{4FB79224-C783-AB92-7785-7C018D12A249}"/>
              </a:ext>
            </a:extLst>
          </p:cNvPr>
          <p:cNvSpPr/>
          <p:nvPr userDrawn="1"/>
        </p:nvSpPr>
        <p:spPr>
          <a:xfrm>
            <a:off x="9806625" y="4717036"/>
            <a:ext cx="1001384" cy="1001384"/>
          </a:xfrm>
          <a:prstGeom prst="ellipse">
            <a:avLst/>
          </a:prstGeom>
          <a:solidFill>
            <a:srgbClr val="529AC2"/>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Calibri"/>
              <a:ea typeface="Calibri"/>
              <a:cs typeface="Calibri"/>
              <a:sym typeface="Calibri"/>
            </a:endParaRPr>
          </a:p>
        </p:txBody>
      </p:sp>
      <p:sp>
        <p:nvSpPr>
          <p:cNvPr id="90" name="Google Shape;2215;p100">
            <a:extLst>
              <a:ext uri="{FF2B5EF4-FFF2-40B4-BE49-F238E27FC236}">
                <a16:creationId xmlns:a16="http://schemas.microsoft.com/office/drawing/2014/main" id="{0E0D728E-3A33-4EF4-5212-177932EB7D37}"/>
              </a:ext>
            </a:extLst>
          </p:cNvPr>
          <p:cNvSpPr/>
          <p:nvPr userDrawn="1"/>
        </p:nvSpPr>
        <p:spPr>
          <a:xfrm>
            <a:off x="9956978" y="4878913"/>
            <a:ext cx="687995" cy="687841"/>
          </a:xfrm>
          <a:custGeom>
            <a:avLst/>
            <a:gdLst/>
            <a:ahLst/>
            <a:cxnLst/>
            <a:rect l="l" t="t" r="r" b="b"/>
            <a:pathLst>
              <a:path w="533447" h="533328" extrusionOk="0">
                <a:moveTo>
                  <a:pt x="361879" y="260152"/>
                </a:moveTo>
                <a:lnTo>
                  <a:pt x="385310" y="250531"/>
                </a:lnTo>
                <a:cubicBezTo>
                  <a:pt x="394264" y="246817"/>
                  <a:pt x="399979" y="238244"/>
                  <a:pt x="399979" y="228529"/>
                </a:cubicBezTo>
                <a:cubicBezTo>
                  <a:pt x="399979" y="218813"/>
                  <a:pt x="394168" y="210241"/>
                  <a:pt x="385310" y="206526"/>
                </a:cubicBezTo>
                <a:lnTo>
                  <a:pt x="285488" y="165378"/>
                </a:lnTo>
                <a:cubicBezTo>
                  <a:pt x="279678" y="162996"/>
                  <a:pt x="273582" y="161758"/>
                  <a:pt x="267391" y="161758"/>
                </a:cubicBezTo>
                <a:lnTo>
                  <a:pt x="265962" y="161758"/>
                </a:lnTo>
                <a:cubicBezTo>
                  <a:pt x="259676" y="161758"/>
                  <a:pt x="253579" y="162996"/>
                  <a:pt x="247865" y="165378"/>
                </a:cubicBezTo>
                <a:lnTo>
                  <a:pt x="148042" y="206526"/>
                </a:lnTo>
                <a:cubicBezTo>
                  <a:pt x="139089" y="210241"/>
                  <a:pt x="133374" y="218813"/>
                  <a:pt x="133374" y="228529"/>
                </a:cubicBezTo>
                <a:lnTo>
                  <a:pt x="133374" y="285679"/>
                </a:lnTo>
                <a:cubicBezTo>
                  <a:pt x="133374" y="290917"/>
                  <a:pt x="137660" y="295204"/>
                  <a:pt x="142899" y="295204"/>
                </a:cubicBezTo>
                <a:cubicBezTo>
                  <a:pt x="148138" y="295204"/>
                  <a:pt x="152424" y="290917"/>
                  <a:pt x="152424" y="285679"/>
                </a:cubicBezTo>
                <a:lnTo>
                  <a:pt x="152424" y="252246"/>
                </a:lnTo>
                <a:lnTo>
                  <a:pt x="171474" y="260056"/>
                </a:lnTo>
                <a:lnTo>
                  <a:pt x="171474" y="322921"/>
                </a:lnTo>
                <a:cubicBezTo>
                  <a:pt x="171474" y="333018"/>
                  <a:pt x="176808" y="342352"/>
                  <a:pt x="185380" y="347401"/>
                </a:cubicBezTo>
                <a:cubicBezTo>
                  <a:pt x="200430" y="356354"/>
                  <a:pt x="231101" y="371404"/>
                  <a:pt x="266724" y="371404"/>
                </a:cubicBezTo>
                <a:cubicBezTo>
                  <a:pt x="302347" y="371404"/>
                  <a:pt x="333018" y="356354"/>
                  <a:pt x="348067" y="347496"/>
                </a:cubicBezTo>
                <a:cubicBezTo>
                  <a:pt x="356640" y="342448"/>
                  <a:pt x="361974" y="333018"/>
                  <a:pt x="361974" y="323017"/>
                </a:cubicBezTo>
                <a:lnTo>
                  <a:pt x="361974" y="260152"/>
                </a:lnTo>
                <a:close/>
                <a:moveTo>
                  <a:pt x="342829" y="323017"/>
                </a:moveTo>
                <a:cubicBezTo>
                  <a:pt x="342829" y="326350"/>
                  <a:pt x="341114" y="329494"/>
                  <a:pt x="338352" y="331113"/>
                </a:cubicBezTo>
                <a:cubicBezTo>
                  <a:pt x="324922" y="339019"/>
                  <a:pt x="297776" y="352449"/>
                  <a:pt x="266629" y="352449"/>
                </a:cubicBezTo>
                <a:cubicBezTo>
                  <a:pt x="235482" y="352449"/>
                  <a:pt x="208336" y="339114"/>
                  <a:pt x="194905" y="331113"/>
                </a:cubicBezTo>
                <a:cubicBezTo>
                  <a:pt x="192143" y="329494"/>
                  <a:pt x="190429" y="326350"/>
                  <a:pt x="190429" y="323017"/>
                </a:cubicBezTo>
                <a:lnTo>
                  <a:pt x="190429" y="268057"/>
                </a:lnTo>
                <a:lnTo>
                  <a:pt x="247769" y="291679"/>
                </a:lnTo>
                <a:cubicBezTo>
                  <a:pt x="253579" y="294061"/>
                  <a:pt x="259676" y="295299"/>
                  <a:pt x="265866" y="295299"/>
                </a:cubicBezTo>
                <a:lnTo>
                  <a:pt x="267295" y="295299"/>
                </a:lnTo>
                <a:cubicBezTo>
                  <a:pt x="273582" y="295299"/>
                  <a:pt x="279678" y="294061"/>
                  <a:pt x="285393" y="291679"/>
                </a:cubicBezTo>
                <a:lnTo>
                  <a:pt x="342733" y="268057"/>
                </a:lnTo>
                <a:lnTo>
                  <a:pt x="342733" y="323017"/>
                </a:lnTo>
                <a:close/>
                <a:moveTo>
                  <a:pt x="278249" y="274058"/>
                </a:moveTo>
                <a:cubicBezTo>
                  <a:pt x="274820" y="275487"/>
                  <a:pt x="271105" y="276249"/>
                  <a:pt x="267391" y="276249"/>
                </a:cubicBezTo>
                <a:lnTo>
                  <a:pt x="265962" y="276249"/>
                </a:lnTo>
                <a:cubicBezTo>
                  <a:pt x="262247" y="276249"/>
                  <a:pt x="258533" y="275487"/>
                  <a:pt x="255103" y="274058"/>
                </a:cubicBezTo>
                <a:lnTo>
                  <a:pt x="155281" y="232910"/>
                </a:lnTo>
                <a:cubicBezTo>
                  <a:pt x="153472" y="232148"/>
                  <a:pt x="152329" y="230434"/>
                  <a:pt x="152329" y="228529"/>
                </a:cubicBezTo>
                <a:cubicBezTo>
                  <a:pt x="152329" y="226624"/>
                  <a:pt x="153472" y="224909"/>
                  <a:pt x="155281" y="224147"/>
                </a:cubicBezTo>
                <a:lnTo>
                  <a:pt x="255103" y="182999"/>
                </a:lnTo>
                <a:cubicBezTo>
                  <a:pt x="258533" y="181570"/>
                  <a:pt x="262247" y="180808"/>
                  <a:pt x="265962" y="180808"/>
                </a:cubicBezTo>
                <a:lnTo>
                  <a:pt x="267391" y="180808"/>
                </a:lnTo>
                <a:cubicBezTo>
                  <a:pt x="271105" y="180808"/>
                  <a:pt x="274820" y="181570"/>
                  <a:pt x="278249" y="182999"/>
                </a:cubicBezTo>
                <a:lnTo>
                  <a:pt x="378071" y="224147"/>
                </a:lnTo>
                <a:cubicBezTo>
                  <a:pt x="379881" y="224909"/>
                  <a:pt x="381024" y="226624"/>
                  <a:pt x="381024" y="228529"/>
                </a:cubicBezTo>
                <a:cubicBezTo>
                  <a:pt x="381024" y="230434"/>
                  <a:pt x="379881" y="232148"/>
                  <a:pt x="378071" y="232910"/>
                </a:cubicBezTo>
                <a:lnTo>
                  <a:pt x="278249" y="274058"/>
                </a:lnTo>
                <a:close/>
                <a:moveTo>
                  <a:pt x="225767" y="63841"/>
                </a:moveTo>
                <a:lnTo>
                  <a:pt x="257104" y="32504"/>
                </a:lnTo>
                <a:lnTo>
                  <a:pt x="257104" y="123849"/>
                </a:lnTo>
                <a:cubicBezTo>
                  <a:pt x="257104" y="129088"/>
                  <a:pt x="261390" y="133374"/>
                  <a:pt x="266629" y="133374"/>
                </a:cubicBezTo>
                <a:cubicBezTo>
                  <a:pt x="271867" y="133374"/>
                  <a:pt x="276154" y="129088"/>
                  <a:pt x="276154" y="123849"/>
                </a:cubicBezTo>
                <a:lnTo>
                  <a:pt x="276154" y="32504"/>
                </a:lnTo>
                <a:lnTo>
                  <a:pt x="307491" y="63841"/>
                </a:lnTo>
                <a:cubicBezTo>
                  <a:pt x="309396" y="65746"/>
                  <a:pt x="311777" y="66604"/>
                  <a:pt x="314254" y="66604"/>
                </a:cubicBezTo>
                <a:cubicBezTo>
                  <a:pt x="316730" y="66604"/>
                  <a:pt x="319111" y="65651"/>
                  <a:pt x="321017" y="63841"/>
                </a:cubicBezTo>
                <a:cubicBezTo>
                  <a:pt x="324731" y="60127"/>
                  <a:pt x="324731" y="54126"/>
                  <a:pt x="321017" y="50411"/>
                </a:cubicBezTo>
                <a:lnTo>
                  <a:pt x="273392" y="2786"/>
                </a:lnTo>
                <a:cubicBezTo>
                  <a:pt x="269677" y="-929"/>
                  <a:pt x="263676" y="-929"/>
                  <a:pt x="259961" y="2786"/>
                </a:cubicBezTo>
                <a:lnTo>
                  <a:pt x="212336" y="50411"/>
                </a:lnTo>
                <a:cubicBezTo>
                  <a:pt x="208621" y="54126"/>
                  <a:pt x="208621" y="60127"/>
                  <a:pt x="212336" y="63841"/>
                </a:cubicBezTo>
                <a:cubicBezTo>
                  <a:pt x="216051" y="67556"/>
                  <a:pt x="222052" y="67556"/>
                  <a:pt x="225767" y="63841"/>
                </a:cubicBezTo>
                <a:close/>
                <a:moveTo>
                  <a:pt x="307586" y="469511"/>
                </a:moveTo>
                <a:lnTo>
                  <a:pt x="276249" y="500848"/>
                </a:lnTo>
                <a:lnTo>
                  <a:pt x="276249" y="409504"/>
                </a:lnTo>
                <a:cubicBezTo>
                  <a:pt x="276249" y="404265"/>
                  <a:pt x="271963" y="399979"/>
                  <a:pt x="266724" y="399979"/>
                </a:cubicBezTo>
                <a:cubicBezTo>
                  <a:pt x="261485" y="399979"/>
                  <a:pt x="257199" y="404265"/>
                  <a:pt x="257199" y="409504"/>
                </a:cubicBezTo>
                <a:lnTo>
                  <a:pt x="257199" y="500848"/>
                </a:lnTo>
                <a:lnTo>
                  <a:pt x="225861" y="469511"/>
                </a:lnTo>
                <a:cubicBezTo>
                  <a:pt x="222147" y="465796"/>
                  <a:pt x="216146" y="465796"/>
                  <a:pt x="212431" y="469511"/>
                </a:cubicBezTo>
                <a:cubicBezTo>
                  <a:pt x="208716" y="473226"/>
                  <a:pt x="208716" y="479227"/>
                  <a:pt x="212431" y="482941"/>
                </a:cubicBezTo>
                <a:lnTo>
                  <a:pt x="260056" y="530566"/>
                </a:lnTo>
                <a:cubicBezTo>
                  <a:pt x="261961" y="532471"/>
                  <a:pt x="264343" y="533329"/>
                  <a:pt x="266819" y="533329"/>
                </a:cubicBezTo>
                <a:cubicBezTo>
                  <a:pt x="269296" y="533329"/>
                  <a:pt x="271677" y="532376"/>
                  <a:pt x="273582" y="530566"/>
                </a:cubicBezTo>
                <a:lnTo>
                  <a:pt x="321207" y="482941"/>
                </a:lnTo>
                <a:cubicBezTo>
                  <a:pt x="324922" y="479227"/>
                  <a:pt x="324922" y="473226"/>
                  <a:pt x="321207" y="469511"/>
                </a:cubicBezTo>
                <a:cubicBezTo>
                  <a:pt x="317492" y="465796"/>
                  <a:pt x="311492" y="465796"/>
                  <a:pt x="307777" y="469511"/>
                </a:cubicBezTo>
                <a:close/>
                <a:moveTo>
                  <a:pt x="85749" y="161949"/>
                </a:moveTo>
                <a:cubicBezTo>
                  <a:pt x="90988" y="161949"/>
                  <a:pt x="95274" y="157663"/>
                  <a:pt x="95274" y="152424"/>
                </a:cubicBezTo>
                <a:lnTo>
                  <a:pt x="95274" y="108704"/>
                </a:lnTo>
                <a:lnTo>
                  <a:pt x="155186" y="168616"/>
                </a:lnTo>
                <a:cubicBezTo>
                  <a:pt x="157091" y="170521"/>
                  <a:pt x="159472" y="171379"/>
                  <a:pt x="161949" y="171379"/>
                </a:cubicBezTo>
                <a:cubicBezTo>
                  <a:pt x="164425" y="171379"/>
                  <a:pt x="166806" y="170426"/>
                  <a:pt x="168712" y="168616"/>
                </a:cubicBezTo>
                <a:cubicBezTo>
                  <a:pt x="172426" y="164902"/>
                  <a:pt x="172426" y="158901"/>
                  <a:pt x="168712" y="155186"/>
                </a:cubicBezTo>
                <a:lnTo>
                  <a:pt x="108799" y="95274"/>
                </a:lnTo>
                <a:lnTo>
                  <a:pt x="152519" y="95274"/>
                </a:lnTo>
                <a:cubicBezTo>
                  <a:pt x="157758" y="95274"/>
                  <a:pt x="162044" y="90988"/>
                  <a:pt x="162044" y="85749"/>
                </a:cubicBezTo>
                <a:cubicBezTo>
                  <a:pt x="162044" y="80510"/>
                  <a:pt x="157758" y="76224"/>
                  <a:pt x="152519" y="76224"/>
                </a:cubicBezTo>
                <a:lnTo>
                  <a:pt x="85844" y="76224"/>
                </a:lnTo>
                <a:cubicBezTo>
                  <a:pt x="80605" y="76224"/>
                  <a:pt x="76319" y="80510"/>
                  <a:pt x="76319" y="85749"/>
                </a:cubicBezTo>
                <a:lnTo>
                  <a:pt x="76319" y="152424"/>
                </a:lnTo>
                <a:cubicBezTo>
                  <a:pt x="76319" y="157663"/>
                  <a:pt x="80605" y="161949"/>
                  <a:pt x="85844" y="161949"/>
                </a:cubicBezTo>
                <a:close/>
                <a:moveTo>
                  <a:pt x="448366" y="371499"/>
                </a:moveTo>
                <a:cubicBezTo>
                  <a:pt x="443127" y="371499"/>
                  <a:pt x="438841" y="375785"/>
                  <a:pt x="438841" y="381024"/>
                </a:cubicBezTo>
                <a:lnTo>
                  <a:pt x="438841" y="425410"/>
                </a:lnTo>
                <a:lnTo>
                  <a:pt x="378261" y="364831"/>
                </a:lnTo>
                <a:cubicBezTo>
                  <a:pt x="374547" y="361117"/>
                  <a:pt x="368546" y="361117"/>
                  <a:pt x="364831" y="364831"/>
                </a:cubicBezTo>
                <a:cubicBezTo>
                  <a:pt x="361116" y="368546"/>
                  <a:pt x="361116" y="374547"/>
                  <a:pt x="364831" y="378262"/>
                </a:cubicBezTo>
                <a:lnTo>
                  <a:pt x="424743" y="438174"/>
                </a:lnTo>
                <a:lnTo>
                  <a:pt x="381786" y="438174"/>
                </a:lnTo>
                <a:cubicBezTo>
                  <a:pt x="376547" y="438174"/>
                  <a:pt x="372261" y="442460"/>
                  <a:pt x="372261" y="447699"/>
                </a:cubicBezTo>
                <a:cubicBezTo>
                  <a:pt x="372261" y="452938"/>
                  <a:pt x="376547" y="457224"/>
                  <a:pt x="381786" y="457224"/>
                </a:cubicBezTo>
                <a:lnTo>
                  <a:pt x="448461" y="457224"/>
                </a:lnTo>
                <a:cubicBezTo>
                  <a:pt x="453700" y="457224"/>
                  <a:pt x="457986" y="452938"/>
                  <a:pt x="457986" y="447699"/>
                </a:cubicBezTo>
                <a:lnTo>
                  <a:pt x="457986" y="381024"/>
                </a:lnTo>
                <a:cubicBezTo>
                  <a:pt x="457986" y="375785"/>
                  <a:pt x="453700" y="371499"/>
                  <a:pt x="448461" y="371499"/>
                </a:cubicBezTo>
                <a:close/>
                <a:moveTo>
                  <a:pt x="155186" y="364736"/>
                </a:moveTo>
                <a:lnTo>
                  <a:pt x="95274" y="424648"/>
                </a:lnTo>
                <a:lnTo>
                  <a:pt x="95274" y="380929"/>
                </a:lnTo>
                <a:cubicBezTo>
                  <a:pt x="95274" y="375690"/>
                  <a:pt x="90988" y="371404"/>
                  <a:pt x="85749" y="371404"/>
                </a:cubicBezTo>
                <a:cubicBezTo>
                  <a:pt x="80510" y="371404"/>
                  <a:pt x="76224" y="375690"/>
                  <a:pt x="76224" y="380929"/>
                </a:cubicBezTo>
                <a:lnTo>
                  <a:pt x="76224" y="447604"/>
                </a:lnTo>
                <a:cubicBezTo>
                  <a:pt x="76224" y="452842"/>
                  <a:pt x="80510" y="457129"/>
                  <a:pt x="85749" y="457129"/>
                </a:cubicBezTo>
                <a:lnTo>
                  <a:pt x="152424" y="457129"/>
                </a:lnTo>
                <a:cubicBezTo>
                  <a:pt x="157663" y="457129"/>
                  <a:pt x="161949" y="452842"/>
                  <a:pt x="161949" y="447604"/>
                </a:cubicBezTo>
                <a:cubicBezTo>
                  <a:pt x="161949" y="442365"/>
                  <a:pt x="157663" y="438079"/>
                  <a:pt x="152424" y="438079"/>
                </a:cubicBezTo>
                <a:lnTo>
                  <a:pt x="108704" y="438079"/>
                </a:lnTo>
                <a:lnTo>
                  <a:pt x="168616" y="378166"/>
                </a:lnTo>
                <a:cubicBezTo>
                  <a:pt x="172331" y="374452"/>
                  <a:pt x="172331" y="368451"/>
                  <a:pt x="168616" y="364736"/>
                </a:cubicBezTo>
                <a:cubicBezTo>
                  <a:pt x="164902" y="361021"/>
                  <a:pt x="158901" y="361021"/>
                  <a:pt x="155186" y="364736"/>
                </a:cubicBezTo>
                <a:close/>
                <a:moveTo>
                  <a:pt x="371499" y="171474"/>
                </a:moveTo>
                <a:cubicBezTo>
                  <a:pt x="373976" y="171474"/>
                  <a:pt x="376357" y="170521"/>
                  <a:pt x="378261" y="168712"/>
                </a:cubicBezTo>
                <a:lnTo>
                  <a:pt x="438174" y="108799"/>
                </a:lnTo>
                <a:lnTo>
                  <a:pt x="438174" y="152519"/>
                </a:lnTo>
                <a:cubicBezTo>
                  <a:pt x="438174" y="157758"/>
                  <a:pt x="442460" y="162044"/>
                  <a:pt x="447699" y="162044"/>
                </a:cubicBezTo>
                <a:cubicBezTo>
                  <a:pt x="452938" y="162044"/>
                  <a:pt x="457224" y="157758"/>
                  <a:pt x="457224" y="152519"/>
                </a:cubicBezTo>
                <a:lnTo>
                  <a:pt x="457224" y="85844"/>
                </a:lnTo>
                <a:cubicBezTo>
                  <a:pt x="457224" y="80605"/>
                  <a:pt x="452938" y="76319"/>
                  <a:pt x="447699" y="76319"/>
                </a:cubicBezTo>
                <a:lnTo>
                  <a:pt x="381024" y="76319"/>
                </a:lnTo>
                <a:cubicBezTo>
                  <a:pt x="375785" y="76319"/>
                  <a:pt x="371499" y="80605"/>
                  <a:pt x="371499" y="85844"/>
                </a:cubicBezTo>
                <a:cubicBezTo>
                  <a:pt x="371499" y="91083"/>
                  <a:pt x="375785" y="95369"/>
                  <a:pt x="381024" y="95369"/>
                </a:cubicBezTo>
                <a:lnTo>
                  <a:pt x="424743" y="95369"/>
                </a:lnTo>
                <a:lnTo>
                  <a:pt x="364831" y="155281"/>
                </a:lnTo>
                <a:cubicBezTo>
                  <a:pt x="361116" y="158996"/>
                  <a:pt x="361116" y="164997"/>
                  <a:pt x="364831" y="168712"/>
                </a:cubicBezTo>
                <a:cubicBezTo>
                  <a:pt x="366736" y="170617"/>
                  <a:pt x="369118" y="171474"/>
                  <a:pt x="371594" y="171474"/>
                </a:cubicBezTo>
                <a:close/>
                <a:moveTo>
                  <a:pt x="32504" y="276249"/>
                </a:moveTo>
                <a:lnTo>
                  <a:pt x="104799" y="276249"/>
                </a:lnTo>
                <a:cubicBezTo>
                  <a:pt x="110038" y="276249"/>
                  <a:pt x="114324" y="271963"/>
                  <a:pt x="114324" y="266724"/>
                </a:cubicBezTo>
                <a:cubicBezTo>
                  <a:pt x="114324" y="261485"/>
                  <a:pt x="110038" y="257199"/>
                  <a:pt x="104799" y="257199"/>
                </a:cubicBezTo>
                <a:lnTo>
                  <a:pt x="32504" y="257199"/>
                </a:lnTo>
                <a:lnTo>
                  <a:pt x="63841" y="225862"/>
                </a:lnTo>
                <a:cubicBezTo>
                  <a:pt x="67556" y="222147"/>
                  <a:pt x="67556" y="216146"/>
                  <a:pt x="63841" y="212431"/>
                </a:cubicBezTo>
                <a:cubicBezTo>
                  <a:pt x="60127" y="208717"/>
                  <a:pt x="54126" y="208717"/>
                  <a:pt x="50411" y="212431"/>
                </a:cubicBezTo>
                <a:lnTo>
                  <a:pt x="2786" y="260056"/>
                </a:lnTo>
                <a:cubicBezTo>
                  <a:pt x="-929" y="263771"/>
                  <a:pt x="-929" y="269772"/>
                  <a:pt x="2786" y="273487"/>
                </a:cubicBezTo>
                <a:lnTo>
                  <a:pt x="50411" y="321112"/>
                </a:lnTo>
                <a:cubicBezTo>
                  <a:pt x="52316" y="323017"/>
                  <a:pt x="54697" y="323874"/>
                  <a:pt x="57174" y="323874"/>
                </a:cubicBezTo>
                <a:cubicBezTo>
                  <a:pt x="59650" y="323874"/>
                  <a:pt x="62031" y="322921"/>
                  <a:pt x="63937" y="321112"/>
                </a:cubicBezTo>
                <a:cubicBezTo>
                  <a:pt x="67651" y="317397"/>
                  <a:pt x="67651" y="311396"/>
                  <a:pt x="63937" y="307681"/>
                </a:cubicBezTo>
                <a:lnTo>
                  <a:pt x="32599" y="276344"/>
                </a:lnTo>
                <a:close/>
                <a:moveTo>
                  <a:pt x="530567" y="259961"/>
                </a:moveTo>
                <a:lnTo>
                  <a:pt x="482942" y="212336"/>
                </a:lnTo>
                <a:cubicBezTo>
                  <a:pt x="479227" y="208621"/>
                  <a:pt x="473226" y="208621"/>
                  <a:pt x="469511" y="212336"/>
                </a:cubicBezTo>
                <a:cubicBezTo>
                  <a:pt x="465796" y="216051"/>
                  <a:pt x="465796" y="222052"/>
                  <a:pt x="469511" y="225766"/>
                </a:cubicBezTo>
                <a:lnTo>
                  <a:pt x="500849" y="257104"/>
                </a:lnTo>
                <a:lnTo>
                  <a:pt x="428554" y="257104"/>
                </a:lnTo>
                <a:cubicBezTo>
                  <a:pt x="423315" y="257104"/>
                  <a:pt x="419029" y="261390"/>
                  <a:pt x="419029" y="266629"/>
                </a:cubicBezTo>
                <a:cubicBezTo>
                  <a:pt x="419029" y="271867"/>
                  <a:pt x="423315" y="276154"/>
                  <a:pt x="428554" y="276154"/>
                </a:cubicBezTo>
                <a:lnTo>
                  <a:pt x="500849" y="276154"/>
                </a:lnTo>
                <a:lnTo>
                  <a:pt x="469511" y="307491"/>
                </a:lnTo>
                <a:cubicBezTo>
                  <a:pt x="465796" y="311205"/>
                  <a:pt x="465796" y="317206"/>
                  <a:pt x="469511" y="320921"/>
                </a:cubicBezTo>
                <a:cubicBezTo>
                  <a:pt x="471416" y="322826"/>
                  <a:pt x="473797" y="323683"/>
                  <a:pt x="476274" y="323683"/>
                </a:cubicBezTo>
                <a:cubicBezTo>
                  <a:pt x="478751" y="323683"/>
                  <a:pt x="481132" y="322731"/>
                  <a:pt x="483036" y="320921"/>
                </a:cubicBezTo>
                <a:lnTo>
                  <a:pt x="530661" y="273296"/>
                </a:lnTo>
                <a:cubicBezTo>
                  <a:pt x="534376" y="269581"/>
                  <a:pt x="534376" y="263580"/>
                  <a:pt x="530661" y="259866"/>
                </a:cubicBezTo>
                <a:close/>
              </a:path>
            </a:pathLst>
          </a:custGeom>
          <a:solidFill>
            <a:schemeClr val="bg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sp>
        <p:nvSpPr>
          <p:cNvPr id="8" name="CaixaDeTexto 7">
            <a:extLst>
              <a:ext uri="{FF2B5EF4-FFF2-40B4-BE49-F238E27FC236}">
                <a16:creationId xmlns:a16="http://schemas.microsoft.com/office/drawing/2014/main" id="{758C464C-51C2-DB3D-4C1D-F67CB5B688F7}"/>
              </a:ext>
            </a:extLst>
          </p:cNvPr>
          <p:cNvSpPr txBox="1"/>
          <p:nvPr userDrawn="1"/>
        </p:nvSpPr>
        <p:spPr>
          <a:xfrm>
            <a:off x="19782692" y="7086600"/>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5" name="CaixaDeTexto 4">
            <a:extLst>
              <a:ext uri="{FF2B5EF4-FFF2-40B4-BE49-F238E27FC236}">
                <a16:creationId xmlns:a16="http://schemas.microsoft.com/office/drawing/2014/main" id="{104D0029-2A90-CBAF-53E9-DD1D730BADAB}"/>
              </a:ext>
            </a:extLst>
          </p:cNvPr>
          <p:cNvSpPr txBox="1"/>
          <p:nvPr userDrawn="1"/>
        </p:nvSpPr>
        <p:spPr>
          <a:xfrm>
            <a:off x="-707923" y="-88490"/>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Tree>
    <p:extLst>
      <p:ext uri="{BB962C8B-B14F-4D97-AF65-F5344CB8AC3E}">
        <p14:creationId xmlns:p14="http://schemas.microsoft.com/office/powerpoint/2010/main" val="3336278441"/>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 Conteudo" preserve="1" userDrawn="1">
  <p:cSld name="2_1. Conteudo">
    <p:spTree>
      <p:nvGrpSpPr>
        <p:cNvPr id="1" name="Shape 78"/>
        <p:cNvGrpSpPr/>
        <p:nvPr/>
      </p:nvGrpSpPr>
      <p:grpSpPr>
        <a:xfrm>
          <a:off x="0" y="0"/>
          <a:ext cx="0" cy="0"/>
          <a:chOff x="0" y="0"/>
          <a:chExt cx="0" cy="0"/>
        </a:xfrm>
      </p:grpSpPr>
      <p:pic>
        <p:nvPicPr>
          <p:cNvPr id="7" name="Imagem 6">
            <a:extLst>
              <a:ext uri="{FF2B5EF4-FFF2-40B4-BE49-F238E27FC236}">
                <a16:creationId xmlns:a16="http://schemas.microsoft.com/office/drawing/2014/main" id="{4AC20B4A-35CB-1664-11D1-EF5B84532475}"/>
              </a:ext>
            </a:extLst>
          </p:cNvPr>
          <p:cNvPicPr>
            <a:picLocks/>
          </p:cNvPicPr>
          <p:nvPr userDrawn="1"/>
        </p:nvPicPr>
        <p:blipFill>
          <a:blip r:embed="rId2"/>
          <a:stretch>
            <a:fillRect/>
          </a:stretch>
        </p:blipFill>
        <p:spPr>
          <a:xfrm>
            <a:off x="298800" y="691201"/>
            <a:ext cx="3434405" cy="2390404"/>
          </a:xfrm>
          <a:prstGeom prst="rect">
            <a:avLst/>
          </a:prstGeom>
        </p:spPr>
      </p:pic>
      <p:sp>
        <p:nvSpPr>
          <p:cNvPr id="10" name="Google Shape;69;p32">
            <a:extLst>
              <a:ext uri="{FF2B5EF4-FFF2-40B4-BE49-F238E27FC236}">
                <a16:creationId xmlns:a16="http://schemas.microsoft.com/office/drawing/2014/main" id="{4A47350A-59ED-4380-8C9D-33FB53D2A25D}"/>
              </a:ext>
            </a:extLst>
          </p:cNvPr>
          <p:cNvSpPr txBox="1"/>
          <p:nvPr/>
        </p:nvSpPr>
        <p:spPr>
          <a:xfrm>
            <a:off x="1050819" y="1514972"/>
            <a:ext cx="2229491"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1" i="0" u="none" strike="noStrike" cap="none" dirty="0">
                <a:solidFill>
                  <a:srgbClr val="FFFFFF"/>
                </a:solidFill>
                <a:latin typeface="Poppins"/>
                <a:ea typeface="Poppins"/>
                <a:cs typeface="Poppins"/>
                <a:sym typeface="Poppins"/>
              </a:rPr>
              <a:t>Relembre</a:t>
            </a:r>
            <a:endParaRPr lang="pt-BR" sz="3500" b="0" i="0" u="none" strike="noStrike" cap="none" dirty="0">
              <a:solidFill>
                <a:srgbClr val="FFFFFF"/>
              </a:solidFill>
              <a:latin typeface="Poppins Light"/>
              <a:ea typeface="Poppins Light"/>
              <a:cs typeface="Poppins Light"/>
              <a:sym typeface="Poppins Light"/>
            </a:endParaRPr>
          </a:p>
        </p:txBody>
      </p:sp>
      <p:sp>
        <p:nvSpPr>
          <p:cNvPr id="4" name="Espaço Reservado para Texto 7">
            <a:extLst>
              <a:ext uri="{FF2B5EF4-FFF2-40B4-BE49-F238E27FC236}">
                <a16:creationId xmlns:a16="http://schemas.microsoft.com/office/drawing/2014/main" id="{1010BB96-2C5C-93CB-0DE4-6ADDB142D01A}"/>
              </a:ext>
            </a:extLst>
          </p:cNvPr>
          <p:cNvSpPr>
            <a:spLocks noGrp="1"/>
          </p:cNvSpPr>
          <p:nvPr>
            <p:ph type="body" sz="quarter" idx="11"/>
          </p:nvPr>
        </p:nvSpPr>
        <p:spPr>
          <a:xfrm>
            <a:off x="5627757" y="3255396"/>
            <a:ext cx="6067478" cy="1081413"/>
          </a:xfrm>
          <a:prstGeom prst="rect">
            <a:avLst/>
          </a:prstGeom>
        </p:spPr>
        <p:txBody>
          <a:bodyPr/>
          <a:lstStyle>
            <a:lvl1pPr marL="0" indent="0">
              <a:buClr>
                <a:schemeClr val="tx1"/>
              </a:buClr>
              <a:buFontTx/>
              <a:buNone/>
              <a:defRPr sz="2000">
                <a:latin typeface="Poppins" pitchFamily="2" charset="77"/>
                <a:cs typeface="Poppins" pitchFamily="2" charset="77"/>
              </a:defRPr>
            </a:lvl1pPr>
          </a:lstStyle>
          <a:p>
            <a:pPr lvl="0"/>
            <a:endParaRPr lang="pt-BR"/>
          </a:p>
        </p:txBody>
      </p:sp>
      <p:sp>
        <p:nvSpPr>
          <p:cNvPr id="11" name="Espaço Reservado para Texto 7">
            <a:extLst>
              <a:ext uri="{FF2B5EF4-FFF2-40B4-BE49-F238E27FC236}">
                <a16:creationId xmlns:a16="http://schemas.microsoft.com/office/drawing/2014/main" id="{9550BDCE-8C17-2808-26AD-19DADB9A406A}"/>
              </a:ext>
            </a:extLst>
          </p:cNvPr>
          <p:cNvSpPr>
            <a:spLocks noGrp="1"/>
          </p:cNvSpPr>
          <p:nvPr>
            <p:ph type="body" sz="quarter" idx="12"/>
          </p:nvPr>
        </p:nvSpPr>
        <p:spPr>
          <a:xfrm>
            <a:off x="5627757" y="4684146"/>
            <a:ext cx="6067478" cy="1081413"/>
          </a:xfrm>
          <a:prstGeom prst="rect">
            <a:avLst/>
          </a:prstGeom>
        </p:spPr>
        <p:txBody>
          <a:bodyPr/>
          <a:lstStyle>
            <a:lvl1pPr marL="0" indent="0">
              <a:buClr>
                <a:schemeClr val="tx1"/>
              </a:buClr>
              <a:buFontTx/>
              <a:buNone/>
              <a:defRPr sz="2000">
                <a:latin typeface="Poppins" pitchFamily="2" charset="77"/>
                <a:cs typeface="Poppins" pitchFamily="2" charset="77"/>
              </a:defRPr>
            </a:lvl1pPr>
          </a:lstStyle>
          <a:p>
            <a:pPr lvl="0"/>
            <a:endParaRPr lang="pt-BR"/>
          </a:p>
        </p:txBody>
      </p:sp>
      <p:sp>
        <p:nvSpPr>
          <p:cNvPr id="16" name="Espaço Reservado para Texto 7">
            <a:extLst>
              <a:ext uri="{FF2B5EF4-FFF2-40B4-BE49-F238E27FC236}">
                <a16:creationId xmlns:a16="http://schemas.microsoft.com/office/drawing/2014/main" id="{24714A58-2E0F-BD3B-F270-0F26F9E6CD6C}"/>
              </a:ext>
            </a:extLst>
          </p:cNvPr>
          <p:cNvSpPr>
            <a:spLocks noGrp="1"/>
          </p:cNvSpPr>
          <p:nvPr>
            <p:ph type="body" sz="quarter" idx="13"/>
          </p:nvPr>
        </p:nvSpPr>
        <p:spPr>
          <a:xfrm>
            <a:off x="5627757" y="6074796"/>
            <a:ext cx="6067478" cy="1081413"/>
          </a:xfrm>
          <a:prstGeom prst="rect">
            <a:avLst/>
          </a:prstGeom>
        </p:spPr>
        <p:txBody>
          <a:bodyPr/>
          <a:lstStyle>
            <a:lvl1pPr marL="0" indent="0">
              <a:buClr>
                <a:schemeClr val="tx1"/>
              </a:buClr>
              <a:buFontTx/>
              <a:buNone/>
              <a:defRPr sz="2000">
                <a:latin typeface="Poppins" pitchFamily="2" charset="77"/>
                <a:cs typeface="Poppins" pitchFamily="2" charset="77"/>
              </a:defRPr>
            </a:lvl1pPr>
          </a:lstStyle>
          <a:p>
            <a:pPr lvl="0"/>
            <a:endParaRPr lang="pt-BR"/>
          </a:p>
        </p:txBody>
      </p:sp>
      <p:sp>
        <p:nvSpPr>
          <p:cNvPr id="20" name="Espaço Reservado para Texto 7">
            <a:extLst>
              <a:ext uri="{FF2B5EF4-FFF2-40B4-BE49-F238E27FC236}">
                <a16:creationId xmlns:a16="http://schemas.microsoft.com/office/drawing/2014/main" id="{5E0069F1-0137-2FAA-27B5-5B98A6D199E5}"/>
              </a:ext>
            </a:extLst>
          </p:cNvPr>
          <p:cNvSpPr>
            <a:spLocks noGrp="1"/>
          </p:cNvSpPr>
          <p:nvPr>
            <p:ph type="body" sz="quarter" idx="14"/>
          </p:nvPr>
        </p:nvSpPr>
        <p:spPr>
          <a:xfrm>
            <a:off x="5627757" y="7484496"/>
            <a:ext cx="6067478" cy="1081413"/>
          </a:xfrm>
          <a:prstGeom prst="rect">
            <a:avLst/>
          </a:prstGeom>
        </p:spPr>
        <p:txBody>
          <a:bodyPr/>
          <a:lstStyle>
            <a:lvl1pPr marL="0" indent="0">
              <a:buClr>
                <a:schemeClr val="tx1"/>
              </a:buClr>
              <a:buFontTx/>
              <a:buNone/>
              <a:defRPr sz="2000">
                <a:latin typeface="Poppins" pitchFamily="2" charset="77"/>
                <a:cs typeface="Poppins" pitchFamily="2" charset="77"/>
              </a:defRPr>
            </a:lvl1pPr>
          </a:lstStyle>
          <a:p>
            <a:pPr lvl="0"/>
            <a:endParaRPr lang="pt-BR"/>
          </a:p>
        </p:txBody>
      </p:sp>
      <p:sp>
        <p:nvSpPr>
          <p:cNvPr id="21" name="Espaço Reservado para Texto 19">
            <a:extLst>
              <a:ext uri="{FF2B5EF4-FFF2-40B4-BE49-F238E27FC236}">
                <a16:creationId xmlns:a16="http://schemas.microsoft.com/office/drawing/2014/main" id="{C140BF74-0D8B-686D-7192-D2693E320B14}"/>
              </a:ext>
            </a:extLst>
          </p:cNvPr>
          <p:cNvSpPr>
            <a:spLocks noGrp="1"/>
          </p:cNvSpPr>
          <p:nvPr>
            <p:ph type="body" sz="quarter" idx="15"/>
          </p:nvPr>
        </p:nvSpPr>
        <p:spPr>
          <a:xfrm>
            <a:off x="5272088" y="838807"/>
            <a:ext cx="10812462" cy="1890940"/>
          </a:xfrm>
          <a:prstGeom prst="rect">
            <a:avLst/>
          </a:prstGeom>
        </p:spPr>
        <p:txBody>
          <a:bodyPr/>
          <a:lstStyle>
            <a:lvl1pPr>
              <a:defRPr sz="2000" b="0" i="0">
                <a:latin typeface="Poppins" pitchFamily="2" charset="77"/>
                <a:cs typeface="Poppins" pitchFamily="2" charset="77"/>
              </a:defRPr>
            </a:lvl1pPr>
          </a:lstStyle>
          <a:p>
            <a:pPr lvl="0"/>
            <a:endParaRPr lang="pt-BR"/>
          </a:p>
        </p:txBody>
      </p:sp>
    </p:spTree>
    <p:extLst>
      <p:ext uri="{BB962C8B-B14F-4D97-AF65-F5344CB8AC3E}">
        <p14:creationId xmlns:p14="http://schemas.microsoft.com/office/powerpoint/2010/main" val="162549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3. Conteudo" preserve="1" userDrawn="1">
  <p:cSld name="2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D6CDD641-8D49-E70A-469D-74FDC42F9723}"/>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pic>
        <p:nvPicPr>
          <p:cNvPr id="7" name="Imagem 6">
            <a:extLst>
              <a:ext uri="{FF2B5EF4-FFF2-40B4-BE49-F238E27FC236}">
                <a16:creationId xmlns:a16="http://schemas.microsoft.com/office/drawing/2014/main" id="{67B68503-92DE-B8F8-9C41-D6D2C82C255B}"/>
              </a:ext>
            </a:extLst>
          </p:cNvPr>
          <p:cNvPicPr>
            <a:picLocks/>
          </p:cNvPicPr>
          <p:nvPr userDrawn="1"/>
        </p:nvPicPr>
        <p:blipFill>
          <a:blip r:embed="rId3"/>
          <a:stretch>
            <a:fillRect/>
          </a:stretch>
        </p:blipFill>
        <p:spPr>
          <a:xfrm>
            <a:off x="298800" y="439201"/>
            <a:ext cx="3434405" cy="2390404"/>
          </a:xfrm>
          <a:prstGeom prst="rect">
            <a:avLst/>
          </a:prstGeom>
        </p:spPr>
      </p:pic>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5" name="Google Shape;69;p32">
            <a:extLst>
              <a:ext uri="{FF2B5EF4-FFF2-40B4-BE49-F238E27FC236}">
                <a16:creationId xmlns:a16="http://schemas.microsoft.com/office/drawing/2014/main" id="{07D774CC-AEE0-AAA5-E348-DAFD716E0666}"/>
              </a:ext>
            </a:extLst>
          </p:cNvPr>
          <p:cNvSpPr txBox="1"/>
          <p:nvPr userDrawn="1"/>
        </p:nvSpPr>
        <p:spPr>
          <a:xfrm>
            <a:off x="903086" y="1318530"/>
            <a:ext cx="2229491"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1" i="0" u="none" strike="noStrike" cap="none" dirty="0">
                <a:solidFill>
                  <a:srgbClr val="FFFFFF"/>
                </a:solidFill>
                <a:latin typeface="Poppins"/>
                <a:ea typeface="Poppins"/>
                <a:cs typeface="Poppins"/>
                <a:sym typeface="Poppins"/>
              </a:rPr>
              <a:t>Relembre</a:t>
            </a:r>
            <a:endParaRPr lang="pt-BR" sz="3500" b="0" i="0" u="none" strike="noStrike" cap="none" dirty="0">
              <a:solidFill>
                <a:srgbClr val="FFFFFF"/>
              </a:solidFill>
              <a:latin typeface="Poppins Light"/>
              <a:ea typeface="Poppins Light"/>
              <a:cs typeface="Poppins Light"/>
              <a:sym typeface="Poppins Light"/>
            </a:endParaRPr>
          </a:p>
        </p:txBody>
      </p:sp>
      <p:sp>
        <p:nvSpPr>
          <p:cNvPr id="10" name="Espaço Reservado para Texto 9">
            <a:extLst>
              <a:ext uri="{FF2B5EF4-FFF2-40B4-BE49-F238E27FC236}">
                <a16:creationId xmlns:a16="http://schemas.microsoft.com/office/drawing/2014/main" id="{2B528574-1FD1-7B70-2B2F-0F4F07E103CA}"/>
              </a:ext>
            </a:extLst>
          </p:cNvPr>
          <p:cNvSpPr>
            <a:spLocks noGrp="1"/>
          </p:cNvSpPr>
          <p:nvPr>
            <p:ph type="body" sz="quarter" idx="10"/>
          </p:nvPr>
        </p:nvSpPr>
        <p:spPr>
          <a:xfrm>
            <a:off x="5560902" y="962025"/>
            <a:ext cx="11049093" cy="2598738"/>
          </a:xfrm>
          <a:prstGeom prst="rect">
            <a:avLst/>
          </a:prstGeom>
        </p:spPr>
        <p:txBody>
          <a:bodyPr/>
          <a:lstStyle>
            <a:lvl1pPr>
              <a:defRPr sz="2400" b="0" i="0">
                <a:latin typeface="Poppins" pitchFamily="2" charset="77"/>
                <a:cs typeface="Poppins" pitchFamily="2" charset="77"/>
              </a:defRPr>
            </a:lvl1pPr>
            <a:lvl2pPr>
              <a:defRPr sz="2400" b="0" i="0">
                <a:latin typeface="Poppins" pitchFamily="2" charset="77"/>
                <a:cs typeface="Poppins" pitchFamily="2" charset="77"/>
              </a:defRPr>
            </a:lvl2pPr>
            <a:lvl3pPr>
              <a:defRPr sz="2400" b="0" i="0">
                <a:latin typeface="Poppins" pitchFamily="2" charset="77"/>
                <a:cs typeface="Poppins" pitchFamily="2" charset="77"/>
              </a:defRPr>
            </a:lvl3pPr>
            <a:lvl4pPr>
              <a:defRPr sz="2400" b="0" i="0">
                <a:latin typeface="Poppins" pitchFamily="2" charset="77"/>
                <a:cs typeface="Poppins" pitchFamily="2" charset="77"/>
              </a:defRPr>
            </a:lvl4pPr>
            <a:lvl5pPr>
              <a:defRPr sz="2400" b="0" i="0">
                <a:latin typeface="Poppins" pitchFamily="2" charset="77"/>
                <a:cs typeface="Poppins" pitchFamily="2" charset="77"/>
              </a:defRPr>
            </a:lvl5pPr>
          </a:lstStyle>
          <a:p>
            <a:pPr lvl="0"/>
            <a:endParaRPr lang="pt-BR"/>
          </a:p>
        </p:txBody>
      </p:sp>
      <p:sp>
        <p:nvSpPr>
          <p:cNvPr id="11" name="Espaço Reservado para Texto 9">
            <a:extLst>
              <a:ext uri="{FF2B5EF4-FFF2-40B4-BE49-F238E27FC236}">
                <a16:creationId xmlns:a16="http://schemas.microsoft.com/office/drawing/2014/main" id="{ACFD55BC-1BD9-04E3-9059-B617F5BF54E7}"/>
              </a:ext>
            </a:extLst>
          </p:cNvPr>
          <p:cNvSpPr>
            <a:spLocks noGrp="1"/>
          </p:cNvSpPr>
          <p:nvPr>
            <p:ph type="body" sz="quarter" idx="11"/>
          </p:nvPr>
        </p:nvSpPr>
        <p:spPr>
          <a:xfrm>
            <a:off x="6643035" y="3810156"/>
            <a:ext cx="9966960" cy="5229726"/>
          </a:xfrm>
          <a:prstGeom prst="rect">
            <a:avLst/>
          </a:prstGeom>
        </p:spPr>
        <p:txBody>
          <a:bodyPr/>
          <a:lstStyle>
            <a:lvl1pPr>
              <a:defRPr sz="2400" b="0" i="0">
                <a:latin typeface="Poppins" pitchFamily="2" charset="77"/>
                <a:cs typeface="Poppins" pitchFamily="2" charset="77"/>
              </a:defRPr>
            </a:lvl1pPr>
            <a:lvl2pPr>
              <a:defRPr sz="2400" b="0" i="0">
                <a:latin typeface="Poppins" pitchFamily="2" charset="77"/>
                <a:cs typeface="Poppins" pitchFamily="2" charset="77"/>
              </a:defRPr>
            </a:lvl2pPr>
            <a:lvl3pPr>
              <a:defRPr sz="2400" b="0" i="0">
                <a:latin typeface="Poppins" pitchFamily="2" charset="77"/>
                <a:cs typeface="Poppins" pitchFamily="2" charset="77"/>
              </a:defRPr>
            </a:lvl3pPr>
            <a:lvl4pPr>
              <a:defRPr sz="2400" b="0" i="0">
                <a:latin typeface="Poppins" pitchFamily="2" charset="77"/>
                <a:cs typeface="Poppins" pitchFamily="2" charset="77"/>
              </a:defRPr>
            </a:lvl4pPr>
            <a:lvl5pPr>
              <a:defRPr sz="2400" b="0" i="0">
                <a:latin typeface="Poppins" pitchFamily="2" charset="77"/>
                <a:cs typeface="Poppins" pitchFamily="2" charset="77"/>
              </a:defRPr>
            </a:lvl5pPr>
          </a:lstStyle>
          <a:p>
            <a:pPr lvl="0"/>
            <a:endParaRPr lang="pt-BR"/>
          </a:p>
        </p:txBody>
      </p:sp>
    </p:spTree>
    <p:extLst>
      <p:ext uri="{BB962C8B-B14F-4D97-AF65-F5344CB8AC3E}">
        <p14:creationId xmlns:p14="http://schemas.microsoft.com/office/powerpoint/2010/main" val="2293429439"/>
      </p:ext>
    </p:extLst>
  </p:cSld>
  <p:clrMapOvr>
    <a:masterClrMapping/>
  </p:clrMapOvr>
  <p:extLst>
    <p:ext uri="{DCECCB84-F9BA-43D5-87BE-67443E8EF086}">
      <p15:sldGuideLst xmlns:p15="http://schemas.microsoft.com/office/powerpoint/2012/main">
        <p15:guide id="1" orient="horz" pos="3240" userDrawn="1">
          <p15:clr>
            <a:srgbClr val="FBAE40"/>
          </p15:clr>
        </p15:guide>
        <p15:guide id="2" pos="2925"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3. Conteudo" preserve="1" userDrawn="1">
  <p:cSld name="2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C06DD873-35AF-F358-AF2A-2DF2E1112D51}"/>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pic>
        <p:nvPicPr>
          <p:cNvPr id="6" name="Imagem 5">
            <a:extLst>
              <a:ext uri="{FF2B5EF4-FFF2-40B4-BE49-F238E27FC236}">
                <a16:creationId xmlns:a16="http://schemas.microsoft.com/office/drawing/2014/main" id="{0FC0F410-439E-E156-BE10-D9B56CDEED0C}"/>
              </a:ext>
            </a:extLst>
          </p:cNvPr>
          <p:cNvPicPr>
            <a:picLocks/>
          </p:cNvPicPr>
          <p:nvPr userDrawn="1"/>
        </p:nvPicPr>
        <p:blipFill>
          <a:blip r:embed="rId3"/>
          <a:stretch>
            <a:fillRect/>
          </a:stretch>
        </p:blipFill>
        <p:spPr>
          <a:xfrm>
            <a:off x="298800" y="439201"/>
            <a:ext cx="3434405" cy="2390404"/>
          </a:xfrm>
          <a:prstGeom prst="rect">
            <a:avLst/>
          </a:prstGeom>
        </p:spPr>
      </p:pic>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10" name="Google Shape;69;p32">
            <a:extLst>
              <a:ext uri="{FF2B5EF4-FFF2-40B4-BE49-F238E27FC236}">
                <a16:creationId xmlns:a16="http://schemas.microsoft.com/office/drawing/2014/main" id="{795FD3B7-2662-CA2C-E60B-37DD4AC3C5E2}"/>
              </a:ext>
            </a:extLst>
          </p:cNvPr>
          <p:cNvSpPr txBox="1"/>
          <p:nvPr userDrawn="1"/>
        </p:nvSpPr>
        <p:spPr>
          <a:xfrm>
            <a:off x="903086" y="1318530"/>
            <a:ext cx="2229491"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1" i="0" u="none" strike="noStrike" cap="none" dirty="0">
                <a:solidFill>
                  <a:srgbClr val="FFFFFF"/>
                </a:solidFill>
                <a:latin typeface="Poppins"/>
                <a:ea typeface="Poppins"/>
                <a:cs typeface="Poppins"/>
                <a:sym typeface="Poppins"/>
              </a:rPr>
              <a:t>Relembre</a:t>
            </a:r>
            <a:endParaRPr lang="pt-BR" sz="3500" b="0" i="0" u="none" strike="noStrike" cap="none" dirty="0">
              <a:solidFill>
                <a:srgbClr val="FFFFFF"/>
              </a:solidFill>
              <a:latin typeface="Poppins Light"/>
              <a:ea typeface="Poppins Light"/>
              <a:cs typeface="Poppins Light"/>
              <a:sym typeface="Poppins Light"/>
            </a:endParaRPr>
          </a:p>
        </p:txBody>
      </p:sp>
      <p:sp>
        <p:nvSpPr>
          <p:cNvPr id="12" name="Espaço Reservado para Texto 11">
            <a:extLst>
              <a:ext uri="{FF2B5EF4-FFF2-40B4-BE49-F238E27FC236}">
                <a16:creationId xmlns:a16="http://schemas.microsoft.com/office/drawing/2014/main" id="{54B02D53-E743-F37B-BC9A-24214A83B763}"/>
              </a:ext>
            </a:extLst>
          </p:cNvPr>
          <p:cNvSpPr>
            <a:spLocks noGrp="1"/>
          </p:cNvSpPr>
          <p:nvPr>
            <p:ph type="body" sz="quarter" idx="10"/>
          </p:nvPr>
        </p:nvSpPr>
        <p:spPr>
          <a:xfrm>
            <a:off x="5397615" y="950913"/>
            <a:ext cx="12079173" cy="1743075"/>
          </a:xfrm>
          <a:prstGeom prst="rect">
            <a:avLst/>
          </a:prstGeom>
        </p:spPr>
        <p:txBody>
          <a:bodyPr/>
          <a:lstStyle>
            <a:lvl1pPr>
              <a:defRPr sz="2400" b="0" i="0">
                <a:latin typeface="Poppins" pitchFamily="2" charset="77"/>
                <a:cs typeface="Poppins" pitchFamily="2" charset="77"/>
              </a:defRPr>
            </a:lvl1pPr>
          </a:lstStyle>
          <a:p>
            <a:pPr lvl="0"/>
            <a:endParaRPr lang="pt-BR"/>
          </a:p>
        </p:txBody>
      </p:sp>
      <p:sp>
        <p:nvSpPr>
          <p:cNvPr id="13" name="Espaço Reservado para Texto 11">
            <a:extLst>
              <a:ext uri="{FF2B5EF4-FFF2-40B4-BE49-F238E27FC236}">
                <a16:creationId xmlns:a16="http://schemas.microsoft.com/office/drawing/2014/main" id="{498470DA-9F77-2314-5148-BE7D0A21C8B5}"/>
              </a:ext>
            </a:extLst>
          </p:cNvPr>
          <p:cNvSpPr>
            <a:spLocks noGrp="1"/>
          </p:cNvSpPr>
          <p:nvPr>
            <p:ph type="body" sz="quarter" idx="11"/>
          </p:nvPr>
        </p:nvSpPr>
        <p:spPr>
          <a:xfrm>
            <a:off x="9561402" y="3559201"/>
            <a:ext cx="7915386" cy="5358724"/>
          </a:xfrm>
          <a:prstGeom prst="rect">
            <a:avLst/>
          </a:prstGeom>
        </p:spPr>
        <p:txBody>
          <a:bodyPr/>
          <a:lstStyle>
            <a:lvl1pPr>
              <a:defRPr sz="2000" b="0" i="0">
                <a:latin typeface="Poppins" pitchFamily="2" charset="77"/>
                <a:cs typeface="Poppins" pitchFamily="2" charset="77"/>
              </a:defRPr>
            </a:lvl1pPr>
          </a:lstStyle>
          <a:p>
            <a:pPr lvl="0"/>
            <a:endParaRPr lang="pt-BR"/>
          </a:p>
        </p:txBody>
      </p:sp>
      <p:sp>
        <p:nvSpPr>
          <p:cNvPr id="14" name="Espaço Reservado para Texto 11">
            <a:extLst>
              <a:ext uri="{FF2B5EF4-FFF2-40B4-BE49-F238E27FC236}">
                <a16:creationId xmlns:a16="http://schemas.microsoft.com/office/drawing/2014/main" id="{7DB9C7F3-F00D-DC50-70C9-8A4151886218}"/>
              </a:ext>
            </a:extLst>
          </p:cNvPr>
          <p:cNvSpPr>
            <a:spLocks noGrp="1"/>
          </p:cNvSpPr>
          <p:nvPr>
            <p:ph type="body" sz="quarter" idx="12"/>
          </p:nvPr>
        </p:nvSpPr>
        <p:spPr>
          <a:xfrm>
            <a:off x="5394135" y="8553645"/>
            <a:ext cx="3746383" cy="364279"/>
          </a:xfrm>
          <a:prstGeom prst="rect">
            <a:avLst/>
          </a:prstGeom>
        </p:spPr>
        <p:txBody>
          <a:bodyPr/>
          <a:lstStyle>
            <a:lvl1pPr>
              <a:defRPr sz="1200" b="0" i="0">
                <a:latin typeface="Poppins" pitchFamily="2" charset="77"/>
                <a:cs typeface="Poppins" pitchFamily="2" charset="77"/>
              </a:defRPr>
            </a:lvl1pPr>
          </a:lstStyle>
          <a:p>
            <a:pPr lvl="0"/>
            <a:endParaRPr lang="pt-BR"/>
          </a:p>
        </p:txBody>
      </p:sp>
      <p:sp>
        <p:nvSpPr>
          <p:cNvPr id="16" name="Espaço Reservado para Imagem 15">
            <a:extLst>
              <a:ext uri="{FF2B5EF4-FFF2-40B4-BE49-F238E27FC236}">
                <a16:creationId xmlns:a16="http://schemas.microsoft.com/office/drawing/2014/main" id="{788A7CCB-CA65-CA3D-8095-5D379F504D08}"/>
              </a:ext>
            </a:extLst>
          </p:cNvPr>
          <p:cNvSpPr>
            <a:spLocks noGrp="1"/>
          </p:cNvSpPr>
          <p:nvPr>
            <p:ph type="pic" sz="quarter" idx="13"/>
          </p:nvPr>
        </p:nvSpPr>
        <p:spPr>
          <a:xfrm>
            <a:off x="5394136" y="3546475"/>
            <a:ext cx="3746690" cy="4824413"/>
          </a:xfrm>
          <a:prstGeom prst="rect">
            <a:avLst/>
          </a:prstGeom>
          <a:solidFill>
            <a:srgbClr val="D9D9D9"/>
          </a:solidFill>
        </p:spPr>
        <p:txBody>
          <a:bodyPr/>
          <a:lstStyle>
            <a:lvl1pPr>
              <a:defRPr sz="1800" b="0" i="0">
                <a:latin typeface="Poppins" pitchFamily="2" charset="77"/>
                <a:cs typeface="Poppins" pitchFamily="2" charset="77"/>
              </a:defRPr>
            </a:lvl1pPr>
          </a:lstStyle>
          <a:p>
            <a:endParaRPr lang="pt-BR" dirty="0"/>
          </a:p>
        </p:txBody>
      </p:sp>
    </p:spTree>
    <p:extLst>
      <p:ext uri="{BB962C8B-B14F-4D97-AF65-F5344CB8AC3E}">
        <p14:creationId xmlns:p14="http://schemas.microsoft.com/office/powerpoint/2010/main" val="3010264346"/>
      </p:ext>
    </p:extLst>
  </p:cSld>
  <p:clrMapOvr>
    <a:masterClrMapping/>
  </p:clrMapOvr>
  <p:extLst>
    <p:ext uri="{DCECCB84-F9BA-43D5-87BE-67443E8EF086}">
      <p15:sldGuideLst xmlns:p15="http://schemas.microsoft.com/office/powerpoint/2012/main">
        <p15:guide id="1" orient="horz" pos="3240" userDrawn="1">
          <p15:clr>
            <a:srgbClr val="FBAE40"/>
          </p15:clr>
        </p15:guide>
        <p15:guide id="2" pos="2925"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3. Conteudo" preserve="1" userDrawn="1">
  <p:cSld name="2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1C75F0AC-ED14-F43B-FEDB-D40371225B45}"/>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pic>
        <p:nvPicPr>
          <p:cNvPr id="7" name="Imagem 6">
            <a:extLst>
              <a:ext uri="{FF2B5EF4-FFF2-40B4-BE49-F238E27FC236}">
                <a16:creationId xmlns:a16="http://schemas.microsoft.com/office/drawing/2014/main" id="{FB3C5DBE-0967-BD1E-1149-025A9A8B0A94}"/>
              </a:ext>
            </a:extLst>
          </p:cNvPr>
          <p:cNvPicPr>
            <a:picLocks/>
          </p:cNvPicPr>
          <p:nvPr userDrawn="1"/>
        </p:nvPicPr>
        <p:blipFill>
          <a:blip r:embed="rId3"/>
          <a:stretch>
            <a:fillRect/>
          </a:stretch>
        </p:blipFill>
        <p:spPr>
          <a:xfrm>
            <a:off x="298800" y="439201"/>
            <a:ext cx="3434405" cy="2390404"/>
          </a:xfrm>
          <a:prstGeom prst="rect">
            <a:avLst/>
          </a:prstGeom>
        </p:spPr>
      </p:pic>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5" name="Google Shape;69;p32">
            <a:extLst>
              <a:ext uri="{FF2B5EF4-FFF2-40B4-BE49-F238E27FC236}">
                <a16:creationId xmlns:a16="http://schemas.microsoft.com/office/drawing/2014/main" id="{F1039184-47E3-FA3C-DC62-77911A625287}"/>
              </a:ext>
            </a:extLst>
          </p:cNvPr>
          <p:cNvSpPr txBox="1"/>
          <p:nvPr userDrawn="1"/>
        </p:nvSpPr>
        <p:spPr>
          <a:xfrm>
            <a:off x="903086" y="1318530"/>
            <a:ext cx="2229491"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1" i="0" u="none" strike="noStrike" cap="none" dirty="0">
                <a:solidFill>
                  <a:srgbClr val="FFFFFF"/>
                </a:solidFill>
                <a:latin typeface="Poppins"/>
                <a:ea typeface="Poppins"/>
                <a:cs typeface="Poppins"/>
                <a:sym typeface="Poppins"/>
              </a:rPr>
              <a:t>Relembre</a:t>
            </a:r>
            <a:endParaRPr lang="pt-BR" sz="3500" b="0" i="0" u="none" strike="noStrike" cap="none" dirty="0">
              <a:solidFill>
                <a:srgbClr val="FFFFFF"/>
              </a:solidFill>
              <a:latin typeface="Poppins Light"/>
              <a:ea typeface="Poppins Light"/>
              <a:cs typeface="Poppins Light"/>
              <a:sym typeface="Poppins Light"/>
            </a:endParaRPr>
          </a:p>
        </p:txBody>
      </p:sp>
      <p:sp>
        <p:nvSpPr>
          <p:cNvPr id="12" name="Espaço Reservado para Texto 11">
            <a:extLst>
              <a:ext uri="{FF2B5EF4-FFF2-40B4-BE49-F238E27FC236}">
                <a16:creationId xmlns:a16="http://schemas.microsoft.com/office/drawing/2014/main" id="{E8F0484C-01B8-1892-690C-5B5AC00E36D4}"/>
              </a:ext>
            </a:extLst>
          </p:cNvPr>
          <p:cNvSpPr>
            <a:spLocks noGrp="1"/>
          </p:cNvSpPr>
          <p:nvPr>
            <p:ph type="body" sz="quarter" idx="10"/>
          </p:nvPr>
        </p:nvSpPr>
        <p:spPr>
          <a:xfrm>
            <a:off x="5397614" y="928688"/>
            <a:ext cx="12079174" cy="1784350"/>
          </a:xfrm>
          <a:prstGeom prst="rect">
            <a:avLst/>
          </a:prstGeom>
        </p:spPr>
        <p:txBody>
          <a:bodyPr/>
          <a:lstStyle>
            <a:lvl1pPr>
              <a:defRPr sz="2400" b="0" i="0">
                <a:latin typeface="Poppins" pitchFamily="2" charset="77"/>
                <a:cs typeface="Poppins" pitchFamily="2" charset="77"/>
              </a:defRPr>
            </a:lvl1pPr>
          </a:lstStyle>
          <a:p>
            <a:pPr lvl="0"/>
            <a:endParaRPr lang="pt-BR"/>
          </a:p>
        </p:txBody>
      </p:sp>
      <p:sp>
        <p:nvSpPr>
          <p:cNvPr id="13" name="Espaço Reservado para Texto 11">
            <a:extLst>
              <a:ext uri="{FF2B5EF4-FFF2-40B4-BE49-F238E27FC236}">
                <a16:creationId xmlns:a16="http://schemas.microsoft.com/office/drawing/2014/main" id="{0340D95F-EA14-0DD7-406F-7EB73CFBF52D}"/>
              </a:ext>
            </a:extLst>
          </p:cNvPr>
          <p:cNvSpPr>
            <a:spLocks noGrp="1"/>
          </p:cNvSpPr>
          <p:nvPr>
            <p:ph type="body" sz="quarter" idx="11"/>
          </p:nvPr>
        </p:nvSpPr>
        <p:spPr>
          <a:xfrm>
            <a:off x="5397614" y="8790287"/>
            <a:ext cx="12079074" cy="443472"/>
          </a:xfrm>
          <a:prstGeom prst="rect">
            <a:avLst/>
          </a:prstGeom>
        </p:spPr>
        <p:txBody>
          <a:bodyPr/>
          <a:lstStyle>
            <a:lvl1pPr>
              <a:defRPr sz="1800" b="0" i="0">
                <a:latin typeface="Poppins" pitchFamily="2" charset="77"/>
                <a:cs typeface="Poppins" pitchFamily="2" charset="77"/>
              </a:defRPr>
            </a:lvl1pPr>
          </a:lstStyle>
          <a:p>
            <a:pPr lvl="0"/>
            <a:endParaRPr lang="pt-BR"/>
          </a:p>
        </p:txBody>
      </p:sp>
      <p:sp>
        <p:nvSpPr>
          <p:cNvPr id="14" name="CaixaDeTexto 13">
            <a:extLst>
              <a:ext uri="{FF2B5EF4-FFF2-40B4-BE49-F238E27FC236}">
                <a16:creationId xmlns:a16="http://schemas.microsoft.com/office/drawing/2014/main" id="{F0401573-FB28-43CB-7EDE-CAF562F5894E}"/>
              </a:ext>
            </a:extLst>
          </p:cNvPr>
          <p:cNvSpPr txBox="1"/>
          <p:nvPr userDrawn="1"/>
        </p:nvSpPr>
        <p:spPr>
          <a:xfrm>
            <a:off x="18048157" y="8679305"/>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16" name="Espaço Reservado para Texto 11">
            <a:extLst>
              <a:ext uri="{FF2B5EF4-FFF2-40B4-BE49-F238E27FC236}">
                <a16:creationId xmlns:a16="http://schemas.microsoft.com/office/drawing/2014/main" id="{3641E8C7-8963-3BA2-52E9-AD936766A664}"/>
              </a:ext>
            </a:extLst>
          </p:cNvPr>
          <p:cNvSpPr>
            <a:spLocks noGrp="1"/>
          </p:cNvSpPr>
          <p:nvPr>
            <p:ph type="body" sz="quarter" idx="12"/>
          </p:nvPr>
        </p:nvSpPr>
        <p:spPr>
          <a:xfrm>
            <a:off x="5397614" y="3019074"/>
            <a:ext cx="12079074" cy="5604226"/>
          </a:xfrm>
          <a:prstGeom prst="rect">
            <a:avLst/>
          </a:prstGeom>
        </p:spPr>
        <p:txBody>
          <a:bodyPr/>
          <a:lstStyle>
            <a:lvl1pPr>
              <a:defRPr sz="1800" b="0" i="0">
                <a:latin typeface="Poppins" pitchFamily="2" charset="77"/>
                <a:cs typeface="Poppins" pitchFamily="2" charset="77"/>
              </a:defRPr>
            </a:lvl1pPr>
          </a:lstStyle>
          <a:p>
            <a:pPr lvl="0"/>
            <a:endParaRPr lang="pt-BR"/>
          </a:p>
        </p:txBody>
      </p:sp>
    </p:spTree>
    <p:extLst>
      <p:ext uri="{BB962C8B-B14F-4D97-AF65-F5344CB8AC3E}">
        <p14:creationId xmlns:p14="http://schemas.microsoft.com/office/powerpoint/2010/main" val="2846968342"/>
      </p:ext>
    </p:extLst>
  </p:cSld>
  <p:clrMapOvr>
    <a:masterClrMapping/>
  </p:clrMapOvr>
  <p:extLst>
    <p:ext uri="{DCECCB84-F9BA-43D5-87BE-67443E8EF086}">
      <p15:sldGuideLst xmlns:p15="http://schemas.microsoft.com/office/powerpoint/2012/main">
        <p15:guide id="1" orient="horz" pos="3240" userDrawn="1">
          <p15:clr>
            <a:srgbClr val="FBAE40"/>
          </p15:clr>
        </p15:guide>
        <p15:guide id="2" pos="2925"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3. Conteudo" preserve="1" userDrawn="1">
  <p:cSld name="2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319116EA-081B-D3E0-ABB2-5593DC7A2024}"/>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pic>
        <p:nvPicPr>
          <p:cNvPr id="7" name="Imagem 6">
            <a:extLst>
              <a:ext uri="{FF2B5EF4-FFF2-40B4-BE49-F238E27FC236}">
                <a16:creationId xmlns:a16="http://schemas.microsoft.com/office/drawing/2014/main" id="{F781FD50-9F91-049D-0A2F-EAA79E689CF9}"/>
              </a:ext>
            </a:extLst>
          </p:cNvPr>
          <p:cNvPicPr>
            <a:picLocks/>
          </p:cNvPicPr>
          <p:nvPr userDrawn="1"/>
        </p:nvPicPr>
        <p:blipFill>
          <a:blip r:embed="rId3"/>
          <a:stretch>
            <a:fillRect/>
          </a:stretch>
        </p:blipFill>
        <p:spPr>
          <a:xfrm>
            <a:off x="298800" y="439201"/>
            <a:ext cx="3434405" cy="2390404"/>
          </a:xfrm>
          <a:prstGeom prst="rect">
            <a:avLst/>
          </a:prstGeom>
        </p:spPr>
      </p:pic>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5" name="Espaço Reservado para Imagem 4">
            <a:extLst>
              <a:ext uri="{FF2B5EF4-FFF2-40B4-BE49-F238E27FC236}">
                <a16:creationId xmlns:a16="http://schemas.microsoft.com/office/drawing/2014/main" id="{3CA1D1C2-A504-78F2-B5D1-B96B35BDDB02}"/>
              </a:ext>
            </a:extLst>
          </p:cNvPr>
          <p:cNvSpPr>
            <a:spLocks noGrp="1"/>
          </p:cNvSpPr>
          <p:nvPr>
            <p:ph type="pic" sz="quarter" idx="4294967295"/>
          </p:nvPr>
        </p:nvSpPr>
        <p:spPr>
          <a:xfrm>
            <a:off x="5397611" y="3041018"/>
            <a:ext cx="12079075" cy="5549698"/>
          </a:xfrm>
          <a:prstGeom prst="rect">
            <a:avLst/>
          </a:prstGeom>
          <a:solidFill>
            <a:schemeClr val="bg1">
              <a:lumMod val="85000"/>
            </a:schemeClr>
          </a:solidFill>
        </p:spPr>
        <p:txBody>
          <a:bodyPr/>
          <a:lstStyle>
            <a:lvl1pPr>
              <a:defRPr sz="1800">
                <a:latin typeface="Poppins" pitchFamily="2" charset="77"/>
                <a:cs typeface="Poppins" pitchFamily="2" charset="77"/>
              </a:defRPr>
            </a:lvl1pPr>
          </a:lstStyle>
          <a:p>
            <a:endParaRPr lang="pt-BR" dirty="0"/>
          </a:p>
        </p:txBody>
      </p:sp>
      <p:sp>
        <p:nvSpPr>
          <p:cNvPr id="9" name="Google Shape;69;p32">
            <a:extLst>
              <a:ext uri="{FF2B5EF4-FFF2-40B4-BE49-F238E27FC236}">
                <a16:creationId xmlns:a16="http://schemas.microsoft.com/office/drawing/2014/main" id="{DE14EB72-1A65-A5DB-A2E7-252C0E2F6F47}"/>
              </a:ext>
            </a:extLst>
          </p:cNvPr>
          <p:cNvSpPr txBox="1"/>
          <p:nvPr userDrawn="1"/>
        </p:nvSpPr>
        <p:spPr>
          <a:xfrm>
            <a:off x="903086" y="1318530"/>
            <a:ext cx="2229491"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1" i="0" u="none" strike="noStrike" cap="none" dirty="0">
                <a:solidFill>
                  <a:srgbClr val="FFFFFF"/>
                </a:solidFill>
                <a:latin typeface="Poppins"/>
                <a:ea typeface="Poppins"/>
                <a:cs typeface="Poppins"/>
                <a:sym typeface="Poppins"/>
              </a:rPr>
              <a:t>Relembre</a:t>
            </a:r>
            <a:endParaRPr lang="pt-BR" sz="3500" b="0" i="0" u="none" strike="noStrike" cap="none" dirty="0">
              <a:solidFill>
                <a:srgbClr val="FFFFFF"/>
              </a:solidFill>
              <a:latin typeface="Poppins Light"/>
              <a:ea typeface="Poppins Light"/>
              <a:cs typeface="Poppins Light"/>
              <a:sym typeface="Poppins Light"/>
            </a:endParaRPr>
          </a:p>
        </p:txBody>
      </p:sp>
      <p:sp>
        <p:nvSpPr>
          <p:cNvPr id="11" name="Espaço Reservado para Texto 10">
            <a:extLst>
              <a:ext uri="{FF2B5EF4-FFF2-40B4-BE49-F238E27FC236}">
                <a16:creationId xmlns:a16="http://schemas.microsoft.com/office/drawing/2014/main" id="{69EF6828-47A5-8129-5988-5EC45D078756}"/>
              </a:ext>
            </a:extLst>
          </p:cNvPr>
          <p:cNvSpPr>
            <a:spLocks noGrp="1"/>
          </p:cNvSpPr>
          <p:nvPr>
            <p:ph type="body" sz="quarter" idx="10"/>
          </p:nvPr>
        </p:nvSpPr>
        <p:spPr>
          <a:xfrm>
            <a:off x="5397611" y="950913"/>
            <a:ext cx="12079177" cy="1743075"/>
          </a:xfrm>
          <a:prstGeom prst="rect">
            <a:avLst/>
          </a:prstGeom>
        </p:spPr>
        <p:txBody>
          <a:bodyPr/>
          <a:lstStyle>
            <a:lvl1pPr>
              <a:defRPr sz="2400" b="0" i="0">
                <a:latin typeface="Poppins" pitchFamily="2" charset="77"/>
                <a:cs typeface="Poppins" pitchFamily="2" charset="77"/>
              </a:defRPr>
            </a:lvl1pPr>
          </a:lstStyle>
          <a:p>
            <a:pPr lvl="0"/>
            <a:endParaRPr lang="pt-BR"/>
          </a:p>
        </p:txBody>
      </p:sp>
      <p:sp>
        <p:nvSpPr>
          <p:cNvPr id="12" name="Espaço Reservado para Texto 10">
            <a:extLst>
              <a:ext uri="{FF2B5EF4-FFF2-40B4-BE49-F238E27FC236}">
                <a16:creationId xmlns:a16="http://schemas.microsoft.com/office/drawing/2014/main" id="{388D1399-8328-B730-C092-B8697982ADB5}"/>
              </a:ext>
            </a:extLst>
          </p:cNvPr>
          <p:cNvSpPr>
            <a:spLocks noGrp="1"/>
          </p:cNvSpPr>
          <p:nvPr>
            <p:ph type="body" sz="quarter" idx="11"/>
          </p:nvPr>
        </p:nvSpPr>
        <p:spPr>
          <a:xfrm>
            <a:off x="5397611" y="8764236"/>
            <a:ext cx="12079177" cy="465463"/>
          </a:xfrm>
          <a:prstGeom prst="rect">
            <a:avLst/>
          </a:prstGeom>
        </p:spPr>
        <p:txBody>
          <a:bodyPr/>
          <a:lstStyle>
            <a:lvl1pPr>
              <a:defRPr sz="1800" b="0" i="0">
                <a:latin typeface="Poppins" pitchFamily="2" charset="77"/>
                <a:cs typeface="Poppins" pitchFamily="2" charset="77"/>
              </a:defRPr>
            </a:lvl1pPr>
          </a:lstStyle>
          <a:p>
            <a:pPr lvl="0"/>
            <a:endParaRPr lang="pt-BR"/>
          </a:p>
        </p:txBody>
      </p:sp>
    </p:spTree>
    <p:extLst>
      <p:ext uri="{BB962C8B-B14F-4D97-AF65-F5344CB8AC3E}">
        <p14:creationId xmlns:p14="http://schemas.microsoft.com/office/powerpoint/2010/main" val="2827352174"/>
      </p:ext>
    </p:extLst>
  </p:cSld>
  <p:clrMapOvr>
    <a:masterClrMapping/>
  </p:clrMapOvr>
  <p:extLst>
    <p:ext uri="{DCECCB84-F9BA-43D5-87BE-67443E8EF086}">
      <p15:sldGuideLst xmlns:p15="http://schemas.microsoft.com/office/powerpoint/2012/main">
        <p15:guide id="1" orient="horz" pos="3240" userDrawn="1">
          <p15:clr>
            <a:srgbClr val="FBAE40"/>
          </p15:clr>
        </p15:guide>
        <p15:guide id="2" pos="2925"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3. Conteudo" preserve="1" userDrawn="1">
  <p:cSld name="2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87FCC07C-4BE2-37BE-B92C-3F0C1F9F9F03}"/>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pic>
        <p:nvPicPr>
          <p:cNvPr id="8" name="Imagem 7">
            <a:extLst>
              <a:ext uri="{FF2B5EF4-FFF2-40B4-BE49-F238E27FC236}">
                <a16:creationId xmlns:a16="http://schemas.microsoft.com/office/drawing/2014/main" id="{D813DED6-3E7A-9D11-5B00-BC56FE57C208}"/>
              </a:ext>
            </a:extLst>
          </p:cNvPr>
          <p:cNvPicPr>
            <a:picLocks/>
          </p:cNvPicPr>
          <p:nvPr userDrawn="1"/>
        </p:nvPicPr>
        <p:blipFill>
          <a:blip r:embed="rId3"/>
          <a:stretch>
            <a:fillRect/>
          </a:stretch>
        </p:blipFill>
        <p:spPr>
          <a:xfrm>
            <a:off x="298800" y="439201"/>
            <a:ext cx="3434405" cy="2390404"/>
          </a:xfrm>
          <a:prstGeom prst="rect">
            <a:avLst/>
          </a:prstGeom>
        </p:spPr>
      </p:pic>
      <p:sp>
        <p:nvSpPr>
          <p:cNvPr id="18" name="Google Shape;82;p33">
            <a:extLst>
              <a:ext uri="{FF2B5EF4-FFF2-40B4-BE49-F238E27FC236}">
                <a16:creationId xmlns:a16="http://schemas.microsoft.com/office/drawing/2014/main" id="{BA9FF48C-E6ED-8BE9-735C-1F6F208016AF}"/>
              </a:ext>
            </a:extLst>
          </p:cNvPr>
          <p:cNvSpPr txBox="1"/>
          <p:nvPr userDrawn="1"/>
        </p:nvSpPr>
        <p:spPr>
          <a:xfrm>
            <a:off x="1090502" y="1123988"/>
            <a:ext cx="1970750"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dirty="0">
                <a:solidFill>
                  <a:schemeClr val="lt1"/>
                </a:solidFill>
                <a:latin typeface="Poppins Light" pitchFamily="2" charset="77"/>
                <a:ea typeface="Poppins Medium"/>
                <a:cs typeface="Poppins Light" pitchFamily="2" charset="77"/>
                <a:sym typeface="Poppins Medium"/>
              </a:rPr>
              <a:t>Ponto</a:t>
            </a:r>
            <a:r>
              <a:rPr lang="pt-BR" sz="3500" b="0" i="0" u="none" strike="noStrike" cap="none" dirty="0">
                <a:solidFill>
                  <a:schemeClr val="lt1"/>
                </a:solidFill>
                <a:latin typeface="Poppins Medium"/>
                <a:ea typeface="Poppins Medium"/>
                <a:cs typeface="Poppins Medium"/>
                <a:sym typeface="Poppins Medium"/>
              </a:rPr>
              <a:t> </a:t>
            </a:r>
            <a:r>
              <a:rPr lang="pt-BR" sz="3500" b="0" i="0" u="none" strike="noStrike" cap="none" dirty="0">
                <a:solidFill>
                  <a:schemeClr val="lt1"/>
                </a:solidFill>
                <a:latin typeface="Poppins Light" pitchFamily="2" charset="77"/>
                <a:ea typeface="Poppins Medium"/>
                <a:cs typeface="Poppins Light" pitchFamily="2" charset="77"/>
                <a:sym typeface="Poppins Medium"/>
              </a:rPr>
              <a:t>de</a:t>
            </a:r>
            <a:r>
              <a:rPr lang="pt-BR" sz="3500" b="0" i="0" u="none" strike="noStrike" cap="none" dirty="0">
                <a:solidFill>
                  <a:schemeClr val="lt1"/>
                </a:solidFill>
                <a:latin typeface="Poppins Medium"/>
                <a:ea typeface="Poppins Medium"/>
                <a:cs typeface="Poppins Medium"/>
                <a:sym typeface="Poppins Medium"/>
              </a:rPr>
              <a:t> </a:t>
            </a:r>
            <a:r>
              <a:rPr lang="pt-BR" sz="3500" b="1" i="0" u="none" strike="noStrike" cap="none" dirty="0">
                <a:solidFill>
                  <a:schemeClr val="lt1"/>
                </a:solidFill>
                <a:latin typeface="Poppins"/>
                <a:ea typeface="Poppins"/>
                <a:cs typeface="Poppins"/>
                <a:sym typeface="Poppins"/>
              </a:rPr>
              <a:t>partida</a:t>
            </a:r>
            <a:endParaRPr sz="3500" b="0" i="0" u="none" strike="noStrike" cap="none" dirty="0">
              <a:solidFill>
                <a:schemeClr val="lt1"/>
              </a:solidFill>
              <a:latin typeface="Poppins Light"/>
              <a:ea typeface="Poppins Light"/>
              <a:cs typeface="Poppins Light"/>
              <a:sym typeface="Poppins Light"/>
            </a:endParaRPr>
          </a:p>
        </p:txBody>
      </p:sp>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5" name="Espaço Reservado para Texto 3">
            <a:extLst>
              <a:ext uri="{FF2B5EF4-FFF2-40B4-BE49-F238E27FC236}">
                <a16:creationId xmlns:a16="http://schemas.microsoft.com/office/drawing/2014/main" id="{4065A3E7-CBB3-DD59-24FC-B5AAEBB7F498}"/>
              </a:ext>
            </a:extLst>
          </p:cNvPr>
          <p:cNvSpPr>
            <a:spLocks noGrp="1"/>
          </p:cNvSpPr>
          <p:nvPr>
            <p:ph type="body" idx="4294967295"/>
          </p:nvPr>
        </p:nvSpPr>
        <p:spPr>
          <a:xfrm>
            <a:off x="5397614" y="950279"/>
            <a:ext cx="5705815" cy="8197519"/>
          </a:xfrm>
          <a:prstGeom prst="rect">
            <a:avLst/>
          </a:prstGeom>
        </p:spPr>
        <p:txBody>
          <a:bodyPr>
            <a:normAutofit/>
          </a:bodyPr>
          <a:lstStyle/>
          <a:p>
            <a:endParaRPr lang="pt-BR" sz="2400">
              <a:latin typeface="Poppins" pitchFamily="2" charset="77"/>
              <a:cs typeface="Poppins" pitchFamily="2" charset="77"/>
            </a:endParaRPr>
          </a:p>
        </p:txBody>
      </p:sp>
      <p:sp>
        <p:nvSpPr>
          <p:cNvPr id="7" name="Espaço Reservado para Texto 9">
            <a:extLst>
              <a:ext uri="{FF2B5EF4-FFF2-40B4-BE49-F238E27FC236}">
                <a16:creationId xmlns:a16="http://schemas.microsoft.com/office/drawing/2014/main" id="{F4FE14C4-C438-D68E-A10E-2CC8A26ACD09}"/>
              </a:ext>
            </a:extLst>
          </p:cNvPr>
          <p:cNvSpPr>
            <a:spLocks noGrp="1"/>
          </p:cNvSpPr>
          <p:nvPr>
            <p:ph type="body" idx="4294967295"/>
          </p:nvPr>
        </p:nvSpPr>
        <p:spPr>
          <a:xfrm>
            <a:off x="11651455" y="946480"/>
            <a:ext cx="5705815" cy="8197519"/>
          </a:xfrm>
          <a:prstGeom prst="rect">
            <a:avLst/>
          </a:prstGeom>
        </p:spPr>
        <p:txBody>
          <a:bodyPr>
            <a:normAutofit/>
          </a:bodyPr>
          <a:lstStyle/>
          <a:p>
            <a:endParaRPr lang="pt-BR" sz="2400">
              <a:latin typeface="Poppins" pitchFamily="2" charset="77"/>
              <a:cs typeface="Poppins" pitchFamily="2" charset="77"/>
            </a:endParaRPr>
          </a:p>
        </p:txBody>
      </p:sp>
    </p:spTree>
    <p:extLst>
      <p:ext uri="{BB962C8B-B14F-4D97-AF65-F5344CB8AC3E}">
        <p14:creationId xmlns:p14="http://schemas.microsoft.com/office/powerpoint/2010/main" val="4196146794"/>
      </p:ext>
    </p:extLst>
  </p:cSld>
  <p:clrMapOvr>
    <a:masterClrMapping/>
  </p:clrMapOvr>
  <p:extLst>
    <p:ext uri="{DCECCB84-F9BA-43D5-87BE-67443E8EF086}">
      <p15:sldGuideLst xmlns:p15="http://schemas.microsoft.com/office/powerpoint/2012/main">
        <p15:guide id="1" orient="horz" pos="3240" userDrawn="1">
          <p15:clr>
            <a:srgbClr val="FBAE40"/>
          </p15:clr>
        </p15:guide>
        <p15:guide id="2" pos="2925"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3. Conteudo" preserve="1" userDrawn="1">
  <p:cSld name="2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AE0DC479-3E72-CDCB-DBFF-155CA6D6AB65}"/>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pic>
        <p:nvPicPr>
          <p:cNvPr id="7" name="Imagem 6">
            <a:extLst>
              <a:ext uri="{FF2B5EF4-FFF2-40B4-BE49-F238E27FC236}">
                <a16:creationId xmlns:a16="http://schemas.microsoft.com/office/drawing/2014/main" id="{3C46381A-8FC6-CF4E-8CF3-9A47C240720B}"/>
              </a:ext>
            </a:extLst>
          </p:cNvPr>
          <p:cNvPicPr>
            <a:picLocks/>
          </p:cNvPicPr>
          <p:nvPr userDrawn="1"/>
        </p:nvPicPr>
        <p:blipFill>
          <a:blip r:embed="rId3"/>
          <a:stretch>
            <a:fillRect/>
          </a:stretch>
        </p:blipFill>
        <p:spPr>
          <a:xfrm>
            <a:off x="298800" y="439201"/>
            <a:ext cx="3434405" cy="2390404"/>
          </a:xfrm>
          <a:prstGeom prst="rect">
            <a:avLst/>
          </a:prstGeom>
        </p:spPr>
      </p:pic>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5" name="Google Shape;69;p32">
            <a:extLst>
              <a:ext uri="{FF2B5EF4-FFF2-40B4-BE49-F238E27FC236}">
                <a16:creationId xmlns:a16="http://schemas.microsoft.com/office/drawing/2014/main" id="{1A04F5B2-68B0-2193-1467-BC61C52DF55C}"/>
              </a:ext>
            </a:extLst>
          </p:cNvPr>
          <p:cNvSpPr txBox="1"/>
          <p:nvPr userDrawn="1"/>
        </p:nvSpPr>
        <p:spPr>
          <a:xfrm>
            <a:off x="903086" y="1318530"/>
            <a:ext cx="2229491"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1" i="0" u="none" strike="noStrike" cap="none" dirty="0">
                <a:solidFill>
                  <a:srgbClr val="FFFFFF"/>
                </a:solidFill>
                <a:latin typeface="Poppins"/>
                <a:ea typeface="Poppins"/>
                <a:cs typeface="Poppins"/>
                <a:sym typeface="Poppins"/>
              </a:rPr>
              <a:t>Relembre</a:t>
            </a:r>
            <a:endParaRPr lang="pt-BR" sz="3500" b="0" i="0" u="none" strike="noStrike" cap="none" dirty="0">
              <a:solidFill>
                <a:srgbClr val="FFFFFF"/>
              </a:solidFill>
              <a:latin typeface="Poppins Light"/>
              <a:ea typeface="Poppins Light"/>
              <a:cs typeface="Poppins Light"/>
              <a:sym typeface="Poppins Light"/>
            </a:endParaRPr>
          </a:p>
        </p:txBody>
      </p:sp>
      <p:sp>
        <p:nvSpPr>
          <p:cNvPr id="9" name="Espaço Reservado para Texto 3">
            <a:extLst>
              <a:ext uri="{FF2B5EF4-FFF2-40B4-BE49-F238E27FC236}">
                <a16:creationId xmlns:a16="http://schemas.microsoft.com/office/drawing/2014/main" id="{73C6FE8A-0E62-070F-4EFF-7956D56EAEB7}"/>
              </a:ext>
            </a:extLst>
          </p:cNvPr>
          <p:cNvSpPr>
            <a:spLocks noGrp="1"/>
          </p:cNvSpPr>
          <p:nvPr>
            <p:ph type="body" idx="4294967295"/>
          </p:nvPr>
        </p:nvSpPr>
        <p:spPr>
          <a:xfrm>
            <a:off x="5397614" y="950279"/>
            <a:ext cx="5705815" cy="8197519"/>
          </a:xfrm>
          <a:prstGeom prst="rect">
            <a:avLst/>
          </a:prstGeom>
        </p:spPr>
        <p:txBody>
          <a:bodyPr>
            <a:normAutofit/>
          </a:bodyPr>
          <a:lstStyle/>
          <a:p>
            <a:endParaRPr lang="pt-BR" sz="2400">
              <a:latin typeface="Poppins" pitchFamily="2" charset="77"/>
              <a:cs typeface="Poppins" pitchFamily="2" charset="77"/>
            </a:endParaRPr>
          </a:p>
        </p:txBody>
      </p:sp>
      <p:sp>
        <p:nvSpPr>
          <p:cNvPr id="10" name="Espaço Reservado para Texto 9">
            <a:extLst>
              <a:ext uri="{FF2B5EF4-FFF2-40B4-BE49-F238E27FC236}">
                <a16:creationId xmlns:a16="http://schemas.microsoft.com/office/drawing/2014/main" id="{D9108072-6283-1E2A-3D04-EE1896CEE3F4}"/>
              </a:ext>
            </a:extLst>
          </p:cNvPr>
          <p:cNvSpPr>
            <a:spLocks noGrp="1"/>
          </p:cNvSpPr>
          <p:nvPr>
            <p:ph type="body" idx="4294967295"/>
          </p:nvPr>
        </p:nvSpPr>
        <p:spPr>
          <a:xfrm>
            <a:off x="11651455" y="946480"/>
            <a:ext cx="5705815" cy="8197519"/>
          </a:xfrm>
          <a:prstGeom prst="rect">
            <a:avLst/>
          </a:prstGeom>
        </p:spPr>
        <p:txBody>
          <a:bodyPr>
            <a:normAutofit/>
          </a:bodyPr>
          <a:lstStyle/>
          <a:p>
            <a:endParaRPr lang="pt-BR" sz="2400">
              <a:latin typeface="Poppins" pitchFamily="2" charset="77"/>
              <a:cs typeface="Poppins" pitchFamily="2" charset="77"/>
            </a:endParaRPr>
          </a:p>
        </p:txBody>
      </p:sp>
    </p:spTree>
    <p:extLst>
      <p:ext uri="{BB962C8B-B14F-4D97-AF65-F5344CB8AC3E}">
        <p14:creationId xmlns:p14="http://schemas.microsoft.com/office/powerpoint/2010/main" val="1188993371"/>
      </p:ext>
    </p:extLst>
  </p:cSld>
  <p:clrMapOvr>
    <a:masterClrMapping/>
  </p:clrMapOvr>
  <p:extLst>
    <p:ext uri="{DCECCB84-F9BA-43D5-87BE-67443E8EF086}">
      <p15:sldGuideLst xmlns:p15="http://schemas.microsoft.com/office/powerpoint/2012/main">
        <p15:guide id="1" orient="horz" pos="3240" userDrawn="1">
          <p15:clr>
            <a:srgbClr val="FBAE40"/>
          </p15:clr>
        </p15:guide>
        <p15:guide id="2" pos="2925"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2_Linha do Tempo1" preserve="1" userDrawn="1">
  <p:cSld name="3_Linha do Tempo1">
    <p:spTree>
      <p:nvGrpSpPr>
        <p:cNvPr id="1" name="Shape 178"/>
        <p:cNvGrpSpPr/>
        <p:nvPr/>
      </p:nvGrpSpPr>
      <p:grpSpPr>
        <a:xfrm>
          <a:off x="0" y="0"/>
          <a:ext cx="0" cy="0"/>
          <a:chOff x="0" y="0"/>
          <a:chExt cx="0" cy="0"/>
        </a:xfrm>
      </p:grpSpPr>
      <p:cxnSp>
        <p:nvCxnSpPr>
          <p:cNvPr id="181" name="Google Shape;181;p15"/>
          <p:cNvCxnSpPr>
            <a:cxnSpLocks/>
          </p:cNvCxnSpPr>
          <p:nvPr/>
        </p:nvCxnSpPr>
        <p:spPr>
          <a:xfrm flipH="1">
            <a:off x="7496197" y="3927724"/>
            <a:ext cx="9026798" cy="0"/>
          </a:xfrm>
          <a:prstGeom prst="straightConnector1">
            <a:avLst/>
          </a:prstGeom>
          <a:noFill/>
          <a:ln w="19050" cap="flat" cmpd="sng">
            <a:solidFill>
              <a:srgbClr val="F4F4F4"/>
            </a:solidFill>
            <a:prstDash val="solid"/>
            <a:round/>
            <a:headEnd type="diamond" w="med" len="med"/>
            <a:tailEnd type="none" w="sm" len="sm"/>
          </a:ln>
        </p:spPr>
      </p:cxnSp>
      <p:sp>
        <p:nvSpPr>
          <p:cNvPr id="182" name="Google Shape;182;p15"/>
          <p:cNvSpPr>
            <a:spLocks noGrp="1"/>
          </p:cNvSpPr>
          <p:nvPr>
            <p:ph type="pic" idx="2"/>
          </p:nvPr>
        </p:nvSpPr>
        <p:spPr>
          <a:xfrm>
            <a:off x="3306485" y="3414557"/>
            <a:ext cx="4189710" cy="2516188"/>
          </a:xfrm>
          <a:prstGeom prst="rect">
            <a:avLst/>
          </a:prstGeom>
          <a:solidFill>
            <a:srgbClr val="D8D8D8"/>
          </a:solidFill>
          <a:ln>
            <a:noFill/>
          </a:ln>
        </p:spPr>
      </p:sp>
      <p:sp>
        <p:nvSpPr>
          <p:cNvPr id="183" name="Google Shape;183;p15"/>
          <p:cNvSpPr txBox="1">
            <a:spLocks noGrp="1"/>
          </p:cNvSpPr>
          <p:nvPr>
            <p:ph type="body" idx="1"/>
          </p:nvPr>
        </p:nvSpPr>
        <p:spPr>
          <a:xfrm>
            <a:off x="8358411" y="4229807"/>
            <a:ext cx="8164583" cy="169611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2100"/>
              <a:buFont typeface="Poppins"/>
              <a:buNone/>
              <a:defRPr sz="2100" i="0" u="none" strike="noStrike" cap="none">
                <a:solidFill>
                  <a:schemeClr val="lt1"/>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9pPr>
          </a:lstStyle>
          <a:p>
            <a:endParaRPr/>
          </a:p>
        </p:txBody>
      </p:sp>
      <p:cxnSp>
        <p:nvCxnSpPr>
          <p:cNvPr id="184" name="Google Shape;184;p15"/>
          <p:cNvCxnSpPr>
            <a:cxnSpLocks/>
          </p:cNvCxnSpPr>
          <p:nvPr/>
        </p:nvCxnSpPr>
        <p:spPr>
          <a:xfrm flipH="1">
            <a:off x="7496197" y="7004653"/>
            <a:ext cx="8941738" cy="0"/>
          </a:xfrm>
          <a:prstGeom prst="straightConnector1">
            <a:avLst/>
          </a:prstGeom>
          <a:noFill/>
          <a:ln w="19050" cap="flat" cmpd="sng">
            <a:solidFill>
              <a:srgbClr val="F4F4F4"/>
            </a:solidFill>
            <a:prstDash val="solid"/>
            <a:round/>
            <a:headEnd type="diamond" w="med" len="med"/>
            <a:tailEnd type="none" w="sm" len="sm"/>
          </a:ln>
        </p:spPr>
      </p:cxnSp>
      <p:sp>
        <p:nvSpPr>
          <p:cNvPr id="185" name="Google Shape;185;p15"/>
          <p:cNvSpPr>
            <a:spLocks noGrp="1"/>
          </p:cNvSpPr>
          <p:nvPr>
            <p:ph type="pic" idx="3"/>
          </p:nvPr>
        </p:nvSpPr>
        <p:spPr>
          <a:xfrm>
            <a:off x="3306485" y="6491486"/>
            <a:ext cx="4189710" cy="2516188"/>
          </a:xfrm>
          <a:prstGeom prst="rect">
            <a:avLst/>
          </a:prstGeom>
          <a:solidFill>
            <a:srgbClr val="D8D8D8"/>
          </a:solidFill>
          <a:ln>
            <a:noFill/>
          </a:ln>
        </p:spPr>
      </p:sp>
      <p:sp>
        <p:nvSpPr>
          <p:cNvPr id="186" name="Google Shape;186;p15"/>
          <p:cNvSpPr txBox="1">
            <a:spLocks noGrp="1"/>
          </p:cNvSpPr>
          <p:nvPr>
            <p:ph type="body" idx="4"/>
          </p:nvPr>
        </p:nvSpPr>
        <p:spPr>
          <a:xfrm>
            <a:off x="8358411" y="7306737"/>
            <a:ext cx="8164579" cy="1696112"/>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2100"/>
              <a:buFont typeface="Poppins"/>
              <a:buNone/>
              <a:defRPr sz="2100" i="0" u="none" strike="noStrike" cap="none">
                <a:solidFill>
                  <a:schemeClr val="lt1"/>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9pPr>
          </a:lstStyle>
          <a:p>
            <a:endParaRPr/>
          </a:p>
        </p:txBody>
      </p:sp>
      <p:sp>
        <p:nvSpPr>
          <p:cNvPr id="190" name="Google Shape;190;p15"/>
          <p:cNvSpPr txBox="1">
            <a:spLocks noGrp="1"/>
          </p:cNvSpPr>
          <p:nvPr>
            <p:ph type="body" idx="7"/>
          </p:nvPr>
        </p:nvSpPr>
        <p:spPr>
          <a:xfrm>
            <a:off x="3306485" y="2226787"/>
            <a:ext cx="13216509" cy="924288"/>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rgbClr val="000000"/>
              </a:buClr>
              <a:buSzPts val="2200"/>
              <a:buFont typeface="Poppins"/>
              <a:buNone/>
              <a:defRPr sz="2200" i="0" u="none" strike="noStrike" cap="none">
                <a:solidFill>
                  <a:schemeClr val="lt1"/>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9pPr>
          </a:lstStyle>
          <a:p>
            <a:endParaRPr/>
          </a:p>
        </p:txBody>
      </p:sp>
      <p:sp>
        <p:nvSpPr>
          <p:cNvPr id="191" name="Google Shape;191;p15"/>
          <p:cNvSpPr txBox="1">
            <a:spLocks noGrp="1"/>
          </p:cNvSpPr>
          <p:nvPr>
            <p:ph type="body" idx="8"/>
          </p:nvPr>
        </p:nvSpPr>
        <p:spPr>
          <a:xfrm>
            <a:off x="3306484" y="681247"/>
            <a:ext cx="13216507" cy="1243457"/>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rgbClr val="000000"/>
              </a:buClr>
              <a:buSzPts val="3500"/>
              <a:buFont typeface="Poppins"/>
              <a:buNone/>
              <a:defRPr sz="3500" b="1" i="0" u="none" strike="noStrike" cap="none">
                <a:solidFill>
                  <a:schemeClr val="lt1"/>
                </a:solidFill>
                <a:latin typeface="Poppins"/>
                <a:ea typeface="Poppins"/>
                <a:cs typeface="Poppins"/>
                <a:sym typeface="Poppins"/>
              </a:defRPr>
            </a:lvl1pPr>
            <a:lvl2pPr marL="914400" marR="0" lvl="1"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9pPr>
          </a:lstStyle>
          <a:p>
            <a:endParaRPr/>
          </a:p>
        </p:txBody>
      </p:sp>
    </p:spTree>
    <p:extLst>
      <p:ext uri="{BB962C8B-B14F-4D97-AF65-F5344CB8AC3E}">
        <p14:creationId xmlns:p14="http://schemas.microsoft.com/office/powerpoint/2010/main" val="196734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2_Linha do Tempo1" preserve="1" userDrawn="1">
  <p:cSld name="3_Linha do Tempo1">
    <p:spTree>
      <p:nvGrpSpPr>
        <p:cNvPr id="1" name="Shape 178"/>
        <p:cNvGrpSpPr/>
        <p:nvPr/>
      </p:nvGrpSpPr>
      <p:grpSpPr>
        <a:xfrm>
          <a:off x="0" y="0"/>
          <a:ext cx="0" cy="0"/>
          <a:chOff x="0" y="0"/>
          <a:chExt cx="0" cy="0"/>
        </a:xfrm>
      </p:grpSpPr>
      <p:pic>
        <p:nvPicPr>
          <p:cNvPr id="8" name="Google Shape;142;p13">
            <a:extLst>
              <a:ext uri="{FF2B5EF4-FFF2-40B4-BE49-F238E27FC236}">
                <a16:creationId xmlns:a16="http://schemas.microsoft.com/office/drawing/2014/main" id="{C1899201-5DAF-E974-F58A-A1AEAB93C161}"/>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17" name="Google Shape;143;p13">
            <a:extLst>
              <a:ext uri="{FF2B5EF4-FFF2-40B4-BE49-F238E27FC236}">
                <a16:creationId xmlns:a16="http://schemas.microsoft.com/office/drawing/2014/main" id="{33DC5791-7C7E-1A35-F1B9-7D904EC4D10F}"/>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14288"/>
            <a:ext cx="18288000" cy="852451"/>
          </a:xfrm>
          <a:prstGeom prst="rect">
            <a:avLst/>
          </a:prstGeom>
          <a:noFill/>
          <a:ln>
            <a:noFill/>
          </a:ln>
        </p:spPr>
      </p:pic>
      <p:sp>
        <p:nvSpPr>
          <p:cNvPr id="2" name="CaixaDeTexto 1">
            <a:extLst>
              <a:ext uri="{FF2B5EF4-FFF2-40B4-BE49-F238E27FC236}">
                <a16:creationId xmlns:a16="http://schemas.microsoft.com/office/drawing/2014/main" id="{A002D0E8-22C3-90CC-B114-9B35A1342FE0}"/>
              </a:ext>
            </a:extLst>
          </p:cNvPr>
          <p:cNvSpPr txBox="1"/>
          <p:nvPr userDrawn="1"/>
        </p:nvSpPr>
        <p:spPr>
          <a:xfrm>
            <a:off x="4359965" y="28227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4" name="Espaço Reservado para Texto 3">
            <a:extLst>
              <a:ext uri="{FF2B5EF4-FFF2-40B4-BE49-F238E27FC236}">
                <a16:creationId xmlns:a16="http://schemas.microsoft.com/office/drawing/2014/main" id="{7BC2819B-91AA-1651-F5F9-7B0D1509AE13}"/>
              </a:ext>
            </a:extLst>
          </p:cNvPr>
          <p:cNvSpPr>
            <a:spLocks noGrp="1"/>
          </p:cNvSpPr>
          <p:nvPr>
            <p:ph type="body" sz="quarter" idx="10"/>
          </p:nvPr>
        </p:nvSpPr>
        <p:spPr>
          <a:xfrm>
            <a:off x="4914900" y="1782261"/>
            <a:ext cx="5470525" cy="669471"/>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5" name="Espaço Reservado para Texto 3">
            <a:extLst>
              <a:ext uri="{FF2B5EF4-FFF2-40B4-BE49-F238E27FC236}">
                <a16:creationId xmlns:a16="http://schemas.microsoft.com/office/drawing/2014/main" id="{481EC73E-B5CF-9DF6-2B18-5F201BFD1BC9}"/>
              </a:ext>
            </a:extLst>
          </p:cNvPr>
          <p:cNvSpPr>
            <a:spLocks noGrp="1"/>
          </p:cNvSpPr>
          <p:nvPr>
            <p:ph type="body" sz="quarter" idx="11"/>
          </p:nvPr>
        </p:nvSpPr>
        <p:spPr>
          <a:xfrm>
            <a:off x="4914900" y="2712074"/>
            <a:ext cx="5470525" cy="669471"/>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6" name="Espaço Reservado para Texto 3">
            <a:extLst>
              <a:ext uri="{FF2B5EF4-FFF2-40B4-BE49-F238E27FC236}">
                <a16:creationId xmlns:a16="http://schemas.microsoft.com/office/drawing/2014/main" id="{E22F0728-FF89-57C8-564C-0F3FB75D68BE}"/>
              </a:ext>
            </a:extLst>
          </p:cNvPr>
          <p:cNvSpPr>
            <a:spLocks noGrp="1"/>
          </p:cNvSpPr>
          <p:nvPr>
            <p:ph type="body" sz="quarter" idx="12"/>
          </p:nvPr>
        </p:nvSpPr>
        <p:spPr>
          <a:xfrm>
            <a:off x="4914900" y="3663317"/>
            <a:ext cx="5470525" cy="669471"/>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7" name="Espaço Reservado para Texto 3">
            <a:extLst>
              <a:ext uri="{FF2B5EF4-FFF2-40B4-BE49-F238E27FC236}">
                <a16:creationId xmlns:a16="http://schemas.microsoft.com/office/drawing/2014/main" id="{08173B0E-FC6F-4B79-645E-F7C05C5165D3}"/>
              </a:ext>
            </a:extLst>
          </p:cNvPr>
          <p:cNvSpPr>
            <a:spLocks noGrp="1"/>
          </p:cNvSpPr>
          <p:nvPr>
            <p:ph type="body" sz="quarter" idx="13"/>
          </p:nvPr>
        </p:nvSpPr>
        <p:spPr>
          <a:xfrm>
            <a:off x="4914900" y="4663285"/>
            <a:ext cx="5470525" cy="669471"/>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9" name="Espaço Reservado para Texto 3">
            <a:extLst>
              <a:ext uri="{FF2B5EF4-FFF2-40B4-BE49-F238E27FC236}">
                <a16:creationId xmlns:a16="http://schemas.microsoft.com/office/drawing/2014/main" id="{777D4752-A3A8-E6ED-FF9C-9D9D8F16B077}"/>
              </a:ext>
            </a:extLst>
          </p:cNvPr>
          <p:cNvSpPr>
            <a:spLocks noGrp="1"/>
          </p:cNvSpPr>
          <p:nvPr>
            <p:ph type="body" sz="quarter" idx="14"/>
          </p:nvPr>
        </p:nvSpPr>
        <p:spPr>
          <a:xfrm>
            <a:off x="4914900" y="5708314"/>
            <a:ext cx="5470525" cy="669471"/>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10" name="Espaço Reservado para Texto 3">
            <a:extLst>
              <a:ext uri="{FF2B5EF4-FFF2-40B4-BE49-F238E27FC236}">
                <a16:creationId xmlns:a16="http://schemas.microsoft.com/office/drawing/2014/main" id="{CD27E91A-725C-6108-065B-301FEE078C62}"/>
              </a:ext>
            </a:extLst>
          </p:cNvPr>
          <p:cNvSpPr>
            <a:spLocks noGrp="1"/>
          </p:cNvSpPr>
          <p:nvPr>
            <p:ph type="body" sz="quarter" idx="15"/>
          </p:nvPr>
        </p:nvSpPr>
        <p:spPr>
          <a:xfrm>
            <a:off x="4914900" y="6769671"/>
            <a:ext cx="5470525" cy="669471"/>
          </a:xfrm>
          <a:prstGeom prst="rect">
            <a:avLst/>
          </a:prstGeom>
        </p:spPr>
        <p:txBody>
          <a:bodyPr/>
          <a:lstStyle>
            <a:lvl1pPr>
              <a:defRPr sz="1800">
                <a:latin typeface="Poppins" pitchFamily="2" charset="77"/>
                <a:cs typeface="Poppins" pitchFamily="2" charset="77"/>
              </a:defRPr>
            </a:lvl1pPr>
          </a:lstStyle>
          <a:p>
            <a:pPr lvl="0"/>
            <a:endParaRPr lang="pt-BR"/>
          </a:p>
        </p:txBody>
      </p:sp>
      <p:pic>
        <p:nvPicPr>
          <p:cNvPr id="16" name="Imagem 15">
            <a:extLst>
              <a:ext uri="{FF2B5EF4-FFF2-40B4-BE49-F238E27FC236}">
                <a16:creationId xmlns:a16="http://schemas.microsoft.com/office/drawing/2014/main" id="{A99DDDB2-75D5-E566-2C37-D737AEAD20C0}"/>
              </a:ext>
            </a:extLst>
          </p:cNvPr>
          <p:cNvPicPr>
            <a:picLocks/>
          </p:cNvPicPr>
          <p:nvPr userDrawn="1"/>
        </p:nvPicPr>
        <p:blipFill>
          <a:blip r:embed="rId4"/>
          <a:stretch>
            <a:fillRect/>
          </a:stretch>
        </p:blipFill>
        <p:spPr>
          <a:xfrm>
            <a:off x="381601" y="327600"/>
            <a:ext cx="3434405" cy="2390404"/>
          </a:xfrm>
          <a:prstGeom prst="rect">
            <a:avLst/>
          </a:prstGeom>
        </p:spPr>
      </p:pic>
      <p:sp>
        <p:nvSpPr>
          <p:cNvPr id="12" name="Google Shape;101;p34">
            <a:extLst>
              <a:ext uri="{FF2B5EF4-FFF2-40B4-BE49-F238E27FC236}">
                <a16:creationId xmlns:a16="http://schemas.microsoft.com/office/drawing/2014/main" id="{B642C3FE-A5A7-DE40-B0EC-693188905B79}"/>
              </a:ext>
            </a:extLst>
          </p:cNvPr>
          <p:cNvSpPr txBox="1"/>
          <p:nvPr userDrawn="1"/>
        </p:nvSpPr>
        <p:spPr>
          <a:xfrm>
            <a:off x="710238" y="1045716"/>
            <a:ext cx="2744693"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dirty="0">
                <a:solidFill>
                  <a:schemeClr val="lt1"/>
                </a:solidFill>
                <a:latin typeface="Poppins Light" pitchFamily="2" charset="77"/>
                <a:ea typeface="Poppins Medium"/>
                <a:cs typeface="Poppins Light" pitchFamily="2" charset="77"/>
                <a:sym typeface="Poppins Medium"/>
              </a:rPr>
              <a:t>Construindo o</a:t>
            </a:r>
            <a:r>
              <a:rPr lang="pt-BR" sz="3500" b="0" i="0" u="none" strike="noStrike" cap="none" dirty="0">
                <a:solidFill>
                  <a:schemeClr val="lt1"/>
                </a:solidFill>
                <a:latin typeface="Poppins Medium"/>
                <a:ea typeface="Poppins Medium"/>
                <a:cs typeface="Poppins Medium"/>
                <a:sym typeface="Poppins Medium"/>
              </a:rPr>
              <a:t> </a:t>
            </a:r>
            <a:r>
              <a:rPr lang="pt-BR" sz="3500" b="1" i="0" u="none" strike="noStrike" cap="none" dirty="0">
                <a:solidFill>
                  <a:schemeClr val="lt1"/>
                </a:solidFill>
                <a:latin typeface="Poppins" pitchFamily="2" charset="77"/>
                <a:ea typeface="Poppins"/>
                <a:cs typeface="Poppins" pitchFamily="2" charset="77"/>
                <a:sym typeface="Poppins"/>
              </a:rPr>
              <a:t>conceito</a:t>
            </a:r>
            <a:endParaRPr sz="3500" b="1" i="0" u="none" strike="noStrike" cap="none" dirty="0">
              <a:solidFill>
                <a:schemeClr val="lt1"/>
              </a:solidFill>
              <a:latin typeface="Poppins" pitchFamily="2" charset="77"/>
              <a:ea typeface="Poppins Light"/>
              <a:cs typeface="Poppins" pitchFamily="2" charset="77"/>
              <a:sym typeface="Poppins Light"/>
            </a:endParaRPr>
          </a:p>
        </p:txBody>
      </p:sp>
    </p:spTree>
    <p:extLst>
      <p:ext uri="{BB962C8B-B14F-4D97-AF65-F5344CB8AC3E}">
        <p14:creationId xmlns:p14="http://schemas.microsoft.com/office/powerpoint/2010/main" val="42712842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Atividade" preserve="1" userDrawn="1">
  <p:cSld name="3_Atividade">
    <p:spTree>
      <p:nvGrpSpPr>
        <p:cNvPr id="1" name="Shape 227"/>
        <p:cNvGrpSpPr/>
        <p:nvPr/>
      </p:nvGrpSpPr>
      <p:grpSpPr>
        <a:xfrm>
          <a:off x="0" y="0"/>
          <a:ext cx="0" cy="0"/>
          <a:chOff x="0" y="0"/>
          <a:chExt cx="0" cy="0"/>
        </a:xfrm>
      </p:grpSpPr>
      <p:sp>
        <p:nvSpPr>
          <p:cNvPr id="2" name="Retângulo 1">
            <a:extLst>
              <a:ext uri="{FF2B5EF4-FFF2-40B4-BE49-F238E27FC236}">
                <a16:creationId xmlns:a16="http://schemas.microsoft.com/office/drawing/2014/main" id="{20D52867-BD12-53CB-FAEF-C79A88197553}"/>
              </a:ext>
            </a:extLst>
          </p:cNvPr>
          <p:cNvSpPr/>
          <p:nvPr userDrawn="1"/>
        </p:nvSpPr>
        <p:spPr>
          <a:xfrm>
            <a:off x="0" y="0"/>
            <a:ext cx="18288000" cy="10287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Tree>
    <p:extLst>
      <p:ext uri="{BB962C8B-B14F-4D97-AF65-F5344CB8AC3E}">
        <p14:creationId xmlns:p14="http://schemas.microsoft.com/office/powerpoint/2010/main" val="29543989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Atividade" preserve="1" userDrawn="1">
  <p:cSld name="3_Atividade">
    <p:spTree>
      <p:nvGrpSpPr>
        <p:cNvPr id="1" name="Shape 227"/>
        <p:cNvGrpSpPr/>
        <p:nvPr/>
      </p:nvGrpSpPr>
      <p:grpSpPr>
        <a:xfrm>
          <a:off x="0" y="0"/>
          <a:ext cx="0" cy="0"/>
          <a:chOff x="0" y="0"/>
          <a:chExt cx="0" cy="0"/>
        </a:xfrm>
      </p:grpSpPr>
      <p:pic>
        <p:nvPicPr>
          <p:cNvPr id="4" name="Google Shape;190;p17">
            <a:extLst>
              <a:ext uri="{FF2B5EF4-FFF2-40B4-BE49-F238E27FC236}">
                <a16:creationId xmlns:a16="http://schemas.microsoft.com/office/drawing/2014/main" id="{A0810382-A324-7F5F-6D72-CCF68117DDE6}"/>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6" y="0"/>
            <a:ext cx="18288000" cy="10286983"/>
          </a:xfrm>
          <a:prstGeom prst="rect">
            <a:avLst/>
          </a:prstGeom>
          <a:noFill/>
          <a:ln>
            <a:noFill/>
          </a:ln>
        </p:spPr>
      </p:pic>
      <p:pic>
        <p:nvPicPr>
          <p:cNvPr id="6" name="Imagem 5">
            <a:extLst>
              <a:ext uri="{FF2B5EF4-FFF2-40B4-BE49-F238E27FC236}">
                <a16:creationId xmlns:a16="http://schemas.microsoft.com/office/drawing/2014/main" id="{17CC75D4-CD78-DCDB-1C47-B6CA5C7EC0C3}"/>
              </a:ext>
            </a:extLst>
          </p:cNvPr>
          <p:cNvPicPr>
            <a:picLocks/>
          </p:cNvPicPr>
          <p:nvPr userDrawn="1"/>
        </p:nvPicPr>
        <p:blipFill>
          <a:blip r:embed="rId3"/>
          <a:stretch>
            <a:fillRect/>
          </a:stretch>
        </p:blipFill>
        <p:spPr>
          <a:xfrm>
            <a:off x="298800" y="691201"/>
            <a:ext cx="3434405" cy="2390404"/>
          </a:xfrm>
          <a:prstGeom prst="rect">
            <a:avLst/>
          </a:prstGeom>
        </p:spPr>
      </p:pic>
      <p:sp>
        <p:nvSpPr>
          <p:cNvPr id="231" name="Google Shape;231;p21"/>
          <p:cNvSpPr txBox="1"/>
          <p:nvPr userDrawn="1"/>
        </p:nvSpPr>
        <p:spPr>
          <a:xfrm>
            <a:off x="1210701" y="1160039"/>
            <a:ext cx="1967095" cy="161582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dirty="0">
                <a:solidFill>
                  <a:srgbClr val="FFFFFF"/>
                </a:solidFill>
                <a:latin typeface="Poppins Light" pitchFamily="2" charset="77"/>
                <a:ea typeface="Poppins Light"/>
                <a:cs typeface="Poppins Light" pitchFamily="2" charset="77"/>
                <a:sym typeface="Poppins Light"/>
              </a:rPr>
              <a:t>Vamos fazer um</a:t>
            </a:r>
          </a:p>
          <a:p>
            <a:pPr marL="0" marR="0" lvl="0" indent="0" algn="l" rtl="0">
              <a:lnSpc>
                <a:spcPct val="100000"/>
              </a:lnSpc>
              <a:spcBef>
                <a:spcPts val="0"/>
              </a:spcBef>
              <a:spcAft>
                <a:spcPts val="0"/>
              </a:spcAft>
              <a:buClr>
                <a:srgbClr val="000000"/>
              </a:buClr>
              <a:buSzPts val="3500"/>
              <a:buFont typeface="Arial"/>
              <a:buNone/>
            </a:pPr>
            <a:r>
              <a:rPr lang="pt-BR" sz="3500" b="1" i="0" u="none" strike="noStrike" cap="none" noProof="0" dirty="0">
                <a:solidFill>
                  <a:srgbClr val="FFFFFF"/>
                </a:solidFill>
                <a:latin typeface="Poppins"/>
                <a:ea typeface="Poppins"/>
                <a:cs typeface="Poppins"/>
                <a:sym typeface="Poppins"/>
              </a:rPr>
              <a:t>quiz</a:t>
            </a:r>
            <a:endParaRPr lang="pt-BR" sz="3500" b="0" i="0" u="none" strike="noStrike" cap="none" noProof="0" dirty="0">
              <a:solidFill>
                <a:srgbClr val="FFFFFF"/>
              </a:solidFill>
              <a:latin typeface="Poppins Light"/>
              <a:ea typeface="Poppins Light"/>
              <a:cs typeface="Poppins Light"/>
              <a:sym typeface="Poppins Light"/>
            </a:endParaRPr>
          </a:p>
        </p:txBody>
      </p:sp>
      <p:sp>
        <p:nvSpPr>
          <p:cNvPr id="2" name="CaixaDeTexto 1">
            <a:extLst>
              <a:ext uri="{FF2B5EF4-FFF2-40B4-BE49-F238E27FC236}">
                <a16:creationId xmlns:a16="http://schemas.microsoft.com/office/drawing/2014/main" id="{78E9625F-D19E-624E-A52E-3E35C3F742DF}"/>
              </a:ext>
            </a:extLst>
          </p:cNvPr>
          <p:cNvSpPr txBox="1"/>
          <p:nvPr userDrawn="1"/>
        </p:nvSpPr>
        <p:spPr>
          <a:xfrm>
            <a:off x="3765176" y="-87854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8" name="Espaço Reservado para Texto 10">
            <a:extLst>
              <a:ext uri="{FF2B5EF4-FFF2-40B4-BE49-F238E27FC236}">
                <a16:creationId xmlns:a16="http://schemas.microsoft.com/office/drawing/2014/main" id="{E3EABF6E-626A-0802-C919-B97335045E73}"/>
              </a:ext>
            </a:extLst>
          </p:cNvPr>
          <p:cNvSpPr>
            <a:spLocks noGrp="1"/>
          </p:cNvSpPr>
          <p:nvPr>
            <p:ph type="body" sz="quarter" idx="10"/>
          </p:nvPr>
        </p:nvSpPr>
        <p:spPr>
          <a:xfrm>
            <a:off x="4539582" y="2093913"/>
            <a:ext cx="10660731" cy="773112"/>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3800" b="1" i="0">
                <a:solidFill>
                  <a:schemeClr val="bg1"/>
                </a:solidFill>
                <a:latin typeface="Poppins" pitchFamily="2" charset="77"/>
                <a:cs typeface="Poppins" pitchFamily="2" charset="77"/>
              </a:defRPr>
            </a:lvl5pPr>
          </a:lstStyle>
          <a:p>
            <a:pPr lvl="4"/>
            <a:endParaRPr lang="pt-BR"/>
          </a:p>
        </p:txBody>
      </p:sp>
      <p:sp>
        <p:nvSpPr>
          <p:cNvPr id="10" name="Espaço Reservado para Texto 10">
            <a:extLst>
              <a:ext uri="{FF2B5EF4-FFF2-40B4-BE49-F238E27FC236}">
                <a16:creationId xmlns:a16="http://schemas.microsoft.com/office/drawing/2014/main" id="{24C57C54-2E58-E7B5-ECF5-2C905E340D3C}"/>
              </a:ext>
            </a:extLst>
          </p:cNvPr>
          <p:cNvSpPr>
            <a:spLocks noGrp="1"/>
          </p:cNvSpPr>
          <p:nvPr>
            <p:ph type="body" sz="quarter" idx="11"/>
          </p:nvPr>
        </p:nvSpPr>
        <p:spPr>
          <a:xfrm>
            <a:off x="4539583" y="3113243"/>
            <a:ext cx="10660730" cy="1098879"/>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2200" b="0" i="0">
                <a:solidFill>
                  <a:schemeClr val="bg1"/>
                </a:solidFill>
                <a:latin typeface="Poppins" pitchFamily="2" charset="77"/>
                <a:cs typeface="Poppins" pitchFamily="2" charset="77"/>
              </a:defRPr>
            </a:lvl5pPr>
          </a:lstStyle>
          <a:p>
            <a:pPr lvl="4"/>
            <a:endParaRPr lang="pt-BR"/>
          </a:p>
        </p:txBody>
      </p:sp>
    </p:spTree>
    <p:extLst>
      <p:ext uri="{BB962C8B-B14F-4D97-AF65-F5344CB8AC3E}">
        <p14:creationId xmlns:p14="http://schemas.microsoft.com/office/powerpoint/2010/main" val="137413011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Atividade" preserve="1" userDrawn="1">
  <p:cSld name="1_Atividade">
    <p:spTree>
      <p:nvGrpSpPr>
        <p:cNvPr id="1" name="Shape 227"/>
        <p:cNvGrpSpPr/>
        <p:nvPr/>
      </p:nvGrpSpPr>
      <p:grpSpPr>
        <a:xfrm>
          <a:off x="0" y="0"/>
          <a:ext cx="0" cy="0"/>
          <a:chOff x="0" y="0"/>
          <a:chExt cx="0" cy="0"/>
        </a:xfrm>
      </p:grpSpPr>
      <p:pic>
        <p:nvPicPr>
          <p:cNvPr id="6" name="Google Shape;190;p17">
            <a:extLst>
              <a:ext uri="{FF2B5EF4-FFF2-40B4-BE49-F238E27FC236}">
                <a16:creationId xmlns:a16="http://schemas.microsoft.com/office/drawing/2014/main" id="{F9357E3A-0A47-5C6A-4624-2811914CCED8}"/>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6" y="0"/>
            <a:ext cx="18288000" cy="10286983"/>
          </a:xfrm>
          <a:prstGeom prst="rect">
            <a:avLst/>
          </a:prstGeom>
          <a:noFill/>
          <a:ln>
            <a:noFill/>
          </a:ln>
        </p:spPr>
      </p:pic>
      <p:pic>
        <p:nvPicPr>
          <p:cNvPr id="8" name="Imagem 7">
            <a:extLst>
              <a:ext uri="{FF2B5EF4-FFF2-40B4-BE49-F238E27FC236}">
                <a16:creationId xmlns:a16="http://schemas.microsoft.com/office/drawing/2014/main" id="{B684D799-C991-B7C2-5D2F-723DF95AAB8D}"/>
              </a:ext>
            </a:extLst>
          </p:cNvPr>
          <p:cNvPicPr>
            <a:picLocks/>
          </p:cNvPicPr>
          <p:nvPr userDrawn="1"/>
        </p:nvPicPr>
        <p:blipFill>
          <a:blip r:embed="rId3"/>
          <a:stretch>
            <a:fillRect/>
          </a:stretch>
        </p:blipFill>
        <p:spPr>
          <a:xfrm>
            <a:off x="298800" y="691201"/>
            <a:ext cx="3434405" cy="2390404"/>
          </a:xfrm>
          <a:prstGeom prst="rect">
            <a:avLst/>
          </a:prstGeom>
        </p:spPr>
      </p:pic>
      <p:sp>
        <p:nvSpPr>
          <p:cNvPr id="2" name="CaixaDeTexto 1">
            <a:extLst>
              <a:ext uri="{FF2B5EF4-FFF2-40B4-BE49-F238E27FC236}">
                <a16:creationId xmlns:a16="http://schemas.microsoft.com/office/drawing/2014/main" id="{78E9625F-D19E-624E-A52E-3E35C3F742DF}"/>
              </a:ext>
            </a:extLst>
          </p:cNvPr>
          <p:cNvSpPr txBox="1"/>
          <p:nvPr userDrawn="1"/>
        </p:nvSpPr>
        <p:spPr>
          <a:xfrm>
            <a:off x="3765176" y="-87854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4" name="Google Shape;231;p21">
            <a:extLst>
              <a:ext uri="{FF2B5EF4-FFF2-40B4-BE49-F238E27FC236}">
                <a16:creationId xmlns:a16="http://schemas.microsoft.com/office/drawing/2014/main" id="{76C6D641-729D-5478-E0FD-4482BC0110EA}"/>
              </a:ext>
            </a:extLst>
          </p:cNvPr>
          <p:cNvSpPr txBox="1"/>
          <p:nvPr userDrawn="1"/>
        </p:nvSpPr>
        <p:spPr>
          <a:xfrm>
            <a:off x="943708" y="1324162"/>
            <a:ext cx="2292704"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dirty="0">
                <a:solidFill>
                  <a:srgbClr val="FFFFFF"/>
                </a:solidFill>
                <a:latin typeface="Poppins Light" pitchFamily="2" charset="77"/>
                <a:ea typeface="Poppins Light"/>
                <a:cs typeface="Poppins Light" pitchFamily="2" charset="77"/>
                <a:sym typeface="Poppins Light"/>
              </a:rPr>
              <a:t>Pause e</a:t>
            </a:r>
          </a:p>
          <a:p>
            <a:pPr marL="0" marR="0" lvl="0" indent="0" algn="l" rtl="0">
              <a:lnSpc>
                <a:spcPct val="100000"/>
              </a:lnSpc>
              <a:spcBef>
                <a:spcPts val="0"/>
              </a:spcBef>
              <a:spcAft>
                <a:spcPts val="0"/>
              </a:spcAft>
              <a:buClr>
                <a:srgbClr val="000000"/>
              </a:buClr>
              <a:buSzPts val="3500"/>
              <a:buFont typeface="Arial"/>
              <a:buNone/>
            </a:pPr>
            <a:r>
              <a:rPr lang="pt-BR" sz="3500" b="1" i="0" u="none" strike="noStrike" cap="none" noProof="0" dirty="0">
                <a:solidFill>
                  <a:srgbClr val="FFFFFF"/>
                </a:solidFill>
                <a:latin typeface="Poppins"/>
                <a:ea typeface="Poppins Light"/>
                <a:cs typeface="Poppins"/>
                <a:sym typeface="Poppins"/>
              </a:rPr>
              <a:t>responda</a:t>
            </a:r>
            <a:endParaRPr lang="pt-BR" sz="3500" b="0" i="0" u="none" strike="noStrike" cap="none" noProof="0" dirty="0">
              <a:solidFill>
                <a:srgbClr val="FFFFFF"/>
              </a:solidFill>
              <a:latin typeface="Poppins Light"/>
              <a:ea typeface="Poppins Light"/>
              <a:cs typeface="Poppins Light"/>
              <a:sym typeface="Poppins Light"/>
            </a:endParaRPr>
          </a:p>
        </p:txBody>
      </p:sp>
      <p:sp>
        <p:nvSpPr>
          <p:cNvPr id="11" name="Espaço Reservado para Texto 10">
            <a:extLst>
              <a:ext uri="{FF2B5EF4-FFF2-40B4-BE49-F238E27FC236}">
                <a16:creationId xmlns:a16="http://schemas.microsoft.com/office/drawing/2014/main" id="{195C8DE1-D92C-0520-6827-BF4E2122A3E1}"/>
              </a:ext>
            </a:extLst>
          </p:cNvPr>
          <p:cNvSpPr>
            <a:spLocks noGrp="1"/>
          </p:cNvSpPr>
          <p:nvPr>
            <p:ph type="body" sz="quarter" idx="10"/>
          </p:nvPr>
        </p:nvSpPr>
        <p:spPr>
          <a:xfrm>
            <a:off x="4539582" y="2093913"/>
            <a:ext cx="10660731" cy="773112"/>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3800" b="1" i="0">
                <a:solidFill>
                  <a:schemeClr val="bg1"/>
                </a:solidFill>
                <a:latin typeface="Poppins" pitchFamily="2" charset="77"/>
                <a:cs typeface="Poppins" pitchFamily="2" charset="77"/>
              </a:defRPr>
            </a:lvl5pPr>
          </a:lstStyle>
          <a:p>
            <a:pPr lvl="4"/>
            <a:endParaRPr lang="pt-BR"/>
          </a:p>
        </p:txBody>
      </p:sp>
      <p:sp>
        <p:nvSpPr>
          <p:cNvPr id="12" name="Espaço Reservado para Texto 10">
            <a:extLst>
              <a:ext uri="{FF2B5EF4-FFF2-40B4-BE49-F238E27FC236}">
                <a16:creationId xmlns:a16="http://schemas.microsoft.com/office/drawing/2014/main" id="{D96DF696-0CE9-222F-9539-CCDCDE3B62F4}"/>
              </a:ext>
            </a:extLst>
          </p:cNvPr>
          <p:cNvSpPr>
            <a:spLocks noGrp="1"/>
          </p:cNvSpPr>
          <p:nvPr>
            <p:ph type="body" sz="quarter" idx="11"/>
          </p:nvPr>
        </p:nvSpPr>
        <p:spPr>
          <a:xfrm>
            <a:off x="4539583" y="3113243"/>
            <a:ext cx="10660730" cy="1098879"/>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2200" b="0" i="0">
                <a:solidFill>
                  <a:schemeClr val="bg1"/>
                </a:solidFill>
                <a:latin typeface="Poppins" pitchFamily="2" charset="77"/>
                <a:cs typeface="Poppins" pitchFamily="2" charset="77"/>
              </a:defRPr>
            </a:lvl5pPr>
          </a:lstStyle>
          <a:p>
            <a:pPr lvl="4"/>
            <a:endParaRPr lang="pt-BR"/>
          </a:p>
        </p:txBody>
      </p:sp>
    </p:spTree>
    <p:extLst>
      <p:ext uri="{BB962C8B-B14F-4D97-AF65-F5344CB8AC3E}">
        <p14:creationId xmlns:p14="http://schemas.microsoft.com/office/powerpoint/2010/main" val="203682920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Layout Personalizado">
    <p:spTree>
      <p:nvGrpSpPr>
        <p:cNvPr id="1" name=""/>
        <p:cNvGrpSpPr/>
        <p:nvPr/>
      </p:nvGrpSpPr>
      <p:grpSpPr>
        <a:xfrm>
          <a:off x="0" y="0"/>
          <a:ext cx="0" cy="0"/>
          <a:chOff x="0" y="0"/>
          <a:chExt cx="0" cy="0"/>
        </a:xfrm>
      </p:grpSpPr>
      <p:pic>
        <p:nvPicPr>
          <p:cNvPr id="5" name="Google Shape;190;p17">
            <a:extLst>
              <a:ext uri="{FF2B5EF4-FFF2-40B4-BE49-F238E27FC236}">
                <a16:creationId xmlns:a16="http://schemas.microsoft.com/office/drawing/2014/main" id="{DF08B642-629D-10BC-758C-D4D28C96BC55}"/>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6" y="0"/>
            <a:ext cx="18288000" cy="10286983"/>
          </a:xfrm>
          <a:prstGeom prst="rect">
            <a:avLst/>
          </a:prstGeom>
          <a:noFill/>
          <a:ln>
            <a:noFill/>
          </a:ln>
        </p:spPr>
      </p:pic>
      <p:pic>
        <p:nvPicPr>
          <p:cNvPr id="12" name="Imagem 11">
            <a:extLst>
              <a:ext uri="{FF2B5EF4-FFF2-40B4-BE49-F238E27FC236}">
                <a16:creationId xmlns:a16="http://schemas.microsoft.com/office/drawing/2014/main" id="{C2A5BE33-F208-3CF8-8A14-42727C8EE72B}"/>
              </a:ext>
            </a:extLst>
          </p:cNvPr>
          <p:cNvPicPr>
            <a:picLocks/>
          </p:cNvPicPr>
          <p:nvPr userDrawn="1"/>
        </p:nvPicPr>
        <p:blipFill>
          <a:blip r:embed="rId3"/>
          <a:stretch>
            <a:fillRect/>
          </a:stretch>
        </p:blipFill>
        <p:spPr>
          <a:xfrm>
            <a:off x="0" y="0"/>
            <a:ext cx="12848420" cy="8071212"/>
          </a:xfrm>
          <a:prstGeom prst="rect">
            <a:avLst/>
          </a:prstGeom>
        </p:spPr>
      </p:pic>
      <p:pic>
        <p:nvPicPr>
          <p:cNvPr id="10" name="Imagem 9">
            <a:extLst>
              <a:ext uri="{FF2B5EF4-FFF2-40B4-BE49-F238E27FC236}">
                <a16:creationId xmlns:a16="http://schemas.microsoft.com/office/drawing/2014/main" id="{F4CDDCBA-FDB4-9ED8-1AFA-4EA50D6735AF}"/>
              </a:ext>
            </a:extLst>
          </p:cNvPr>
          <p:cNvPicPr>
            <a:picLocks/>
          </p:cNvPicPr>
          <p:nvPr userDrawn="1"/>
        </p:nvPicPr>
        <p:blipFill>
          <a:blip r:embed="rId3"/>
          <a:stretch>
            <a:fillRect/>
          </a:stretch>
        </p:blipFill>
        <p:spPr>
          <a:xfrm>
            <a:off x="0" y="0"/>
            <a:ext cx="12848420" cy="8071212"/>
          </a:xfrm>
          <a:prstGeom prst="rect">
            <a:avLst/>
          </a:prstGeom>
        </p:spPr>
      </p:pic>
      <p:sp>
        <p:nvSpPr>
          <p:cNvPr id="6" name="Espaço Reservado para Texto 17">
            <a:extLst>
              <a:ext uri="{FF2B5EF4-FFF2-40B4-BE49-F238E27FC236}">
                <a16:creationId xmlns:a16="http://schemas.microsoft.com/office/drawing/2014/main" id="{99B3C895-9A6A-3A70-111A-A4701F153597}"/>
              </a:ext>
            </a:extLst>
          </p:cNvPr>
          <p:cNvSpPr>
            <a:spLocks noGrp="1"/>
          </p:cNvSpPr>
          <p:nvPr>
            <p:ph type="body" sz="quarter" idx="11" hasCustomPrompt="1"/>
          </p:nvPr>
        </p:nvSpPr>
        <p:spPr>
          <a:xfrm>
            <a:off x="3657194" y="1498708"/>
            <a:ext cx="6254750" cy="4692650"/>
          </a:xfrm>
          <a:prstGeom prst="rect">
            <a:avLst/>
          </a:prstGeom>
        </p:spPr>
        <p:txBody>
          <a:bodyPr/>
          <a:lstStyle>
            <a:lvl1pPr>
              <a:defRPr sz="2400">
                <a:latin typeface="Poppins" panose="00000500000000000000" pitchFamily="2" charset="0"/>
                <a:cs typeface="Poppins" panose="00000500000000000000" pitchFamily="2" charset="0"/>
              </a:defRPr>
            </a:lvl1pPr>
            <a:lvl2pPr>
              <a:defRPr sz="1600"/>
            </a:lvl2pPr>
            <a:lvl3pPr>
              <a:defRPr sz="1600"/>
            </a:lvl3pPr>
            <a:lvl4pPr>
              <a:defRPr sz="1600"/>
            </a:lvl4pPr>
            <a:lvl5pPr>
              <a:defRPr sz="1600"/>
            </a:lvl5pPr>
          </a:lstStyle>
          <a:p>
            <a:pPr lvl="0"/>
            <a:r>
              <a:rPr lang="pt-BR" noProof="0"/>
              <a:t>Escreva a citação nesta área </a:t>
            </a:r>
            <a:r>
              <a:rPr lang="en-US"/>
              <a:t>do layout. Lorem Ipsum has been the industry's standard dummy text ever since the 1500s . Lorem Ipsum has been the industry's standard dummy text ever since the 1500s. Lorem Ipsum has been the industry's standard dummy text ever since the 1500s. Lorem Ipsum has been the industry's standard dummy text ever since the 1500s. Lorem Ipsum has been the industry's standard dummy text ever since the 1500s.”</a:t>
            </a:r>
          </a:p>
        </p:txBody>
      </p:sp>
      <p:sp>
        <p:nvSpPr>
          <p:cNvPr id="7" name="Espaço Reservado para Texto 19">
            <a:extLst>
              <a:ext uri="{FF2B5EF4-FFF2-40B4-BE49-F238E27FC236}">
                <a16:creationId xmlns:a16="http://schemas.microsoft.com/office/drawing/2014/main" id="{015A9257-63A1-16A0-C8E8-D41B83F04B6E}"/>
              </a:ext>
            </a:extLst>
          </p:cNvPr>
          <p:cNvSpPr>
            <a:spLocks noGrp="1"/>
          </p:cNvSpPr>
          <p:nvPr>
            <p:ph type="body" sz="quarter" idx="12" hasCustomPrompt="1"/>
          </p:nvPr>
        </p:nvSpPr>
        <p:spPr>
          <a:xfrm>
            <a:off x="3656551" y="6370106"/>
            <a:ext cx="5018087" cy="606425"/>
          </a:xfrm>
          <a:prstGeom prst="rect">
            <a:avLst/>
          </a:prstGeom>
        </p:spPr>
        <p:txBody>
          <a:bodyPr/>
          <a:lstStyle>
            <a:lvl1pPr>
              <a:defRPr sz="1800">
                <a:latin typeface="Poppins" panose="00000500000000000000" pitchFamily="2" charset="0"/>
                <a:cs typeface="Poppins" panose="00000500000000000000" pitchFamily="2" charset="0"/>
              </a:defRPr>
            </a:lvl1pPr>
          </a:lstStyle>
          <a:p>
            <a:pPr lvl="0"/>
            <a:r>
              <a:rPr lang="pt-BR"/>
              <a:t>Referência completa da citação/autoria</a:t>
            </a:r>
          </a:p>
        </p:txBody>
      </p:sp>
    </p:spTree>
    <p:extLst>
      <p:ext uri="{BB962C8B-B14F-4D97-AF65-F5344CB8AC3E}">
        <p14:creationId xmlns:p14="http://schemas.microsoft.com/office/powerpoint/2010/main" val="302972909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1_Atividade_Resposta" preserve="1" userDrawn="1">
  <p:cSld name="3_Atividade_Resposta">
    <p:spTree>
      <p:nvGrpSpPr>
        <p:cNvPr id="1" name="Shape 235"/>
        <p:cNvGrpSpPr/>
        <p:nvPr/>
      </p:nvGrpSpPr>
      <p:grpSpPr>
        <a:xfrm>
          <a:off x="0" y="0"/>
          <a:ext cx="0" cy="0"/>
          <a:chOff x="0" y="0"/>
          <a:chExt cx="0" cy="0"/>
        </a:xfrm>
      </p:grpSpPr>
    </p:spTree>
    <p:extLst>
      <p:ext uri="{BB962C8B-B14F-4D97-AF65-F5344CB8AC3E}">
        <p14:creationId xmlns:p14="http://schemas.microsoft.com/office/powerpoint/2010/main" val="371326380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2_Atividade_Resposta" preserve="1" userDrawn="1">
  <p:cSld name="3_Atividade_Resposta">
    <p:spTree>
      <p:nvGrpSpPr>
        <p:cNvPr id="1" name="Shape 244"/>
        <p:cNvGrpSpPr/>
        <p:nvPr/>
      </p:nvGrpSpPr>
      <p:grpSpPr>
        <a:xfrm>
          <a:off x="0" y="0"/>
          <a:ext cx="0" cy="0"/>
          <a:chOff x="0" y="0"/>
          <a:chExt cx="0" cy="0"/>
        </a:xfrm>
      </p:grpSpPr>
      <p:pic>
        <p:nvPicPr>
          <p:cNvPr id="2" name="Google Shape;10;p29">
            <a:extLst>
              <a:ext uri="{FF2B5EF4-FFF2-40B4-BE49-F238E27FC236}">
                <a16:creationId xmlns:a16="http://schemas.microsoft.com/office/drawing/2014/main" id="{69B899E0-256B-4ABD-B3CF-5D0279BAB1DB}"/>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17414310" y="169102"/>
            <a:ext cx="648222" cy="304469"/>
          </a:xfrm>
          <a:prstGeom prst="rect">
            <a:avLst/>
          </a:prstGeom>
          <a:noFill/>
          <a:ln>
            <a:noFill/>
          </a:ln>
        </p:spPr>
      </p:pic>
      <p:sp>
        <p:nvSpPr>
          <p:cNvPr id="7" name="Espaço Reservado para Texto 6">
            <a:extLst>
              <a:ext uri="{FF2B5EF4-FFF2-40B4-BE49-F238E27FC236}">
                <a16:creationId xmlns:a16="http://schemas.microsoft.com/office/drawing/2014/main" id="{E128FBB6-9361-0CA4-4757-4C6494BD6187}"/>
              </a:ext>
            </a:extLst>
          </p:cNvPr>
          <p:cNvSpPr>
            <a:spLocks noGrp="1"/>
          </p:cNvSpPr>
          <p:nvPr>
            <p:ph type="body" sz="quarter" idx="10"/>
          </p:nvPr>
        </p:nvSpPr>
        <p:spPr>
          <a:xfrm>
            <a:off x="3950716" y="1987423"/>
            <a:ext cx="7497763" cy="1255713"/>
          </a:xfrm>
          <a:prstGeom prst="rect">
            <a:avLst/>
          </a:prstGeom>
        </p:spPr>
        <p:txBody>
          <a:bodyPr/>
          <a:lstStyle/>
          <a:p>
            <a:pPr lvl="0"/>
            <a:endParaRPr lang="pt-BR"/>
          </a:p>
        </p:txBody>
      </p:sp>
      <p:sp>
        <p:nvSpPr>
          <p:cNvPr id="8" name="Espaço Reservado para Texto 6">
            <a:extLst>
              <a:ext uri="{FF2B5EF4-FFF2-40B4-BE49-F238E27FC236}">
                <a16:creationId xmlns:a16="http://schemas.microsoft.com/office/drawing/2014/main" id="{004B621D-7063-CB00-D5F7-DD7041FE5E25}"/>
              </a:ext>
            </a:extLst>
          </p:cNvPr>
          <p:cNvSpPr>
            <a:spLocks noGrp="1"/>
          </p:cNvSpPr>
          <p:nvPr>
            <p:ph type="body" sz="quarter" idx="11"/>
          </p:nvPr>
        </p:nvSpPr>
        <p:spPr>
          <a:xfrm>
            <a:off x="3950716" y="3511423"/>
            <a:ext cx="7497763" cy="1255713"/>
          </a:xfrm>
          <a:prstGeom prst="rect">
            <a:avLst/>
          </a:prstGeom>
        </p:spPr>
        <p:txBody>
          <a:bodyPr/>
          <a:lstStyle/>
          <a:p>
            <a:pPr lvl="0"/>
            <a:endParaRPr lang="pt-BR"/>
          </a:p>
        </p:txBody>
      </p:sp>
      <p:sp>
        <p:nvSpPr>
          <p:cNvPr id="9" name="Espaço Reservado para Texto 6">
            <a:extLst>
              <a:ext uri="{FF2B5EF4-FFF2-40B4-BE49-F238E27FC236}">
                <a16:creationId xmlns:a16="http://schemas.microsoft.com/office/drawing/2014/main" id="{3ED50221-AC80-3CBF-59A1-8AAD3D8B7C43}"/>
              </a:ext>
            </a:extLst>
          </p:cNvPr>
          <p:cNvSpPr>
            <a:spLocks noGrp="1"/>
          </p:cNvSpPr>
          <p:nvPr>
            <p:ph type="body" sz="quarter" idx="12"/>
          </p:nvPr>
        </p:nvSpPr>
        <p:spPr>
          <a:xfrm>
            <a:off x="3950716" y="5047615"/>
            <a:ext cx="7497763" cy="1255713"/>
          </a:xfrm>
          <a:prstGeom prst="rect">
            <a:avLst/>
          </a:prstGeom>
        </p:spPr>
        <p:txBody>
          <a:bodyPr/>
          <a:lstStyle/>
          <a:p>
            <a:pPr lvl="0"/>
            <a:endParaRPr lang="pt-BR"/>
          </a:p>
        </p:txBody>
      </p:sp>
      <p:sp>
        <p:nvSpPr>
          <p:cNvPr id="10" name="Espaço Reservado para Texto 6">
            <a:extLst>
              <a:ext uri="{FF2B5EF4-FFF2-40B4-BE49-F238E27FC236}">
                <a16:creationId xmlns:a16="http://schemas.microsoft.com/office/drawing/2014/main" id="{5B12E8BA-EADA-382E-01AB-DEE52E919608}"/>
              </a:ext>
            </a:extLst>
          </p:cNvPr>
          <p:cNvSpPr>
            <a:spLocks noGrp="1"/>
          </p:cNvSpPr>
          <p:nvPr>
            <p:ph type="body" sz="quarter" idx="13"/>
          </p:nvPr>
        </p:nvSpPr>
        <p:spPr>
          <a:xfrm>
            <a:off x="3950716" y="6730111"/>
            <a:ext cx="7497763" cy="1255713"/>
          </a:xfrm>
          <a:prstGeom prst="rect">
            <a:avLst/>
          </a:prstGeom>
        </p:spPr>
        <p:txBody>
          <a:bodyPr/>
          <a:lstStyle/>
          <a:p>
            <a:pPr lvl="0"/>
            <a:endParaRPr lang="pt-BR"/>
          </a:p>
        </p:txBody>
      </p:sp>
    </p:spTree>
    <p:extLst>
      <p:ext uri="{BB962C8B-B14F-4D97-AF65-F5344CB8AC3E}">
        <p14:creationId xmlns:p14="http://schemas.microsoft.com/office/powerpoint/2010/main" val="118979788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1_Atividade_embranco" preserve="1" userDrawn="1">
  <p:cSld name="2_Atividade_embranco">
    <p:spTree>
      <p:nvGrpSpPr>
        <p:cNvPr id="1" name="Shape 307"/>
        <p:cNvGrpSpPr/>
        <p:nvPr/>
      </p:nvGrpSpPr>
      <p:grpSpPr>
        <a:xfrm>
          <a:off x="0" y="0"/>
          <a:ext cx="0" cy="0"/>
          <a:chOff x="0" y="0"/>
          <a:chExt cx="0" cy="0"/>
        </a:xfrm>
      </p:grpSpPr>
      <p:sp>
        <p:nvSpPr>
          <p:cNvPr id="3" name="Espaço Reservado para Imagem 2">
            <a:extLst>
              <a:ext uri="{FF2B5EF4-FFF2-40B4-BE49-F238E27FC236}">
                <a16:creationId xmlns:a16="http://schemas.microsoft.com/office/drawing/2014/main" id="{CF0416F6-09BD-9981-848C-F13A11B9AEB6}"/>
              </a:ext>
            </a:extLst>
          </p:cNvPr>
          <p:cNvSpPr>
            <a:spLocks noGrp="1"/>
          </p:cNvSpPr>
          <p:nvPr>
            <p:ph type="pic" sz="quarter" idx="10"/>
          </p:nvPr>
        </p:nvSpPr>
        <p:spPr>
          <a:xfrm>
            <a:off x="0" y="0"/>
            <a:ext cx="18288000" cy="10287000"/>
          </a:xfrm>
          <a:prstGeom prst="rect">
            <a:avLst/>
          </a:prstGeom>
          <a:solidFill>
            <a:schemeClr val="bg1">
              <a:lumMod val="85000"/>
            </a:schemeClr>
          </a:solidFill>
        </p:spPr>
        <p:txBody>
          <a:bodyPr/>
          <a:lstStyle>
            <a:lvl1pPr>
              <a:defRPr sz="1800">
                <a:latin typeface="Poppins" pitchFamily="2" charset="77"/>
                <a:cs typeface="Poppins" pitchFamily="2" charset="77"/>
              </a:defRPr>
            </a:lvl1pPr>
          </a:lstStyle>
          <a:p>
            <a:endParaRPr lang="pt-BR" dirty="0"/>
          </a:p>
        </p:txBody>
      </p:sp>
      <p:sp>
        <p:nvSpPr>
          <p:cNvPr id="4" name="Espaço Reservado para Mídia 3">
            <a:extLst>
              <a:ext uri="{FF2B5EF4-FFF2-40B4-BE49-F238E27FC236}">
                <a16:creationId xmlns:a16="http://schemas.microsoft.com/office/drawing/2014/main" id="{93F045AC-FA97-1D94-5C54-6BC8931024B8}"/>
              </a:ext>
            </a:extLst>
          </p:cNvPr>
          <p:cNvSpPr>
            <a:spLocks noGrp="1"/>
          </p:cNvSpPr>
          <p:nvPr>
            <p:ph type="media" sz="quarter" idx="11"/>
          </p:nvPr>
        </p:nvSpPr>
        <p:spPr>
          <a:xfrm>
            <a:off x="1293813" y="1331913"/>
            <a:ext cx="6138862" cy="5408612"/>
          </a:xfrm>
          <a:prstGeom prst="rect">
            <a:avLst/>
          </a:prstGeom>
        </p:spPr>
        <p:txBody>
          <a:bodyPr/>
          <a:lstStyle/>
          <a:p>
            <a:endParaRPr lang="pt-BR" dirty="0"/>
          </a:p>
        </p:txBody>
      </p:sp>
    </p:spTree>
    <p:extLst>
      <p:ext uri="{BB962C8B-B14F-4D97-AF65-F5344CB8AC3E}">
        <p14:creationId xmlns:p14="http://schemas.microsoft.com/office/powerpoint/2010/main" val="307822615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endParaRPr lang="en-US" dirty="0"/>
          </a:p>
        </p:txBody>
      </p:sp>
      <p:sp>
        <p:nvSpPr>
          <p:cNvPr id="5" name="CaixaDeTexto 4">
            <a:extLst>
              <a:ext uri="{FF2B5EF4-FFF2-40B4-BE49-F238E27FC236}">
                <a16:creationId xmlns:a16="http://schemas.microsoft.com/office/drawing/2014/main" id="{692551E1-A191-4E27-15C4-E0C7232A5F0E}"/>
              </a:ext>
            </a:extLst>
          </p:cNvPr>
          <p:cNvSpPr txBox="1"/>
          <p:nvPr userDrawn="1"/>
        </p:nvSpPr>
        <p:spPr>
          <a:xfrm>
            <a:off x="900113" y="4286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58" name="CaixaDeTexto 57">
            <a:extLst>
              <a:ext uri="{FF2B5EF4-FFF2-40B4-BE49-F238E27FC236}">
                <a16:creationId xmlns:a16="http://schemas.microsoft.com/office/drawing/2014/main" id="{E2E6E040-FD12-5F0A-5A7E-31B82D9E5878}"/>
              </a:ext>
            </a:extLst>
          </p:cNvPr>
          <p:cNvSpPr txBox="1"/>
          <p:nvPr userDrawn="1"/>
        </p:nvSpPr>
        <p:spPr>
          <a:xfrm>
            <a:off x="19457233" y="740514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59" name="CaixaDeTexto 58">
            <a:extLst>
              <a:ext uri="{FF2B5EF4-FFF2-40B4-BE49-F238E27FC236}">
                <a16:creationId xmlns:a16="http://schemas.microsoft.com/office/drawing/2014/main" id="{86AC8CDC-DB5B-8576-7D5B-627A6FF675DE}"/>
              </a:ext>
            </a:extLst>
          </p:cNvPr>
          <p:cNvSpPr txBox="1"/>
          <p:nvPr userDrawn="1"/>
        </p:nvSpPr>
        <p:spPr>
          <a:xfrm>
            <a:off x="19037508" y="583117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
        <p:nvSpPr>
          <p:cNvPr id="62" name="Espaço Reservado para Texto 60">
            <a:extLst>
              <a:ext uri="{FF2B5EF4-FFF2-40B4-BE49-F238E27FC236}">
                <a16:creationId xmlns:a16="http://schemas.microsoft.com/office/drawing/2014/main" id="{89F34A58-1D03-1A84-8D44-35B61CAAC606}"/>
              </a:ext>
            </a:extLst>
          </p:cNvPr>
          <p:cNvSpPr>
            <a:spLocks noGrp="1"/>
          </p:cNvSpPr>
          <p:nvPr>
            <p:ph type="body" sz="quarter" idx="19"/>
          </p:nvPr>
        </p:nvSpPr>
        <p:spPr>
          <a:xfrm>
            <a:off x="1317708" y="7057869"/>
            <a:ext cx="3763957" cy="460190"/>
          </a:xfrm>
          <a:prstGeom prst="rect">
            <a:avLst/>
          </a:prstGeom>
        </p:spPr>
        <p:txBody>
          <a:bodyPr anchor="ctr"/>
          <a:lstStyle>
            <a:lvl1pPr>
              <a:defRPr sz="1700" b="1">
                <a:latin typeface="Poppins" pitchFamily="2" charset="77"/>
                <a:cs typeface="Poppins" pitchFamily="2" charset="77"/>
              </a:defRPr>
            </a:lvl1pPr>
          </a:lstStyle>
          <a:p>
            <a:pPr lvl="0"/>
            <a:endParaRPr lang="pt-BR"/>
          </a:p>
        </p:txBody>
      </p:sp>
      <p:sp>
        <p:nvSpPr>
          <p:cNvPr id="64" name="Espaço Reservado para Texto 60">
            <a:extLst>
              <a:ext uri="{FF2B5EF4-FFF2-40B4-BE49-F238E27FC236}">
                <a16:creationId xmlns:a16="http://schemas.microsoft.com/office/drawing/2014/main" id="{C64C4F39-6E3E-2CBC-C02F-85C4D8E437D4}"/>
              </a:ext>
            </a:extLst>
          </p:cNvPr>
          <p:cNvSpPr>
            <a:spLocks noGrp="1"/>
          </p:cNvSpPr>
          <p:nvPr>
            <p:ph type="body" sz="quarter" idx="20"/>
          </p:nvPr>
        </p:nvSpPr>
        <p:spPr>
          <a:xfrm>
            <a:off x="1317708" y="7792387"/>
            <a:ext cx="3763957" cy="460190"/>
          </a:xfrm>
          <a:prstGeom prst="rect">
            <a:avLst/>
          </a:prstGeom>
        </p:spPr>
        <p:txBody>
          <a:bodyPr anchor="ctr"/>
          <a:lstStyle>
            <a:lvl1pPr>
              <a:defRPr sz="1700" b="1">
                <a:latin typeface="Poppins" pitchFamily="2" charset="77"/>
                <a:cs typeface="Poppins" pitchFamily="2" charset="77"/>
              </a:defRPr>
            </a:lvl1pPr>
          </a:lstStyle>
          <a:p>
            <a:pPr lvl="0"/>
            <a:endParaRPr lang="pt-BR"/>
          </a:p>
        </p:txBody>
      </p:sp>
      <p:sp>
        <p:nvSpPr>
          <p:cNvPr id="44" name="CaixaDeTexto 43">
            <a:extLst>
              <a:ext uri="{FF2B5EF4-FFF2-40B4-BE49-F238E27FC236}">
                <a16:creationId xmlns:a16="http://schemas.microsoft.com/office/drawing/2014/main" id="{DD2F756A-5714-9640-0D25-5AA63BD888B1}"/>
              </a:ext>
            </a:extLst>
          </p:cNvPr>
          <p:cNvSpPr txBox="1"/>
          <p:nvPr userDrawn="1"/>
        </p:nvSpPr>
        <p:spPr>
          <a:xfrm>
            <a:off x="5414682" y="-1559859"/>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pic>
        <p:nvPicPr>
          <p:cNvPr id="22" name="Imagem 21">
            <a:extLst>
              <a:ext uri="{FF2B5EF4-FFF2-40B4-BE49-F238E27FC236}">
                <a16:creationId xmlns:a16="http://schemas.microsoft.com/office/drawing/2014/main" id="{A85C9BF5-5AEC-C717-EBDA-7AD17F3528DF}"/>
              </a:ext>
            </a:extLst>
          </p:cNvPr>
          <p:cNvPicPr>
            <a:picLocks/>
          </p:cNvPicPr>
          <p:nvPr userDrawn="1"/>
        </p:nvPicPr>
        <p:blipFill>
          <a:blip r:embed="rId2"/>
          <a:stretch>
            <a:fillRect/>
          </a:stretch>
        </p:blipFill>
        <p:spPr>
          <a:xfrm>
            <a:off x="396001" y="421201"/>
            <a:ext cx="3434405" cy="2390404"/>
          </a:xfrm>
          <a:prstGeom prst="rect">
            <a:avLst/>
          </a:prstGeom>
        </p:spPr>
      </p:pic>
      <p:sp>
        <p:nvSpPr>
          <p:cNvPr id="45" name="Google Shape;207;p37">
            <a:extLst>
              <a:ext uri="{FF2B5EF4-FFF2-40B4-BE49-F238E27FC236}">
                <a16:creationId xmlns:a16="http://schemas.microsoft.com/office/drawing/2014/main" id="{C8CD85CF-E847-0B14-CC93-032F679F65D1}"/>
              </a:ext>
            </a:extLst>
          </p:cNvPr>
          <p:cNvSpPr txBox="1"/>
          <p:nvPr userDrawn="1"/>
        </p:nvSpPr>
        <p:spPr>
          <a:xfrm>
            <a:off x="851621" y="1158906"/>
            <a:ext cx="2590921"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dirty="0">
                <a:solidFill>
                  <a:srgbClr val="FFFFFF"/>
                </a:solidFill>
                <a:latin typeface="Poppins Light" pitchFamily="2" charset="77"/>
                <a:ea typeface="Poppins Light"/>
                <a:cs typeface="Poppins Light" pitchFamily="2" charset="77"/>
                <a:sym typeface="Poppins Light"/>
              </a:rPr>
              <a:t>Colocando</a:t>
            </a:r>
            <a:br>
              <a:rPr lang="pt-BR" sz="3500" b="0" i="0" u="none" strike="noStrike" cap="none" dirty="0">
                <a:solidFill>
                  <a:srgbClr val="FFFFFF"/>
                </a:solidFill>
                <a:latin typeface="Poppins Light" pitchFamily="2" charset="77"/>
                <a:ea typeface="Poppins Light"/>
                <a:cs typeface="Poppins Light" pitchFamily="2" charset="77"/>
                <a:sym typeface="Poppins Light"/>
              </a:rPr>
            </a:br>
            <a:r>
              <a:rPr lang="pt-BR" sz="3500" b="0" i="0" u="none" strike="noStrike" cap="none" dirty="0">
                <a:solidFill>
                  <a:srgbClr val="FFFFFF"/>
                </a:solidFill>
                <a:latin typeface="Poppins Light" pitchFamily="2" charset="77"/>
                <a:ea typeface="Poppins Light"/>
                <a:cs typeface="Poppins Light" pitchFamily="2" charset="77"/>
                <a:sym typeface="Poppins Light"/>
              </a:rPr>
              <a:t>em </a:t>
            </a:r>
            <a:r>
              <a:rPr lang="pt-BR" sz="3500" b="1" i="0" u="none" strike="noStrike" cap="none" dirty="0">
                <a:solidFill>
                  <a:srgbClr val="FFFFFF"/>
                </a:solidFill>
                <a:latin typeface="Poppins"/>
                <a:ea typeface="Poppins"/>
                <a:cs typeface="Poppins"/>
                <a:sym typeface="Poppins"/>
              </a:rPr>
              <a:t>prática</a:t>
            </a:r>
            <a:endParaRPr sz="3500" b="0" i="0" u="none" strike="noStrike" cap="none" dirty="0">
              <a:solidFill>
                <a:srgbClr val="FFFFFF"/>
              </a:solidFill>
              <a:latin typeface="Poppins Light"/>
              <a:ea typeface="Poppins Light"/>
              <a:cs typeface="Poppins Light"/>
              <a:sym typeface="Poppins Light"/>
            </a:endParaRPr>
          </a:p>
        </p:txBody>
      </p:sp>
      <p:sp>
        <p:nvSpPr>
          <p:cNvPr id="6" name="CaixaDeTexto 5">
            <a:extLst>
              <a:ext uri="{FF2B5EF4-FFF2-40B4-BE49-F238E27FC236}">
                <a16:creationId xmlns:a16="http://schemas.microsoft.com/office/drawing/2014/main" id="{DA5F2E09-8E0A-6D2A-4DDE-494301825C0A}"/>
              </a:ext>
            </a:extLst>
          </p:cNvPr>
          <p:cNvSpPr txBox="1"/>
          <p:nvPr userDrawn="1"/>
        </p:nvSpPr>
        <p:spPr>
          <a:xfrm>
            <a:off x="6802880" y="1694394"/>
            <a:ext cx="820271" cy="726141"/>
          </a:xfrm>
          <a:prstGeom prst="rect">
            <a:avLst/>
          </a:prstGeom>
          <a:noFill/>
          <a:ln>
            <a:noFill/>
          </a:ln>
        </p:spPr>
        <p:txBody>
          <a:bodyPr spcFirstLastPara="1" wrap="square" lIns="91425" tIns="45700" rIns="91425" bIns="45700" rtlCol="0" anchor="ctr" anchorCtr="0">
            <a:normAutofit lnSpcReduction="10000"/>
          </a:bodyPr>
          <a:lstStyle/>
          <a:p>
            <a:pPr algn="ctr"/>
            <a:r>
              <a:rPr lang="pt-BR" sz="4400" b="1" i="0" dirty="0">
                <a:solidFill>
                  <a:srgbClr val="FF161F"/>
                </a:solidFill>
                <a:latin typeface="Poppins" pitchFamily="2" charset="77"/>
                <a:cs typeface="Poppins" pitchFamily="2" charset="77"/>
              </a:rPr>
              <a:t>1</a:t>
            </a:r>
          </a:p>
        </p:txBody>
      </p:sp>
      <p:cxnSp>
        <p:nvCxnSpPr>
          <p:cNvPr id="7" name="Google Shape;164;p37">
            <a:extLst>
              <a:ext uri="{FF2B5EF4-FFF2-40B4-BE49-F238E27FC236}">
                <a16:creationId xmlns:a16="http://schemas.microsoft.com/office/drawing/2014/main" id="{AE09C5A7-C4C7-3633-E631-10825874757F}"/>
              </a:ext>
            </a:extLst>
          </p:cNvPr>
          <p:cNvCxnSpPr>
            <a:cxnSpLocks/>
          </p:cNvCxnSpPr>
          <p:nvPr userDrawn="1"/>
        </p:nvCxnSpPr>
        <p:spPr>
          <a:xfrm>
            <a:off x="6802880" y="2528112"/>
            <a:ext cx="10288332" cy="0"/>
          </a:xfrm>
          <a:prstGeom prst="straightConnector1">
            <a:avLst/>
          </a:prstGeom>
          <a:noFill/>
          <a:ln w="19050" cap="flat" cmpd="sng">
            <a:solidFill>
              <a:schemeClr val="bg1">
                <a:lumMod val="65000"/>
              </a:schemeClr>
            </a:solidFill>
            <a:prstDash val="solid"/>
            <a:round/>
            <a:headEnd type="oval" w="med" len="med"/>
            <a:tailEnd type="oval" w="med" len="med"/>
          </a:ln>
        </p:spPr>
      </p:cxnSp>
      <p:sp>
        <p:nvSpPr>
          <p:cNvPr id="8" name="CaixaDeTexto 7">
            <a:extLst>
              <a:ext uri="{FF2B5EF4-FFF2-40B4-BE49-F238E27FC236}">
                <a16:creationId xmlns:a16="http://schemas.microsoft.com/office/drawing/2014/main" id="{FE8B2D2B-B67A-7A10-B546-F7E759E5AE78}"/>
              </a:ext>
            </a:extLst>
          </p:cNvPr>
          <p:cNvSpPr txBox="1"/>
          <p:nvPr userDrawn="1"/>
        </p:nvSpPr>
        <p:spPr>
          <a:xfrm>
            <a:off x="6802880" y="3892162"/>
            <a:ext cx="820271" cy="726141"/>
          </a:xfrm>
          <a:prstGeom prst="rect">
            <a:avLst/>
          </a:prstGeom>
          <a:noFill/>
          <a:ln>
            <a:noFill/>
          </a:ln>
        </p:spPr>
        <p:txBody>
          <a:bodyPr spcFirstLastPara="1" wrap="square" lIns="91425" tIns="45700" rIns="91425" bIns="45700" rtlCol="0" anchor="ctr" anchorCtr="0">
            <a:normAutofit lnSpcReduction="10000"/>
          </a:bodyPr>
          <a:lstStyle/>
          <a:p>
            <a:pPr algn="ctr"/>
            <a:r>
              <a:rPr lang="pt-BR" sz="4400" b="1" i="0" dirty="0">
                <a:solidFill>
                  <a:srgbClr val="FF161F"/>
                </a:solidFill>
                <a:latin typeface="Poppins" pitchFamily="2" charset="77"/>
                <a:cs typeface="Poppins" pitchFamily="2" charset="77"/>
              </a:rPr>
              <a:t>2</a:t>
            </a:r>
          </a:p>
        </p:txBody>
      </p:sp>
      <p:cxnSp>
        <p:nvCxnSpPr>
          <p:cNvPr id="9" name="Google Shape;164;p37">
            <a:extLst>
              <a:ext uri="{FF2B5EF4-FFF2-40B4-BE49-F238E27FC236}">
                <a16:creationId xmlns:a16="http://schemas.microsoft.com/office/drawing/2014/main" id="{8AB8AC0D-9A4E-DBE1-5676-875911095757}"/>
              </a:ext>
            </a:extLst>
          </p:cNvPr>
          <p:cNvCxnSpPr>
            <a:cxnSpLocks/>
          </p:cNvCxnSpPr>
          <p:nvPr userDrawn="1"/>
        </p:nvCxnSpPr>
        <p:spPr>
          <a:xfrm>
            <a:off x="6802880" y="4725880"/>
            <a:ext cx="10288332" cy="0"/>
          </a:xfrm>
          <a:prstGeom prst="straightConnector1">
            <a:avLst/>
          </a:prstGeom>
          <a:noFill/>
          <a:ln w="19050" cap="flat" cmpd="sng">
            <a:solidFill>
              <a:schemeClr val="bg1">
                <a:lumMod val="65000"/>
              </a:schemeClr>
            </a:solidFill>
            <a:prstDash val="solid"/>
            <a:round/>
            <a:headEnd type="oval" w="med" len="med"/>
            <a:tailEnd type="oval" w="med" len="med"/>
          </a:ln>
        </p:spPr>
      </p:cxnSp>
      <p:sp>
        <p:nvSpPr>
          <p:cNvPr id="10" name="CaixaDeTexto 9">
            <a:extLst>
              <a:ext uri="{FF2B5EF4-FFF2-40B4-BE49-F238E27FC236}">
                <a16:creationId xmlns:a16="http://schemas.microsoft.com/office/drawing/2014/main" id="{5ED10435-0A3C-2A5F-6383-B0823A79FE88}"/>
              </a:ext>
            </a:extLst>
          </p:cNvPr>
          <p:cNvSpPr txBox="1"/>
          <p:nvPr userDrawn="1"/>
        </p:nvSpPr>
        <p:spPr>
          <a:xfrm>
            <a:off x="6802880" y="6089930"/>
            <a:ext cx="820271" cy="726141"/>
          </a:xfrm>
          <a:prstGeom prst="rect">
            <a:avLst/>
          </a:prstGeom>
          <a:noFill/>
          <a:ln>
            <a:noFill/>
          </a:ln>
        </p:spPr>
        <p:txBody>
          <a:bodyPr spcFirstLastPara="1" wrap="square" lIns="91425" tIns="45700" rIns="91425" bIns="45700" rtlCol="0" anchor="ctr" anchorCtr="0">
            <a:normAutofit lnSpcReduction="10000"/>
          </a:bodyPr>
          <a:lstStyle/>
          <a:p>
            <a:pPr algn="ctr"/>
            <a:r>
              <a:rPr lang="pt-BR" sz="4400" b="1" i="0" dirty="0">
                <a:solidFill>
                  <a:srgbClr val="FF161F"/>
                </a:solidFill>
                <a:latin typeface="Poppins" pitchFamily="2" charset="77"/>
                <a:cs typeface="Poppins" pitchFamily="2" charset="77"/>
              </a:rPr>
              <a:t>3</a:t>
            </a:r>
          </a:p>
        </p:txBody>
      </p:sp>
      <p:cxnSp>
        <p:nvCxnSpPr>
          <p:cNvPr id="11" name="Google Shape;164;p37">
            <a:extLst>
              <a:ext uri="{FF2B5EF4-FFF2-40B4-BE49-F238E27FC236}">
                <a16:creationId xmlns:a16="http://schemas.microsoft.com/office/drawing/2014/main" id="{C307C398-EACE-2BA8-6037-73AFF176AE76}"/>
              </a:ext>
            </a:extLst>
          </p:cNvPr>
          <p:cNvCxnSpPr>
            <a:cxnSpLocks/>
          </p:cNvCxnSpPr>
          <p:nvPr userDrawn="1"/>
        </p:nvCxnSpPr>
        <p:spPr>
          <a:xfrm>
            <a:off x="6802880" y="6923648"/>
            <a:ext cx="10288332" cy="0"/>
          </a:xfrm>
          <a:prstGeom prst="straightConnector1">
            <a:avLst/>
          </a:prstGeom>
          <a:noFill/>
          <a:ln w="19050" cap="flat" cmpd="sng">
            <a:solidFill>
              <a:schemeClr val="bg1">
                <a:lumMod val="65000"/>
              </a:schemeClr>
            </a:solidFill>
            <a:prstDash val="solid"/>
            <a:round/>
            <a:headEnd type="oval" w="med" len="med"/>
            <a:tailEnd type="oval" w="med" len="med"/>
          </a:ln>
        </p:spPr>
      </p:cxnSp>
      <p:sp>
        <p:nvSpPr>
          <p:cNvPr id="12" name="CaixaDeTexto 11">
            <a:extLst>
              <a:ext uri="{FF2B5EF4-FFF2-40B4-BE49-F238E27FC236}">
                <a16:creationId xmlns:a16="http://schemas.microsoft.com/office/drawing/2014/main" id="{7B368B3B-CB9A-2B11-2C53-430B67C14E1F}"/>
              </a:ext>
            </a:extLst>
          </p:cNvPr>
          <p:cNvSpPr txBox="1"/>
          <p:nvPr userDrawn="1"/>
        </p:nvSpPr>
        <p:spPr>
          <a:xfrm>
            <a:off x="6802880" y="8287699"/>
            <a:ext cx="820271" cy="726141"/>
          </a:xfrm>
          <a:prstGeom prst="rect">
            <a:avLst/>
          </a:prstGeom>
          <a:noFill/>
          <a:ln>
            <a:noFill/>
          </a:ln>
        </p:spPr>
        <p:txBody>
          <a:bodyPr spcFirstLastPara="1" wrap="square" lIns="91425" tIns="45700" rIns="91425" bIns="45700" rtlCol="0" anchor="ctr" anchorCtr="0">
            <a:normAutofit lnSpcReduction="10000"/>
          </a:bodyPr>
          <a:lstStyle/>
          <a:p>
            <a:pPr algn="ctr"/>
            <a:r>
              <a:rPr lang="pt-BR" sz="4400" b="1" i="0" dirty="0">
                <a:solidFill>
                  <a:srgbClr val="FF161F"/>
                </a:solidFill>
                <a:latin typeface="Poppins" pitchFamily="2" charset="77"/>
                <a:cs typeface="Poppins" pitchFamily="2" charset="77"/>
              </a:rPr>
              <a:t>4</a:t>
            </a:r>
          </a:p>
        </p:txBody>
      </p:sp>
      <p:cxnSp>
        <p:nvCxnSpPr>
          <p:cNvPr id="13" name="Google Shape;164;p37">
            <a:extLst>
              <a:ext uri="{FF2B5EF4-FFF2-40B4-BE49-F238E27FC236}">
                <a16:creationId xmlns:a16="http://schemas.microsoft.com/office/drawing/2014/main" id="{5991BC56-AAA0-E465-9AC1-50D541BE4CC8}"/>
              </a:ext>
            </a:extLst>
          </p:cNvPr>
          <p:cNvCxnSpPr>
            <a:cxnSpLocks/>
          </p:cNvCxnSpPr>
          <p:nvPr userDrawn="1"/>
        </p:nvCxnSpPr>
        <p:spPr>
          <a:xfrm>
            <a:off x="6802880" y="9121417"/>
            <a:ext cx="10288332" cy="0"/>
          </a:xfrm>
          <a:prstGeom prst="straightConnector1">
            <a:avLst/>
          </a:prstGeom>
          <a:noFill/>
          <a:ln w="19050" cap="flat" cmpd="sng">
            <a:solidFill>
              <a:schemeClr val="bg1">
                <a:lumMod val="65000"/>
              </a:schemeClr>
            </a:solidFill>
            <a:prstDash val="solid"/>
            <a:round/>
            <a:headEnd type="oval" w="med" len="med"/>
            <a:tailEnd type="oval" w="med" len="med"/>
          </a:ln>
        </p:spPr>
      </p:cxnSp>
      <p:sp>
        <p:nvSpPr>
          <p:cNvPr id="14" name="Espaço Reservado para Texto 36">
            <a:extLst>
              <a:ext uri="{FF2B5EF4-FFF2-40B4-BE49-F238E27FC236}">
                <a16:creationId xmlns:a16="http://schemas.microsoft.com/office/drawing/2014/main" id="{AEE2E579-CD98-D37C-FE78-141FDCCA16E5}"/>
              </a:ext>
            </a:extLst>
          </p:cNvPr>
          <p:cNvSpPr>
            <a:spLocks noGrp="1"/>
          </p:cNvSpPr>
          <p:nvPr>
            <p:ph type="body" sz="quarter" idx="21"/>
          </p:nvPr>
        </p:nvSpPr>
        <p:spPr>
          <a:xfrm>
            <a:off x="7810500" y="914402"/>
            <a:ext cx="9053513" cy="1386615"/>
          </a:xfrm>
          <a:prstGeom prst="rect">
            <a:avLst/>
          </a:prstGeom>
        </p:spPr>
        <p:txBody>
          <a:bodyPr/>
          <a:lstStyle>
            <a:lvl1pPr>
              <a:defRPr sz="1900">
                <a:latin typeface="Poppins" pitchFamily="2" charset="77"/>
                <a:cs typeface="Poppins" pitchFamily="2" charset="77"/>
              </a:defRPr>
            </a:lvl1pPr>
          </a:lstStyle>
          <a:p>
            <a:pPr lvl="0"/>
            <a:endParaRPr lang="pt-BR"/>
          </a:p>
        </p:txBody>
      </p:sp>
      <p:sp>
        <p:nvSpPr>
          <p:cNvPr id="15" name="Espaço Reservado para Texto 36">
            <a:extLst>
              <a:ext uri="{FF2B5EF4-FFF2-40B4-BE49-F238E27FC236}">
                <a16:creationId xmlns:a16="http://schemas.microsoft.com/office/drawing/2014/main" id="{E8BAC3AD-3484-8D56-B2FE-C840FDB0D3A6}"/>
              </a:ext>
            </a:extLst>
          </p:cNvPr>
          <p:cNvSpPr>
            <a:spLocks noGrp="1"/>
          </p:cNvSpPr>
          <p:nvPr>
            <p:ph type="body" sz="quarter" idx="22"/>
          </p:nvPr>
        </p:nvSpPr>
        <p:spPr>
          <a:xfrm>
            <a:off x="7810500" y="3117956"/>
            <a:ext cx="9053513" cy="1386615"/>
          </a:xfrm>
          <a:prstGeom prst="rect">
            <a:avLst/>
          </a:prstGeom>
        </p:spPr>
        <p:txBody>
          <a:bodyPr/>
          <a:lstStyle>
            <a:lvl1pPr>
              <a:defRPr sz="1900">
                <a:latin typeface="Poppins" pitchFamily="2" charset="77"/>
                <a:cs typeface="Poppins" pitchFamily="2" charset="77"/>
              </a:defRPr>
            </a:lvl1pPr>
          </a:lstStyle>
          <a:p>
            <a:pPr lvl="0"/>
            <a:endParaRPr lang="pt-BR"/>
          </a:p>
        </p:txBody>
      </p:sp>
      <p:sp>
        <p:nvSpPr>
          <p:cNvPr id="16" name="Espaço Reservado para Texto 36">
            <a:extLst>
              <a:ext uri="{FF2B5EF4-FFF2-40B4-BE49-F238E27FC236}">
                <a16:creationId xmlns:a16="http://schemas.microsoft.com/office/drawing/2014/main" id="{A9EA8429-D773-7F56-9FE3-61DD76BBD127}"/>
              </a:ext>
            </a:extLst>
          </p:cNvPr>
          <p:cNvSpPr>
            <a:spLocks noGrp="1"/>
          </p:cNvSpPr>
          <p:nvPr>
            <p:ph type="body" sz="quarter" idx="23"/>
          </p:nvPr>
        </p:nvSpPr>
        <p:spPr>
          <a:xfrm>
            <a:off x="7810500" y="5306520"/>
            <a:ext cx="9053513" cy="1386615"/>
          </a:xfrm>
          <a:prstGeom prst="rect">
            <a:avLst/>
          </a:prstGeom>
        </p:spPr>
        <p:txBody>
          <a:bodyPr/>
          <a:lstStyle>
            <a:lvl1pPr>
              <a:defRPr sz="1900">
                <a:latin typeface="Poppins" pitchFamily="2" charset="77"/>
                <a:cs typeface="Poppins" pitchFamily="2" charset="77"/>
              </a:defRPr>
            </a:lvl1pPr>
          </a:lstStyle>
          <a:p>
            <a:pPr lvl="0"/>
            <a:endParaRPr lang="pt-BR"/>
          </a:p>
        </p:txBody>
      </p:sp>
      <p:sp>
        <p:nvSpPr>
          <p:cNvPr id="17" name="Espaço Reservado para Texto 36">
            <a:extLst>
              <a:ext uri="{FF2B5EF4-FFF2-40B4-BE49-F238E27FC236}">
                <a16:creationId xmlns:a16="http://schemas.microsoft.com/office/drawing/2014/main" id="{57F476AA-8149-FB0D-8284-2AA34057A108}"/>
              </a:ext>
            </a:extLst>
          </p:cNvPr>
          <p:cNvSpPr>
            <a:spLocks noGrp="1"/>
          </p:cNvSpPr>
          <p:nvPr>
            <p:ph type="body" sz="quarter" idx="13"/>
          </p:nvPr>
        </p:nvSpPr>
        <p:spPr>
          <a:xfrm>
            <a:off x="7810500" y="7510074"/>
            <a:ext cx="9053513" cy="1386615"/>
          </a:xfrm>
          <a:prstGeom prst="rect">
            <a:avLst/>
          </a:prstGeom>
        </p:spPr>
        <p:txBody>
          <a:bodyPr/>
          <a:lstStyle>
            <a:lvl1pPr>
              <a:defRPr sz="1900">
                <a:latin typeface="Poppins" pitchFamily="2" charset="77"/>
                <a:cs typeface="Poppins" pitchFamily="2" charset="77"/>
              </a:defRPr>
            </a:lvl1pPr>
          </a:lstStyle>
          <a:p>
            <a:pPr lvl="0"/>
            <a:endParaRPr lang="pt-BR"/>
          </a:p>
        </p:txBody>
      </p:sp>
    </p:spTree>
    <p:extLst>
      <p:ext uri="{BB962C8B-B14F-4D97-AF65-F5344CB8AC3E}">
        <p14:creationId xmlns:p14="http://schemas.microsoft.com/office/powerpoint/2010/main" val="290916394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5_OqueAprendemos" userDrawn="1">
  <p:cSld name="5_OqueAprendemos">
    <p:spTree>
      <p:nvGrpSpPr>
        <p:cNvPr id="1" name="Shape 340"/>
        <p:cNvGrpSpPr/>
        <p:nvPr/>
      </p:nvGrpSpPr>
      <p:grpSpPr>
        <a:xfrm>
          <a:off x="0" y="0"/>
          <a:ext cx="0" cy="0"/>
          <a:chOff x="0" y="0"/>
          <a:chExt cx="0" cy="0"/>
        </a:xfrm>
      </p:grpSpPr>
      <p:pic>
        <p:nvPicPr>
          <p:cNvPr id="3" name="Google Shape;324;p32">
            <a:extLst>
              <a:ext uri="{FF2B5EF4-FFF2-40B4-BE49-F238E27FC236}">
                <a16:creationId xmlns:a16="http://schemas.microsoft.com/office/drawing/2014/main" id="{3CC9B972-2FC2-310D-2E4E-FAC046494CE0}"/>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0"/>
            <a:ext cx="5662874" cy="10286974"/>
          </a:xfrm>
          <a:prstGeom prst="rect">
            <a:avLst/>
          </a:prstGeom>
          <a:noFill/>
          <a:ln>
            <a:noFill/>
          </a:ln>
        </p:spPr>
      </p:pic>
      <p:pic>
        <p:nvPicPr>
          <p:cNvPr id="342" name="Google Shape;342;p32" descr="Pessoas sentadas ao redor de uma mesa&#10;&#10;Descrição gerada automaticamente com confiança média"/>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98746" y="1042736"/>
            <a:ext cx="5734704" cy="5848915"/>
          </a:xfrm>
          <a:prstGeom prst="ellipse">
            <a:avLst/>
          </a:prstGeom>
          <a:noFill/>
          <a:ln>
            <a:noFill/>
          </a:ln>
        </p:spPr>
      </p:pic>
      <p:pic>
        <p:nvPicPr>
          <p:cNvPr id="10" name="Imagem 9">
            <a:extLst>
              <a:ext uri="{FF2B5EF4-FFF2-40B4-BE49-F238E27FC236}">
                <a16:creationId xmlns:a16="http://schemas.microsoft.com/office/drawing/2014/main" id="{0915B386-4E06-C761-F0D6-BC182F1824D6}"/>
              </a:ext>
            </a:extLst>
          </p:cNvPr>
          <p:cNvPicPr>
            <a:picLocks/>
          </p:cNvPicPr>
          <p:nvPr userDrawn="1"/>
        </p:nvPicPr>
        <p:blipFill>
          <a:blip r:embed="rId4"/>
          <a:stretch>
            <a:fillRect/>
          </a:stretch>
        </p:blipFill>
        <p:spPr>
          <a:xfrm>
            <a:off x="2815204" y="5871609"/>
            <a:ext cx="3434405" cy="2390404"/>
          </a:xfrm>
          <a:prstGeom prst="rect">
            <a:avLst/>
          </a:prstGeom>
        </p:spPr>
      </p:pic>
      <p:sp>
        <p:nvSpPr>
          <p:cNvPr id="8" name="Google Shape;353;p32">
            <a:extLst>
              <a:ext uri="{FF2B5EF4-FFF2-40B4-BE49-F238E27FC236}">
                <a16:creationId xmlns:a16="http://schemas.microsoft.com/office/drawing/2014/main" id="{5B0C2897-579F-FE65-592E-938F0D032DAB}"/>
              </a:ext>
            </a:extLst>
          </p:cNvPr>
          <p:cNvSpPr txBox="1"/>
          <p:nvPr userDrawn="1"/>
        </p:nvSpPr>
        <p:spPr>
          <a:xfrm>
            <a:off x="3068680" y="6299311"/>
            <a:ext cx="3002646" cy="161582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dirty="0">
                <a:solidFill>
                  <a:schemeClr val="lt1"/>
                </a:solidFill>
                <a:latin typeface="Poppins Light"/>
                <a:ea typeface="Poppins Light"/>
                <a:cs typeface="Poppins Light"/>
                <a:sym typeface="Poppins Light"/>
              </a:rPr>
              <a:t>O que nós</a:t>
            </a:r>
          </a:p>
          <a:p>
            <a:pPr marL="0" marR="0" lvl="0" indent="0" algn="l" rtl="0">
              <a:lnSpc>
                <a:spcPct val="100000"/>
              </a:lnSpc>
              <a:spcBef>
                <a:spcPts val="0"/>
              </a:spcBef>
              <a:spcAft>
                <a:spcPts val="0"/>
              </a:spcAft>
              <a:buClr>
                <a:srgbClr val="000000"/>
              </a:buClr>
              <a:buSzPts val="3500"/>
              <a:buFont typeface="Arial"/>
              <a:buNone/>
            </a:pPr>
            <a:r>
              <a:rPr lang="pt-BR" sz="3500" b="1" i="0" u="none" strike="noStrike" cap="none" noProof="0" dirty="0">
                <a:solidFill>
                  <a:schemeClr val="lt1"/>
                </a:solidFill>
                <a:latin typeface="Poppins"/>
                <a:ea typeface="Poppins"/>
                <a:cs typeface="Poppins"/>
                <a:sym typeface="Poppins"/>
              </a:rPr>
              <a:t>aprendemos hoje?</a:t>
            </a:r>
            <a:endParaRPr lang="pt-BR" sz="3500" b="0" i="0" u="none" strike="noStrike" cap="none" noProof="0" dirty="0">
              <a:solidFill>
                <a:schemeClr val="lt1"/>
              </a:solidFill>
              <a:latin typeface="Poppins Light"/>
              <a:ea typeface="Poppins Light"/>
              <a:cs typeface="Poppins Light"/>
              <a:sym typeface="Poppins Light"/>
            </a:endParaRPr>
          </a:p>
        </p:txBody>
      </p:sp>
      <p:sp>
        <p:nvSpPr>
          <p:cNvPr id="4" name="Google Shape;689;p48">
            <a:extLst>
              <a:ext uri="{FF2B5EF4-FFF2-40B4-BE49-F238E27FC236}">
                <a16:creationId xmlns:a16="http://schemas.microsoft.com/office/drawing/2014/main" id="{3A19ED95-0334-F47C-AF86-3309C91852AB}"/>
              </a:ext>
            </a:extLst>
          </p:cNvPr>
          <p:cNvSpPr txBox="1">
            <a:spLocks/>
          </p:cNvSpPr>
          <p:nvPr userDrawn="1"/>
        </p:nvSpPr>
        <p:spPr>
          <a:xfrm>
            <a:off x="1377140" y="6988180"/>
            <a:ext cx="1249754" cy="238087"/>
          </a:xfrm>
          <a:prstGeom prst="rect">
            <a:avLst/>
          </a:prstGeom>
          <a:noFill/>
          <a:ln>
            <a:noFill/>
          </a:ln>
        </p:spPr>
        <p:txBody>
          <a:bodyPr spcFirstLastPara="1" wrap="square" lIns="0" tIns="0" rIns="0" bIns="0" anchor="t" anchorCtr="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360"/>
              </a:spcBef>
              <a:buSzPts val="1200"/>
              <a:buFont typeface="Arial" pitchFamily="34" charset="0"/>
              <a:buNone/>
            </a:pPr>
            <a:r>
              <a:rPr lang="pt-BR" sz="1200" dirty="0">
                <a:solidFill>
                  <a:schemeClr val="bg1"/>
                </a:solidFill>
                <a:latin typeface="Poppins Light" panose="00000400000000000000" pitchFamily="2" charset="0"/>
                <a:cs typeface="Poppins Light" panose="00000400000000000000" pitchFamily="2" charset="0"/>
              </a:rPr>
              <a:t>© Getty Images</a:t>
            </a:r>
          </a:p>
        </p:txBody>
      </p:sp>
      <p:sp>
        <p:nvSpPr>
          <p:cNvPr id="2" name="Google Shape;345;p32">
            <a:extLst>
              <a:ext uri="{FF2B5EF4-FFF2-40B4-BE49-F238E27FC236}">
                <a16:creationId xmlns:a16="http://schemas.microsoft.com/office/drawing/2014/main" id="{D958A6C2-8B71-D5A0-1C68-95723A4C4FE5}"/>
              </a:ext>
            </a:extLst>
          </p:cNvPr>
          <p:cNvSpPr txBox="1">
            <a:spLocks noGrp="1"/>
          </p:cNvSpPr>
          <p:nvPr>
            <p:ph type="body" idx="2"/>
          </p:nvPr>
        </p:nvSpPr>
        <p:spPr>
          <a:xfrm>
            <a:off x="7301898" y="2537432"/>
            <a:ext cx="9531863" cy="1903436"/>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520"/>
              </a:spcBef>
              <a:spcAft>
                <a:spcPts val="0"/>
              </a:spcAft>
              <a:buClr>
                <a:schemeClr val="dk1"/>
              </a:buClr>
              <a:buSzPts val="2600"/>
              <a:buFont typeface="Poppins"/>
              <a:buNone/>
              <a:defRPr sz="2600" b="0" i="0" u="none" strike="noStrike" cap="none">
                <a:solidFill>
                  <a:schemeClr val="dk1"/>
                </a:solidFill>
                <a:latin typeface="Poppins" pitchFamily="2" charset="77"/>
                <a:ea typeface="Poppins" pitchFamily="2" charset="77"/>
                <a:cs typeface="Poppins" pitchFamily="2" charset="77"/>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1" name="Google Shape;347;p32">
            <a:extLst>
              <a:ext uri="{FF2B5EF4-FFF2-40B4-BE49-F238E27FC236}">
                <a16:creationId xmlns:a16="http://schemas.microsoft.com/office/drawing/2014/main" id="{D60E57C9-84D4-8D99-0D6C-C59B32F7C630}"/>
              </a:ext>
            </a:extLst>
          </p:cNvPr>
          <p:cNvSpPr txBox="1">
            <a:spLocks noGrp="1"/>
          </p:cNvSpPr>
          <p:nvPr>
            <p:ph type="body" idx="3"/>
          </p:nvPr>
        </p:nvSpPr>
        <p:spPr>
          <a:xfrm>
            <a:off x="7301898" y="4620023"/>
            <a:ext cx="9531863" cy="1903436"/>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520"/>
              </a:spcBef>
              <a:spcAft>
                <a:spcPts val="0"/>
              </a:spcAft>
              <a:buClr>
                <a:schemeClr val="dk1"/>
              </a:buClr>
              <a:buSzPts val="2600"/>
              <a:buFont typeface="Poppins"/>
              <a:buNone/>
              <a:defRPr sz="2600" b="0" i="0" u="none" strike="noStrike" cap="none">
                <a:solidFill>
                  <a:schemeClr val="dk1"/>
                </a:solidFill>
                <a:latin typeface="Poppins" pitchFamily="2" charset="77"/>
                <a:ea typeface="Poppins" pitchFamily="2" charset="77"/>
                <a:cs typeface="Poppins" pitchFamily="2" charset="77"/>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4" name="Google Shape;349;p32">
            <a:extLst>
              <a:ext uri="{FF2B5EF4-FFF2-40B4-BE49-F238E27FC236}">
                <a16:creationId xmlns:a16="http://schemas.microsoft.com/office/drawing/2014/main" id="{142C7AEA-387E-A052-1D08-8A416B8497BB}"/>
              </a:ext>
            </a:extLst>
          </p:cNvPr>
          <p:cNvSpPr txBox="1">
            <a:spLocks noGrp="1"/>
          </p:cNvSpPr>
          <p:nvPr>
            <p:ph type="body" idx="4"/>
          </p:nvPr>
        </p:nvSpPr>
        <p:spPr>
          <a:xfrm>
            <a:off x="7301898" y="6736255"/>
            <a:ext cx="9531863" cy="1903436"/>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520"/>
              </a:spcBef>
              <a:spcAft>
                <a:spcPts val="0"/>
              </a:spcAft>
              <a:buClr>
                <a:schemeClr val="dk1"/>
              </a:buClr>
              <a:buSzPts val="2600"/>
              <a:buFont typeface="Poppins"/>
              <a:buNone/>
              <a:defRPr sz="2600" b="0" i="0" u="none" strike="noStrike" cap="none">
                <a:solidFill>
                  <a:schemeClr val="dk1"/>
                </a:solidFill>
                <a:latin typeface="Poppins" pitchFamily="2" charset="77"/>
                <a:ea typeface="Poppins" pitchFamily="2" charset="77"/>
                <a:cs typeface="Poppins" pitchFamily="2" charset="77"/>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3" name="Google Shape;233;p39">
            <a:extLst>
              <a:ext uri="{FF2B5EF4-FFF2-40B4-BE49-F238E27FC236}">
                <a16:creationId xmlns:a16="http://schemas.microsoft.com/office/drawing/2014/main" id="{23D223AE-6B47-5244-85DA-E25526DF3862}"/>
              </a:ext>
            </a:extLst>
          </p:cNvPr>
          <p:cNvSpPr txBox="1"/>
          <p:nvPr userDrawn="1"/>
        </p:nvSpPr>
        <p:spPr>
          <a:xfrm>
            <a:off x="6904767" y="2606438"/>
            <a:ext cx="331544" cy="883127"/>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4099" b="1" i="0" u="none" strike="noStrike" cap="none" dirty="0">
                <a:solidFill>
                  <a:schemeClr val="tx1"/>
                </a:solidFill>
                <a:latin typeface="Poppins"/>
                <a:ea typeface="Poppins"/>
                <a:cs typeface="Poppins"/>
                <a:sym typeface="Poppins"/>
              </a:rPr>
              <a:t>1</a:t>
            </a:r>
            <a:endParaRPr sz="1400" b="0" i="0" u="none" strike="noStrike" cap="none" dirty="0">
              <a:solidFill>
                <a:schemeClr val="tx1"/>
              </a:solidFill>
              <a:latin typeface="Arial"/>
              <a:ea typeface="Arial"/>
              <a:cs typeface="Arial"/>
              <a:sym typeface="Arial"/>
            </a:endParaRPr>
          </a:p>
        </p:txBody>
      </p:sp>
      <p:sp>
        <p:nvSpPr>
          <p:cNvPr id="16" name="Google Shape;235;p39">
            <a:extLst>
              <a:ext uri="{FF2B5EF4-FFF2-40B4-BE49-F238E27FC236}">
                <a16:creationId xmlns:a16="http://schemas.microsoft.com/office/drawing/2014/main" id="{607A1E13-022D-D9F1-086C-636AF8EAE3BA}"/>
              </a:ext>
            </a:extLst>
          </p:cNvPr>
          <p:cNvSpPr txBox="1"/>
          <p:nvPr userDrawn="1"/>
        </p:nvSpPr>
        <p:spPr>
          <a:xfrm>
            <a:off x="6862237" y="4401353"/>
            <a:ext cx="331544" cy="883127"/>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4099" b="1" i="0" u="none" strike="noStrike" cap="none" dirty="0">
                <a:solidFill>
                  <a:schemeClr val="tx1"/>
                </a:solidFill>
                <a:latin typeface="Poppins"/>
                <a:ea typeface="Poppins"/>
                <a:cs typeface="Poppins"/>
                <a:sym typeface="Poppins"/>
              </a:rPr>
              <a:t>2</a:t>
            </a:r>
            <a:endParaRPr sz="1400" b="0" i="0" u="none" strike="noStrike" cap="none" dirty="0">
              <a:solidFill>
                <a:schemeClr val="tx1"/>
              </a:solidFill>
              <a:latin typeface="Arial"/>
              <a:ea typeface="Arial"/>
              <a:cs typeface="Arial"/>
              <a:sym typeface="Arial"/>
            </a:endParaRPr>
          </a:p>
        </p:txBody>
      </p:sp>
      <p:sp>
        <p:nvSpPr>
          <p:cNvPr id="17" name="Google Shape;237;p39">
            <a:extLst>
              <a:ext uri="{FF2B5EF4-FFF2-40B4-BE49-F238E27FC236}">
                <a16:creationId xmlns:a16="http://schemas.microsoft.com/office/drawing/2014/main" id="{2E8F90B6-2731-530A-A552-FC88DAE9F7F9}"/>
              </a:ext>
            </a:extLst>
          </p:cNvPr>
          <p:cNvSpPr txBox="1"/>
          <p:nvPr userDrawn="1"/>
        </p:nvSpPr>
        <p:spPr>
          <a:xfrm>
            <a:off x="6862237" y="6196268"/>
            <a:ext cx="331544" cy="883127"/>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4099" b="1" i="0" u="none" strike="noStrike" cap="none" dirty="0">
                <a:solidFill>
                  <a:schemeClr val="tx1"/>
                </a:solidFill>
                <a:latin typeface="Poppins"/>
                <a:ea typeface="Poppins"/>
                <a:cs typeface="Poppins"/>
                <a:sym typeface="Poppins"/>
              </a:rPr>
              <a:t>3</a:t>
            </a:r>
            <a:endParaRPr sz="1400" b="0" i="0" u="none" strike="noStrike" cap="none" dirty="0">
              <a:solidFill>
                <a:schemeClr val="tx1"/>
              </a:solidFill>
              <a:latin typeface="Arial"/>
              <a:ea typeface="Arial"/>
              <a:cs typeface="Arial"/>
              <a:sym typeface="Arial"/>
            </a:endParaRPr>
          </a:p>
        </p:txBody>
      </p:sp>
      <p:sp>
        <p:nvSpPr>
          <p:cNvPr id="9" name="CaixaDeTexto 8">
            <a:extLst>
              <a:ext uri="{FF2B5EF4-FFF2-40B4-BE49-F238E27FC236}">
                <a16:creationId xmlns:a16="http://schemas.microsoft.com/office/drawing/2014/main" id="{7EBE2669-C701-CF93-6C9B-1A151924C387}"/>
              </a:ext>
            </a:extLst>
          </p:cNvPr>
          <p:cNvSpPr txBox="1"/>
          <p:nvPr userDrawn="1"/>
        </p:nvSpPr>
        <p:spPr>
          <a:xfrm>
            <a:off x="18454255" y="1357745"/>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Tree>
    <p:extLst>
      <p:ext uri="{BB962C8B-B14F-4D97-AF65-F5344CB8AC3E}">
        <p14:creationId xmlns:p14="http://schemas.microsoft.com/office/powerpoint/2010/main" val="2005588150"/>
      </p:ext>
    </p:extLst>
  </p:cSld>
  <p:clrMapOvr>
    <a:masterClrMapping/>
  </p:clrMapOvr>
  <p:extLst>
    <p:ext uri="{DCECCB84-F9BA-43D5-87BE-67443E8EF086}">
      <p15:sldGuideLst xmlns:p15="http://schemas.microsoft.com/office/powerpoint/2012/main">
        <p15:guide id="1" orient="horz" pos="3240">
          <p15:clr>
            <a:srgbClr val="FBAE40"/>
          </p15:clr>
        </p15:guide>
        <p15:guide id="2" pos="576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5_OqueAprendemos" preserve="1" userDrawn="1">
  <p:cSld name="6_OqueAprendemos">
    <p:spTree>
      <p:nvGrpSpPr>
        <p:cNvPr id="1" name="Shape 340"/>
        <p:cNvGrpSpPr/>
        <p:nvPr/>
      </p:nvGrpSpPr>
      <p:grpSpPr>
        <a:xfrm>
          <a:off x="0" y="0"/>
          <a:ext cx="0" cy="0"/>
          <a:chOff x="0" y="0"/>
          <a:chExt cx="0" cy="0"/>
        </a:xfrm>
      </p:grpSpPr>
      <p:pic>
        <p:nvPicPr>
          <p:cNvPr id="3" name="Google Shape;324;p32">
            <a:extLst>
              <a:ext uri="{FF2B5EF4-FFF2-40B4-BE49-F238E27FC236}">
                <a16:creationId xmlns:a16="http://schemas.microsoft.com/office/drawing/2014/main" id="{E22AC8E9-5E0D-65AB-29C1-402DD6CDF5F3}"/>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0"/>
            <a:ext cx="5662874" cy="10286974"/>
          </a:xfrm>
          <a:prstGeom prst="rect">
            <a:avLst/>
          </a:prstGeom>
          <a:noFill/>
          <a:ln>
            <a:noFill/>
          </a:ln>
        </p:spPr>
      </p:pic>
      <p:pic>
        <p:nvPicPr>
          <p:cNvPr id="342" name="Google Shape;342;p32" descr="Pessoas sentadas ao redor de uma mesa&#10;&#10;Descrição gerada automaticamente com confiança média"/>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98746" y="1042736"/>
            <a:ext cx="5734704" cy="5848915"/>
          </a:xfrm>
          <a:prstGeom prst="ellipse">
            <a:avLst/>
          </a:prstGeom>
          <a:noFill/>
          <a:ln>
            <a:noFill/>
          </a:ln>
        </p:spPr>
      </p:pic>
      <p:pic>
        <p:nvPicPr>
          <p:cNvPr id="9" name="Imagem 8">
            <a:extLst>
              <a:ext uri="{FF2B5EF4-FFF2-40B4-BE49-F238E27FC236}">
                <a16:creationId xmlns:a16="http://schemas.microsoft.com/office/drawing/2014/main" id="{2B8441B1-106F-2176-C054-FF3E51A3823E}"/>
              </a:ext>
            </a:extLst>
          </p:cNvPr>
          <p:cNvPicPr>
            <a:picLocks/>
          </p:cNvPicPr>
          <p:nvPr userDrawn="1"/>
        </p:nvPicPr>
        <p:blipFill>
          <a:blip r:embed="rId4"/>
          <a:stretch>
            <a:fillRect/>
          </a:stretch>
        </p:blipFill>
        <p:spPr>
          <a:xfrm>
            <a:off x="2815204" y="5871609"/>
            <a:ext cx="3434405" cy="2390404"/>
          </a:xfrm>
          <a:prstGeom prst="rect">
            <a:avLst/>
          </a:prstGeom>
        </p:spPr>
      </p:pic>
      <p:sp>
        <p:nvSpPr>
          <p:cNvPr id="8" name="Google Shape;353;p32">
            <a:extLst>
              <a:ext uri="{FF2B5EF4-FFF2-40B4-BE49-F238E27FC236}">
                <a16:creationId xmlns:a16="http://schemas.microsoft.com/office/drawing/2014/main" id="{5B0C2897-579F-FE65-592E-938F0D032DAB}"/>
              </a:ext>
            </a:extLst>
          </p:cNvPr>
          <p:cNvSpPr txBox="1"/>
          <p:nvPr userDrawn="1"/>
        </p:nvSpPr>
        <p:spPr>
          <a:xfrm>
            <a:off x="3068680" y="6299311"/>
            <a:ext cx="3002646" cy="161582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dirty="0">
                <a:solidFill>
                  <a:schemeClr val="lt1"/>
                </a:solidFill>
                <a:latin typeface="Poppins Light"/>
                <a:ea typeface="Poppins Light"/>
                <a:cs typeface="Poppins Light"/>
                <a:sym typeface="Poppins Light"/>
              </a:rPr>
              <a:t>O que nós</a:t>
            </a:r>
          </a:p>
          <a:p>
            <a:pPr marL="0" marR="0" lvl="0" indent="0" algn="l" rtl="0">
              <a:lnSpc>
                <a:spcPct val="100000"/>
              </a:lnSpc>
              <a:spcBef>
                <a:spcPts val="0"/>
              </a:spcBef>
              <a:spcAft>
                <a:spcPts val="0"/>
              </a:spcAft>
              <a:buClr>
                <a:srgbClr val="000000"/>
              </a:buClr>
              <a:buSzPts val="3500"/>
              <a:buFont typeface="Arial"/>
              <a:buNone/>
            </a:pPr>
            <a:r>
              <a:rPr lang="pt-BR" sz="3500" b="1" i="0" u="none" strike="noStrike" cap="none" noProof="0" dirty="0">
                <a:solidFill>
                  <a:schemeClr val="lt1"/>
                </a:solidFill>
                <a:latin typeface="Poppins"/>
                <a:ea typeface="Poppins"/>
                <a:cs typeface="Poppins"/>
                <a:sym typeface="Poppins"/>
              </a:rPr>
              <a:t>aprendemos hoje?</a:t>
            </a:r>
            <a:endParaRPr lang="pt-BR" sz="3500" b="0" i="0" u="none" strike="noStrike" cap="none" noProof="0" dirty="0">
              <a:solidFill>
                <a:schemeClr val="lt1"/>
              </a:solidFill>
              <a:latin typeface="Poppins Light"/>
              <a:ea typeface="Poppins Light"/>
              <a:cs typeface="Poppins Light"/>
              <a:sym typeface="Poppins Light"/>
            </a:endParaRPr>
          </a:p>
        </p:txBody>
      </p:sp>
      <p:sp>
        <p:nvSpPr>
          <p:cNvPr id="4" name="Google Shape;689;p48">
            <a:extLst>
              <a:ext uri="{FF2B5EF4-FFF2-40B4-BE49-F238E27FC236}">
                <a16:creationId xmlns:a16="http://schemas.microsoft.com/office/drawing/2014/main" id="{3A19ED95-0334-F47C-AF86-3309C91852AB}"/>
              </a:ext>
            </a:extLst>
          </p:cNvPr>
          <p:cNvSpPr txBox="1">
            <a:spLocks/>
          </p:cNvSpPr>
          <p:nvPr userDrawn="1"/>
        </p:nvSpPr>
        <p:spPr>
          <a:xfrm>
            <a:off x="1377140" y="6988180"/>
            <a:ext cx="1249754" cy="238087"/>
          </a:xfrm>
          <a:prstGeom prst="rect">
            <a:avLst/>
          </a:prstGeom>
          <a:noFill/>
          <a:ln>
            <a:noFill/>
          </a:ln>
        </p:spPr>
        <p:txBody>
          <a:bodyPr spcFirstLastPara="1" wrap="square" lIns="0" tIns="0" rIns="0" bIns="0" anchor="t" anchorCtr="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360"/>
              </a:spcBef>
              <a:buSzPts val="1200"/>
              <a:buFont typeface="Arial" pitchFamily="34" charset="0"/>
              <a:buNone/>
            </a:pPr>
            <a:r>
              <a:rPr lang="pt-BR" sz="1200" dirty="0">
                <a:solidFill>
                  <a:schemeClr val="bg1"/>
                </a:solidFill>
                <a:latin typeface="Poppins Light" panose="00000400000000000000" pitchFamily="2" charset="0"/>
                <a:cs typeface="Poppins Light" panose="00000400000000000000" pitchFamily="2" charset="0"/>
              </a:rPr>
              <a:t>© Getty Images</a:t>
            </a:r>
          </a:p>
        </p:txBody>
      </p:sp>
      <p:sp>
        <p:nvSpPr>
          <p:cNvPr id="5" name="Espaço Reservado para Imagem 17">
            <a:extLst>
              <a:ext uri="{FF2B5EF4-FFF2-40B4-BE49-F238E27FC236}">
                <a16:creationId xmlns:a16="http://schemas.microsoft.com/office/drawing/2014/main" id="{625C6A0E-E0E0-2CE6-70A6-5C18B519DCF3}"/>
              </a:ext>
            </a:extLst>
          </p:cNvPr>
          <p:cNvSpPr>
            <a:spLocks noGrp="1"/>
          </p:cNvSpPr>
          <p:nvPr>
            <p:ph type="pic" sz="quarter" idx="10"/>
          </p:nvPr>
        </p:nvSpPr>
        <p:spPr>
          <a:xfrm>
            <a:off x="7302500" y="2536825"/>
            <a:ext cx="9531350" cy="6102350"/>
          </a:xfrm>
          <a:prstGeom prst="rect">
            <a:avLst/>
          </a:prstGeom>
          <a:solidFill>
            <a:schemeClr val="bg1">
              <a:lumMod val="85000"/>
            </a:schemeClr>
          </a:solidFill>
        </p:spPr>
        <p:txBody>
          <a:bodyPr/>
          <a:lstStyle>
            <a:lvl1pPr>
              <a:defRPr sz="1800" b="0" i="0">
                <a:latin typeface="Poppins" pitchFamily="2" charset="77"/>
                <a:cs typeface="Poppins" pitchFamily="2" charset="77"/>
              </a:defRPr>
            </a:lvl1pPr>
          </a:lstStyle>
          <a:p>
            <a:endParaRPr lang="pt-BR" dirty="0"/>
          </a:p>
        </p:txBody>
      </p:sp>
      <p:sp>
        <p:nvSpPr>
          <p:cNvPr id="12" name="Google Shape;741;p22">
            <a:extLst>
              <a:ext uri="{FF2B5EF4-FFF2-40B4-BE49-F238E27FC236}">
                <a16:creationId xmlns:a16="http://schemas.microsoft.com/office/drawing/2014/main" id="{4BD119D4-628D-2CB6-077F-AA969FD5DF91}"/>
              </a:ext>
            </a:extLst>
          </p:cNvPr>
          <p:cNvSpPr txBox="1">
            <a:spLocks/>
          </p:cNvSpPr>
          <p:nvPr userDrawn="1"/>
        </p:nvSpPr>
        <p:spPr>
          <a:xfrm>
            <a:off x="7015381" y="1101032"/>
            <a:ext cx="8160900" cy="1077425"/>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spcBef>
                <a:spcPts val="900"/>
              </a:spcBef>
              <a:buClr>
                <a:schemeClr val="dk1"/>
              </a:buClr>
              <a:buSzPts val="4500"/>
              <a:buFont typeface="Poppins"/>
              <a:buNone/>
            </a:pPr>
            <a:r>
              <a:rPr lang="pt-BR" sz="4500" b="1" dirty="0">
                <a:solidFill>
                  <a:srgbClr val="FF0000"/>
                </a:solidFill>
                <a:latin typeface="Poppins"/>
                <a:ea typeface="Poppins"/>
                <a:cs typeface="Poppins"/>
                <a:sym typeface="Poppins"/>
              </a:rPr>
              <a:t>Nuvem de palavras</a:t>
            </a:r>
          </a:p>
        </p:txBody>
      </p:sp>
    </p:spTree>
    <p:extLst>
      <p:ext uri="{BB962C8B-B14F-4D97-AF65-F5344CB8AC3E}">
        <p14:creationId xmlns:p14="http://schemas.microsoft.com/office/powerpoint/2010/main" val="3333225175"/>
      </p:ext>
    </p:extLst>
  </p:cSld>
  <p:clrMapOvr>
    <a:masterClrMapping/>
  </p:clrMapOvr>
  <p:extLst>
    <p:ext uri="{DCECCB84-F9BA-43D5-87BE-67443E8EF086}">
      <p15:sldGuideLst xmlns:p15="http://schemas.microsoft.com/office/powerpoint/2012/main">
        <p15:guide id="1" orient="horz" pos="3240">
          <p15:clr>
            <a:srgbClr val="FBAE40"/>
          </p15:clr>
        </p15:guide>
        <p15:guide id="2" pos="576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3_Atividade_Seminario" userDrawn="1">
  <p:cSld name="4_Atividade_Seminario">
    <p:spTree>
      <p:nvGrpSpPr>
        <p:cNvPr id="1" name="Shape 353"/>
        <p:cNvGrpSpPr/>
        <p:nvPr/>
      </p:nvGrpSpPr>
      <p:grpSpPr>
        <a:xfrm>
          <a:off x="0" y="0"/>
          <a:ext cx="0" cy="0"/>
          <a:chOff x="0" y="0"/>
          <a:chExt cx="0" cy="0"/>
        </a:xfrm>
      </p:grpSpPr>
      <p:pic>
        <p:nvPicPr>
          <p:cNvPr id="5" name="Google Shape;142;p13">
            <a:extLst>
              <a:ext uri="{FF2B5EF4-FFF2-40B4-BE49-F238E27FC236}">
                <a16:creationId xmlns:a16="http://schemas.microsoft.com/office/drawing/2014/main" id="{3A4E29AB-E897-54A0-EF5B-495232186FBD}"/>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8" name="Google Shape;143;p13">
            <a:extLst>
              <a:ext uri="{FF2B5EF4-FFF2-40B4-BE49-F238E27FC236}">
                <a16:creationId xmlns:a16="http://schemas.microsoft.com/office/drawing/2014/main" id="{2F8AB1D9-1F91-C301-CADC-3280526D526F}"/>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4762"/>
            <a:ext cx="18288000" cy="852451"/>
          </a:xfrm>
          <a:prstGeom prst="rect">
            <a:avLst/>
          </a:prstGeom>
          <a:noFill/>
          <a:ln>
            <a:noFill/>
          </a:ln>
        </p:spPr>
      </p:pic>
      <p:sp>
        <p:nvSpPr>
          <p:cNvPr id="397" name="Google Shape;397;p33"/>
          <p:cNvSpPr txBox="1">
            <a:spLocks noGrp="1"/>
          </p:cNvSpPr>
          <p:nvPr>
            <p:ph type="body" idx="5"/>
          </p:nvPr>
        </p:nvSpPr>
        <p:spPr>
          <a:xfrm>
            <a:off x="2175792" y="2781300"/>
            <a:ext cx="12458810" cy="5734366"/>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520"/>
              </a:spcBef>
              <a:spcAft>
                <a:spcPts val="0"/>
              </a:spcAft>
              <a:buClr>
                <a:schemeClr val="dk1"/>
              </a:buClr>
              <a:buSzPts val="2600"/>
              <a:buFont typeface="Poppins"/>
              <a:buNone/>
              <a:defRPr sz="26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0" name="Google Shape;624;p42">
            <a:extLst>
              <a:ext uri="{FF2B5EF4-FFF2-40B4-BE49-F238E27FC236}">
                <a16:creationId xmlns:a16="http://schemas.microsoft.com/office/drawing/2014/main" id="{690D8EE8-5EA4-845E-6984-D0C986969508}"/>
              </a:ext>
            </a:extLst>
          </p:cNvPr>
          <p:cNvSpPr txBox="1"/>
          <p:nvPr userDrawn="1"/>
        </p:nvSpPr>
        <p:spPr>
          <a:xfrm>
            <a:off x="2175792" y="1771334"/>
            <a:ext cx="9518400" cy="69249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4500"/>
              <a:buFont typeface="Arial"/>
              <a:buNone/>
            </a:pPr>
            <a:r>
              <a:rPr lang="pt-BR" sz="4500" b="1" i="0" u="none" strike="noStrike" cap="none" noProof="0" dirty="0">
                <a:solidFill>
                  <a:srgbClr val="FF161F"/>
                </a:solidFill>
                <a:latin typeface="Poppins"/>
                <a:ea typeface="Poppins"/>
                <a:cs typeface="Poppins"/>
                <a:sym typeface="Poppins"/>
              </a:rPr>
              <a:t>Referências</a:t>
            </a:r>
            <a:r>
              <a:rPr lang="en-US" sz="4500" b="1" i="0" u="none" strike="noStrike" cap="none" dirty="0">
                <a:solidFill>
                  <a:srgbClr val="FF161F"/>
                </a:solidFill>
                <a:latin typeface="Poppins"/>
                <a:ea typeface="Poppins"/>
                <a:cs typeface="Poppins"/>
                <a:sym typeface="Poppins"/>
              </a:rPr>
              <a:t> da aula</a:t>
            </a:r>
            <a:endParaRPr sz="1400" b="0" i="0" u="none" strike="noStrike" cap="none" dirty="0">
              <a:solidFill>
                <a:srgbClr val="FF161F"/>
              </a:solidFill>
              <a:latin typeface="Poppins"/>
              <a:ea typeface="Poppins"/>
              <a:cs typeface="Poppins"/>
              <a:sym typeface="Poppins"/>
            </a:endParaRPr>
          </a:p>
        </p:txBody>
      </p:sp>
    </p:spTree>
    <p:extLst>
      <p:ext uri="{BB962C8B-B14F-4D97-AF65-F5344CB8AC3E}">
        <p14:creationId xmlns:p14="http://schemas.microsoft.com/office/powerpoint/2010/main" val="65930966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1_Linha do Tempo1" preserve="1" userDrawn="1">
  <p:cSld name="3_Linha do Tempo1">
    <p:bg>
      <p:bgRef idx="1001">
        <a:schemeClr val="bg1"/>
      </p:bgRef>
    </p:bg>
    <p:spTree>
      <p:nvGrpSpPr>
        <p:cNvPr id="1" name="Shape 159"/>
        <p:cNvGrpSpPr/>
        <p:nvPr/>
      </p:nvGrpSpPr>
      <p:grpSpPr>
        <a:xfrm>
          <a:off x="0" y="0"/>
          <a:ext cx="0" cy="0"/>
          <a:chOff x="0" y="0"/>
          <a:chExt cx="0" cy="0"/>
        </a:xfrm>
      </p:grpSpPr>
      <p:pic>
        <p:nvPicPr>
          <p:cNvPr id="12" name="Google Shape;142;p13">
            <a:extLst>
              <a:ext uri="{FF2B5EF4-FFF2-40B4-BE49-F238E27FC236}">
                <a16:creationId xmlns:a16="http://schemas.microsoft.com/office/drawing/2014/main" id="{78E61B95-FA95-9482-303F-F8E9C7A05096}"/>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13" name="Google Shape;143;p13">
            <a:extLst>
              <a:ext uri="{FF2B5EF4-FFF2-40B4-BE49-F238E27FC236}">
                <a16:creationId xmlns:a16="http://schemas.microsoft.com/office/drawing/2014/main" id="{56ED5AE7-8A4A-D26D-0938-3A483027087E}"/>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14288"/>
            <a:ext cx="18288000" cy="852451"/>
          </a:xfrm>
          <a:prstGeom prst="rect">
            <a:avLst/>
          </a:prstGeom>
          <a:noFill/>
          <a:ln>
            <a:noFill/>
          </a:ln>
        </p:spPr>
      </p:pic>
      <p:cxnSp>
        <p:nvCxnSpPr>
          <p:cNvPr id="166" name="Google Shape;166;p14"/>
          <p:cNvCxnSpPr/>
          <p:nvPr/>
        </p:nvCxnSpPr>
        <p:spPr>
          <a:xfrm>
            <a:off x="1777896" y="5864062"/>
            <a:ext cx="16118958" cy="0"/>
          </a:xfrm>
          <a:prstGeom prst="straightConnector1">
            <a:avLst/>
          </a:prstGeom>
          <a:noFill/>
          <a:ln w="28575" cap="flat" cmpd="sng">
            <a:solidFill>
              <a:schemeClr val="dk1"/>
            </a:solidFill>
            <a:prstDash val="dot"/>
            <a:round/>
            <a:headEnd type="none" w="sm" len="sm"/>
            <a:tailEnd type="none" w="sm" len="sm"/>
          </a:ln>
        </p:spPr>
      </p:cxnSp>
      <p:cxnSp>
        <p:nvCxnSpPr>
          <p:cNvPr id="168" name="Google Shape;168;p14"/>
          <p:cNvCxnSpPr/>
          <p:nvPr/>
        </p:nvCxnSpPr>
        <p:spPr>
          <a:xfrm rot="10800000">
            <a:off x="930533" y="6936983"/>
            <a:ext cx="0" cy="2098562"/>
          </a:xfrm>
          <a:prstGeom prst="straightConnector1">
            <a:avLst/>
          </a:prstGeom>
          <a:noFill/>
          <a:ln w="19050" cap="flat" cmpd="sng">
            <a:solidFill>
              <a:schemeClr val="dk1"/>
            </a:solidFill>
            <a:prstDash val="solid"/>
            <a:round/>
            <a:headEnd type="diamond" w="med" len="med"/>
            <a:tailEnd type="none" w="sm" len="sm"/>
          </a:ln>
        </p:spPr>
      </p:cxnSp>
      <p:cxnSp>
        <p:nvCxnSpPr>
          <p:cNvPr id="169" name="Google Shape;169;p14"/>
          <p:cNvCxnSpPr/>
          <p:nvPr/>
        </p:nvCxnSpPr>
        <p:spPr>
          <a:xfrm rot="10800000">
            <a:off x="7894950" y="6936983"/>
            <a:ext cx="0" cy="2098562"/>
          </a:xfrm>
          <a:prstGeom prst="straightConnector1">
            <a:avLst/>
          </a:prstGeom>
          <a:noFill/>
          <a:ln w="19050" cap="flat" cmpd="sng">
            <a:solidFill>
              <a:schemeClr val="dk1"/>
            </a:solidFill>
            <a:prstDash val="solid"/>
            <a:round/>
            <a:headEnd type="diamond" w="med" len="med"/>
            <a:tailEnd type="none" w="sm" len="sm"/>
          </a:ln>
        </p:spPr>
      </p:cxnSp>
      <p:cxnSp>
        <p:nvCxnSpPr>
          <p:cNvPr id="170" name="Google Shape;170;p14"/>
          <p:cNvCxnSpPr/>
          <p:nvPr/>
        </p:nvCxnSpPr>
        <p:spPr>
          <a:xfrm>
            <a:off x="4438856" y="2388705"/>
            <a:ext cx="0" cy="2249421"/>
          </a:xfrm>
          <a:prstGeom prst="straightConnector1">
            <a:avLst/>
          </a:prstGeom>
          <a:noFill/>
          <a:ln w="19050" cap="flat" cmpd="sng">
            <a:solidFill>
              <a:schemeClr val="dk1"/>
            </a:solidFill>
            <a:prstDash val="solid"/>
            <a:round/>
            <a:headEnd type="diamond" w="med" len="med"/>
            <a:tailEnd type="none" w="sm" len="sm"/>
          </a:ln>
        </p:spPr>
      </p:cxnSp>
      <p:cxnSp>
        <p:nvCxnSpPr>
          <p:cNvPr id="171" name="Google Shape;171;p14"/>
          <p:cNvCxnSpPr/>
          <p:nvPr/>
        </p:nvCxnSpPr>
        <p:spPr>
          <a:xfrm>
            <a:off x="11383791" y="2366559"/>
            <a:ext cx="0" cy="2249421"/>
          </a:xfrm>
          <a:prstGeom prst="straightConnector1">
            <a:avLst/>
          </a:prstGeom>
          <a:noFill/>
          <a:ln w="19050" cap="flat" cmpd="sng">
            <a:solidFill>
              <a:schemeClr val="dk1"/>
            </a:solidFill>
            <a:prstDash val="solid"/>
            <a:round/>
            <a:headEnd type="diamond" w="med" len="med"/>
            <a:tailEnd type="none" w="sm" len="sm"/>
          </a:ln>
        </p:spPr>
      </p:cxnSp>
      <p:sp>
        <p:nvSpPr>
          <p:cNvPr id="172" name="Google Shape;172;p14"/>
          <p:cNvSpPr>
            <a:spLocks noGrp="1"/>
          </p:cNvSpPr>
          <p:nvPr>
            <p:ph type="pic" idx="2"/>
          </p:nvPr>
        </p:nvSpPr>
        <p:spPr>
          <a:xfrm>
            <a:off x="699925" y="4638675"/>
            <a:ext cx="2960521" cy="2516188"/>
          </a:xfrm>
          <a:prstGeom prst="rect">
            <a:avLst/>
          </a:prstGeom>
          <a:solidFill>
            <a:srgbClr val="D8D8D8"/>
          </a:solidFill>
          <a:ln>
            <a:noFill/>
          </a:ln>
        </p:spPr>
      </p:sp>
      <p:sp>
        <p:nvSpPr>
          <p:cNvPr id="173" name="Google Shape;173;p14"/>
          <p:cNvSpPr>
            <a:spLocks noGrp="1"/>
          </p:cNvSpPr>
          <p:nvPr>
            <p:ph type="pic" idx="3"/>
          </p:nvPr>
        </p:nvSpPr>
        <p:spPr>
          <a:xfrm>
            <a:off x="4154709" y="4638675"/>
            <a:ext cx="2960521" cy="2516188"/>
          </a:xfrm>
          <a:prstGeom prst="rect">
            <a:avLst/>
          </a:prstGeom>
          <a:solidFill>
            <a:srgbClr val="D8D8D8"/>
          </a:solidFill>
          <a:ln>
            <a:noFill/>
          </a:ln>
        </p:spPr>
      </p:sp>
      <p:sp>
        <p:nvSpPr>
          <p:cNvPr id="174" name="Google Shape;174;p14"/>
          <p:cNvSpPr>
            <a:spLocks noGrp="1"/>
          </p:cNvSpPr>
          <p:nvPr>
            <p:ph type="pic" idx="4"/>
          </p:nvPr>
        </p:nvSpPr>
        <p:spPr>
          <a:xfrm>
            <a:off x="7609493" y="4638675"/>
            <a:ext cx="2960521" cy="2516188"/>
          </a:xfrm>
          <a:prstGeom prst="rect">
            <a:avLst/>
          </a:prstGeom>
          <a:solidFill>
            <a:srgbClr val="D8D8D8"/>
          </a:solidFill>
          <a:ln>
            <a:noFill/>
          </a:ln>
        </p:spPr>
      </p:sp>
      <p:sp>
        <p:nvSpPr>
          <p:cNvPr id="175" name="Google Shape;175;p14"/>
          <p:cNvSpPr>
            <a:spLocks noGrp="1"/>
          </p:cNvSpPr>
          <p:nvPr>
            <p:ph type="pic" idx="5"/>
          </p:nvPr>
        </p:nvSpPr>
        <p:spPr>
          <a:xfrm>
            <a:off x="11064277" y="4638675"/>
            <a:ext cx="2960521" cy="2516188"/>
          </a:xfrm>
          <a:prstGeom prst="rect">
            <a:avLst/>
          </a:prstGeom>
          <a:solidFill>
            <a:srgbClr val="D8D8D8"/>
          </a:solidFill>
          <a:ln>
            <a:noFill/>
          </a:ln>
        </p:spPr>
      </p:sp>
      <p:pic>
        <p:nvPicPr>
          <p:cNvPr id="11" name="Imagem 10">
            <a:extLst>
              <a:ext uri="{FF2B5EF4-FFF2-40B4-BE49-F238E27FC236}">
                <a16:creationId xmlns:a16="http://schemas.microsoft.com/office/drawing/2014/main" id="{C8E8432A-4D71-C273-63D4-508F085A57AE}"/>
              </a:ext>
            </a:extLst>
          </p:cNvPr>
          <p:cNvPicPr>
            <a:picLocks/>
          </p:cNvPicPr>
          <p:nvPr userDrawn="1"/>
        </p:nvPicPr>
        <p:blipFill>
          <a:blip r:embed="rId4"/>
          <a:stretch>
            <a:fillRect/>
          </a:stretch>
        </p:blipFill>
        <p:spPr>
          <a:xfrm>
            <a:off x="734401" y="691201"/>
            <a:ext cx="3434405" cy="2390404"/>
          </a:xfrm>
          <a:prstGeom prst="rect">
            <a:avLst/>
          </a:prstGeom>
        </p:spPr>
      </p:pic>
      <p:sp>
        <p:nvSpPr>
          <p:cNvPr id="167" name="Google Shape;167;p14"/>
          <p:cNvSpPr txBox="1"/>
          <p:nvPr/>
        </p:nvSpPr>
        <p:spPr>
          <a:xfrm>
            <a:off x="1086896" y="1400003"/>
            <a:ext cx="2240915" cy="46166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000" b="1" i="0" u="none" strike="noStrike" cap="none" dirty="0">
                <a:solidFill>
                  <a:schemeClr val="lt1"/>
                </a:solidFill>
                <a:latin typeface="Poppins"/>
                <a:ea typeface="Poppins"/>
                <a:cs typeface="Poppins"/>
                <a:sym typeface="Poppins"/>
              </a:rPr>
              <a:t>Exposição</a:t>
            </a:r>
            <a:endParaRPr sz="3000" b="0" i="0" u="none" strike="noStrike" cap="none" dirty="0">
              <a:solidFill>
                <a:schemeClr val="lt1"/>
              </a:solidFill>
              <a:latin typeface="Poppins Light"/>
              <a:ea typeface="Poppins Light"/>
              <a:cs typeface="Poppins Light"/>
              <a:sym typeface="Poppins Light"/>
            </a:endParaRPr>
          </a:p>
        </p:txBody>
      </p:sp>
      <p:sp>
        <p:nvSpPr>
          <p:cNvPr id="4" name="Espaço Reservado para Texto 16">
            <a:extLst>
              <a:ext uri="{FF2B5EF4-FFF2-40B4-BE49-F238E27FC236}">
                <a16:creationId xmlns:a16="http://schemas.microsoft.com/office/drawing/2014/main" id="{C618C07E-990C-6244-83E2-82CCEA46A7A7}"/>
              </a:ext>
            </a:extLst>
          </p:cNvPr>
          <p:cNvSpPr>
            <a:spLocks noGrp="1"/>
          </p:cNvSpPr>
          <p:nvPr>
            <p:ph type="body" sz="quarter" idx="10" hasCustomPrompt="1"/>
          </p:nvPr>
        </p:nvSpPr>
        <p:spPr>
          <a:xfrm>
            <a:off x="4507939" y="1437080"/>
            <a:ext cx="12420748" cy="677863"/>
          </a:xfrm>
          <a:prstGeom prst="rect">
            <a:avLst/>
          </a:prstGeom>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3000" b="1" i="0" u="none" strike="noStrike" kern="0" cap="none" spc="0" normalizeH="0" baseline="0" noProof="0">
                <a:ln>
                  <a:noFill/>
                </a:ln>
                <a:solidFill>
                  <a:srgbClr val="FF0000"/>
                </a:solidFill>
                <a:effectLst/>
                <a:uLnTx/>
                <a:uFillTx/>
                <a:latin typeface="Poppins"/>
                <a:ea typeface="Poppins"/>
                <a:cs typeface="Poppins"/>
                <a:sym typeface="Poppins"/>
              </a:rPr>
              <a:t>Exemplo de linha do tempo com foto</a:t>
            </a:r>
          </a:p>
        </p:txBody>
      </p:sp>
      <p:sp>
        <p:nvSpPr>
          <p:cNvPr id="8" name="Google Shape;77;p5">
            <a:extLst>
              <a:ext uri="{FF2B5EF4-FFF2-40B4-BE49-F238E27FC236}">
                <a16:creationId xmlns:a16="http://schemas.microsoft.com/office/drawing/2014/main" id="{CD5A9689-805B-758E-F148-9C6E588745B9}"/>
              </a:ext>
            </a:extLst>
          </p:cNvPr>
          <p:cNvSpPr txBox="1"/>
          <p:nvPr userDrawn="1"/>
        </p:nvSpPr>
        <p:spPr>
          <a:xfrm>
            <a:off x="1076452" y="1299969"/>
            <a:ext cx="2729558"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dirty="0">
                <a:solidFill>
                  <a:schemeClr val="lt1"/>
                </a:solidFill>
                <a:latin typeface="Poppins Light" pitchFamily="2" charset="77"/>
                <a:ea typeface="Poppins"/>
                <a:cs typeface="Poppins Light" pitchFamily="2" charset="77"/>
                <a:sym typeface="Poppins"/>
              </a:rPr>
              <a:t>Construindo o </a:t>
            </a:r>
            <a:r>
              <a:rPr lang="pt-BR" sz="3500" b="1" i="0" u="none" strike="noStrike" cap="none" noProof="0" dirty="0">
                <a:solidFill>
                  <a:schemeClr val="lt1"/>
                </a:solidFill>
                <a:latin typeface="Poppins"/>
                <a:ea typeface="Poppins"/>
                <a:cs typeface="Poppins"/>
                <a:sym typeface="Poppins"/>
              </a:rPr>
              <a:t>conceito</a:t>
            </a:r>
            <a:endParaRPr lang="pt-BR" sz="3500" b="0" i="0" u="none" strike="noStrike" cap="none" noProof="0" dirty="0">
              <a:solidFill>
                <a:schemeClr val="lt1"/>
              </a:solidFill>
              <a:latin typeface="Poppins Light"/>
              <a:ea typeface="Poppins Light"/>
              <a:cs typeface="Poppins Light"/>
              <a:sym typeface="Poppins Light"/>
            </a:endParaRPr>
          </a:p>
        </p:txBody>
      </p:sp>
      <p:sp>
        <p:nvSpPr>
          <p:cNvPr id="3" name="Google Shape;175;p14">
            <a:extLst>
              <a:ext uri="{FF2B5EF4-FFF2-40B4-BE49-F238E27FC236}">
                <a16:creationId xmlns:a16="http://schemas.microsoft.com/office/drawing/2014/main" id="{31BB5FD1-7D85-8BF7-238F-C0DC0EAC62A8}"/>
              </a:ext>
            </a:extLst>
          </p:cNvPr>
          <p:cNvSpPr>
            <a:spLocks noGrp="1"/>
          </p:cNvSpPr>
          <p:nvPr>
            <p:ph type="pic" idx="11"/>
          </p:nvPr>
        </p:nvSpPr>
        <p:spPr>
          <a:xfrm>
            <a:off x="14519061" y="4638675"/>
            <a:ext cx="2960521" cy="2516188"/>
          </a:xfrm>
          <a:prstGeom prst="rect">
            <a:avLst/>
          </a:prstGeom>
          <a:solidFill>
            <a:srgbClr val="D8D8D8"/>
          </a:solidFill>
          <a:ln>
            <a:noFill/>
          </a:ln>
        </p:spPr>
      </p:sp>
      <p:cxnSp>
        <p:nvCxnSpPr>
          <p:cNvPr id="5" name="Google Shape;169;p14">
            <a:extLst>
              <a:ext uri="{FF2B5EF4-FFF2-40B4-BE49-F238E27FC236}">
                <a16:creationId xmlns:a16="http://schemas.microsoft.com/office/drawing/2014/main" id="{2021DE16-A9E6-6366-89AC-3B893A9FD23A}"/>
              </a:ext>
            </a:extLst>
          </p:cNvPr>
          <p:cNvCxnSpPr/>
          <p:nvPr userDrawn="1"/>
        </p:nvCxnSpPr>
        <p:spPr>
          <a:xfrm rot="10800000">
            <a:off x="14803750" y="6936983"/>
            <a:ext cx="0" cy="2098562"/>
          </a:xfrm>
          <a:prstGeom prst="straightConnector1">
            <a:avLst/>
          </a:prstGeom>
          <a:noFill/>
          <a:ln w="19050" cap="flat" cmpd="sng">
            <a:solidFill>
              <a:schemeClr val="dk1"/>
            </a:solidFill>
            <a:prstDash val="solid"/>
            <a:round/>
            <a:headEnd type="diamond" w="med" len="med"/>
            <a:tailEnd type="none" w="sm" len="sm"/>
          </a:ln>
        </p:spPr>
      </p:cxnSp>
    </p:spTree>
    <p:extLst>
      <p:ext uri="{BB962C8B-B14F-4D97-AF65-F5344CB8AC3E}">
        <p14:creationId xmlns:p14="http://schemas.microsoft.com/office/powerpoint/2010/main" val="365745364"/>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1_Linha do Tempo1" preserve="1" userDrawn="1">
  <p:cSld name="3_Linha do Tempo1">
    <p:bg>
      <p:bgRef idx="1001">
        <a:schemeClr val="bg1"/>
      </p:bgRef>
    </p:bg>
    <p:spTree>
      <p:nvGrpSpPr>
        <p:cNvPr id="1" name="Shape 159"/>
        <p:cNvGrpSpPr/>
        <p:nvPr/>
      </p:nvGrpSpPr>
      <p:grpSpPr>
        <a:xfrm>
          <a:off x="0" y="0"/>
          <a:ext cx="0" cy="0"/>
          <a:chOff x="0" y="0"/>
          <a:chExt cx="0" cy="0"/>
        </a:xfrm>
      </p:grpSpPr>
      <p:pic>
        <p:nvPicPr>
          <p:cNvPr id="4" name="Google Shape;142;p13">
            <a:extLst>
              <a:ext uri="{FF2B5EF4-FFF2-40B4-BE49-F238E27FC236}">
                <a16:creationId xmlns:a16="http://schemas.microsoft.com/office/drawing/2014/main" id="{55594D94-EA93-240A-5848-0F4C472AAAF1}"/>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16" name="Google Shape;143;p13">
            <a:extLst>
              <a:ext uri="{FF2B5EF4-FFF2-40B4-BE49-F238E27FC236}">
                <a16:creationId xmlns:a16="http://schemas.microsoft.com/office/drawing/2014/main" id="{503005C4-694D-DCF7-F54E-77C762AA3BA2}"/>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14288"/>
            <a:ext cx="18288000" cy="852451"/>
          </a:xfrm>
          <a:prstGeom prst="rect">
            <a:avLst/>
          </a:prstGeom>
          <a:noFill/>
          <a:ln>
            <a:noFill/>
          </a:ln>
        </p:spPr>
      </p:pic>
      <p:sp>
        <p:nvSpPr>
          <p:cNvPr id="172" name="Google Shape;172;p14"/>
          <p:cNvSpPr>
            <a:spLocks noGrp="1"/>
          </p:cNvSpPr>
          <p:nvPr>
            <p:ph type="pic" idx="2"/>
          </p:nvPr>
        </p:nvSpPr>
        <p:spPr>
          <a:xfrm>
            <a:off x="4691715" y="1626877"/>
            <a:ext cx="3722376" cy="2617180"/>
          </a:xfrm>
          <a:prstGeom prst="rect">
            <a:avLst/>
          </a:prstGeom>
          <a:solidFill>
            <a:srgbClr val="D8D8D8"/>
          </a:solidFill>
          <a:ln>
            <a:noFill/>
          </a:ln>
        </p:spPr>
      </p:sp>
      <p:sp>
        <p:nvSpPr>
          <p:cNvPr id="173" name="Google Shape;173;p14"/>
          <p:cNvSpPr>
            <a:spLocks noGrp="1"/>
          </p:cNvSpPr>
          <p:nvPr>
            <p:ph type="pic" idx="3"/>
          </p:nvPr>
        </p:nvSpPr>
        <p:spPr>
          <a:xfrm>
            <a:off x="4691715" y="5755897"/>
            <a:ext cx="3722376" cy="2617180"/>
          </a:xfrm>
          <a:prstGeom prst="rect">
            <a:avLst/>
          </a:prstGeom>
          <a:solidFill>
            <a:srgbClr val="D8D8D8"/>
          </a:solidFill>
          <a:ln>
            <a:noFill/>
          </a:ln>
        </p:spPr>
      </p:sp>
      <p:sp>
        <p:nvSpPr>
          <p:cNvPr id="174" name="Google Shape;174;p14"/>
          <p:cNvSpPr>
            <a:spLocks noGrp="1"/>
          </p:cNvSpPr>
          <p:nvPr>
            <p:ph type="pic" idx="4"/>
          </p:nvPr>
        </p:nvSpPr>
        <p:spPr>
          <a:xfrm>
            <a:off x="13139294" y="5755897"/>
            <a:ext cx="3722376" cy="2617180"/>
          </a:xfrm>
          <a:prstGeom prst="rect">
            <a:avLst/>
          </a:prstGeom>
          <a:solidFill>
            <a:srgbClr val="D8D8D8"/>
          </a:solidFill>
          <a:ln>
            <a:noFill/>
          </a:ln>
        </p:spPr>
      </p:sp>
      <p:sp>
        <p:nvSpPr>
          <p:cNvPr id="175" name="Google Shape;175;p14"/>
          <p:cNvSpPr>
            <a:spLocks noGrp="1"/>
          </p:cNvSpPr>
          <p:nvPr>
            <p:ph type="pic" idx="5"/>
          </p:nvPr>
        </p:nvSpPr>
        <p:spPr>
          <a:xfrm>
            <a:off x="13139293" y="1626877"/>
            <a:ext cx="3722376" cy="2617180"/>
          </a:xfrm>
          <a:prstGeom prst="rect">
            <a:avLst/>
          </a:prstGeom>
          <a:solidFill>
            <a:srgbClr val="D8D8D8"/>
          </a:solidFill>
          <a:ln>
            <a:noFill/>
          </a:ln>
        </p:spPr>
      </p:sp>
      <p:pic>
        <p:nvPicPr>
          <p:cNvPr id="11" name="Imagem 10">
            <a:extLst>
              <a:ext uri="{FF2B5EF4-FFF2-40B4-BE49-F238E27FC236}">
                <a16:creationId xmlns:a16="http://schemas.microsoft.com/office/drawing/2014/main" id="{70BB4281-A737-0F46-E7E7-AE020CB83C55}"/>
              </a:ext>
            </a:extLst>
          </p:cNvPr>
          <p:cNvPicPr>
            <a:picLocks/>
          </p:cNvPicPr>
          <p:nvPr userDrawn="1"/>
        </p:nvPicPr>
        <p:blipFill>
          <a:blip r:embed="rId4"/>
          <a:stretch>
            <a:fillRect/>
          </a:stretch>
        </p:blipFill>
        <p:spPr>
          <a:xfrm>
            <a:off x="734401" y="691201"/>
            <a:ext cx="3434405" cy="2390404"/>
          </a:xfrm>
          <a:prstGeom prst="rect">
            <a:avLst/>
          </a:prstGeom>
        </p:spPr>
      </p:pic>
      <p:sp>
        <p:nvSpPr>
          <p:cNvPr id="167" name="Google Shape;167;p14"/>
          <p:cNvSpPr txBox="1"/>
          <p:nvPr/>
        </p:nvSpPr>
        <p:spPr>
          <a:xfrm>
            <a:off x="1086896" y="1400003"/>
            <a:ext cx="2240915" cy="46166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000" b="1" i="0" u="none" strike="noStrike" cap="none" dirty="0">
                <a:solidFill>
                  <a:schemeClr val="lt1"/>
                </a:solidFill>
                <a:latin typeface="Poppins"/>
                <a:ea typeface="Poppins"/>
                <a:cs typeface="Poppins"/>
                <a:sym typeface="Poppins"/>
              </a:rPr>
              <a:t>Exposição</a:t>
            </a:r>
            <a:endParaRPr sz="3000" b="0" i="0" u="none" strike="noStrike" cap="none" dirty="0">
              <a:solidFill>
                <a:schemeClr val="lt1"/>
              </a:solidFill>
              <a:latin typeface="Poppins Light"/>
              <a:ea typeface="Poppins Light"/>
              <a:cs typeface="Poppins Light"/>
              <a:sym typeface="Poppins Light"/>
            </a:endParaRPr>
          </a:p>
        </p:txBody>
      </p:sp>
      <p:sp>
        <p:nvSpPr>
          <p:cNvPr id="8" name="Google Shape;77;p5">
            <a:extLst>
              <a:ext uri="{FF2B5EF4-FFF2-40B4-BE49-F238E27FC236}">
                <a16:creationId xmlns:a16="http://schemas.microsoft.com/office/drawing/2014/main" id="{CD5A9689-805B-758E-F148-9C6E588745B9}"/>
              </a:ext>
            </a:extLst>
          </p:cNvPr>
          <p:cNvSpPr txBox="1"/>
          <p:nvPr userDrawn="1"/>
        </p:nvSpPr>
        <p:spPr>
          <a:xfrm>
            <a:off x="1076452" y="1299969"/>
            <a:ext cx="2729558"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dirty="0">
                <a:solidFill>
                  <a:schemeClr val="lt1"/>
                </a:solidFill>
                <a:latin typeface="Poppins Light" pitchFamily="2" charset="77"/>
                <a:ea typeface="Poppins"/>
                <a:cs typeface="Poppins Light" pitchFamily="2" charset="77"/>
                <a:sym typeface="Poppins"/>
              </a:rPr>
              <a:t>Construindo o </a:t>
            </a:r>
            <a:r>
              <a:rPr lang="pt-BR" sz="3500" b="1" i="0" u="none" strike="noStrike" cap="none" noProof="0" dirty="0">
                <a:solidFill>
                  <a:schemeClr val="lt1"/>
                </a:solidFill>
                <a:latin typeface="Poppins"/>
                <a:ea typeface="Poppins"/>
                <a:cs typeface="Poppins"/>
                <a:sym typeface="Poppins"/>
              </a:rPr>
              <a:t>conceito</a:t>
            </a:r>
            <a:endParaRPr lang="pt-BR" sz="3500" b="0" i="0" u="none" strike="noStrike" cap="none" noProof="0" dirty="0">
              <a:solidFill>
                <a:schemeClr val="lt1"/>
              </a:solidFill>
              <a:latin typeface="Poppins Light"/>
              <a:ea typeface="Poppins Light"/>
              <a:cs typeface="Poppins Light"/>
              <a:sym typeface="Poppins Light"/>
            </a:endParaRPr>
          </a:p>
        </p:txBody>
      </p:sp>
      <p:sp>
        <p:nvSpPr>
          <p:cNvPr id="3" name="Google Shape;175;p14">
            <a:extLst>
              <a:ext uri="{FF2B5EF4-FFF2-40B4-BE49-F238E27FC236}">
                <a16:creationId xmlns:a16="http://schemas.microsoft.com/office/drawing/2014/main" id="{56C71D41-77D9-DF79-58BE-9365F966EF69}"/>
              </a:ext>
            </a:extLst>
          </p:cNvPr>
          <p:cNvSpPr>
            <a:spLocks noGrp="1"/>
          </p:cNvSpPr>
          <p:nvPr>
            <p:ph type="pic" idx="10"/>
          </p:nvPr>
        </p:nvSpPr>
        <p:spPr>
          <a:xfrm>
            <a:off x="8915504" y="3954441"/>
            <a:ext cx="3722376" cy="2617180"/>
          </a:xfrm>
          <a:prstGeom prst="rect">
            <a:avLst/>
          </a:prstGeom>
          <a:solidFill>
            <a:srgbClr val="D8D8D8"/>
          </a:solidFill>
          <a:ln>
            <a:noFill/>
          </a:ln>
        </p:spPr>
      </p:sp>
      <p:sp>
        <p:nvSpPr>
          <p:cNvPr id="5" name="Google Shape;461;p35">
            <a:extLst>
              <a:ext uri="{FF2B5EF4-FFF2-40B4-BE49-F238E27FC236}">
                <a16:creationId xmlns:a16="http://schemas.microsoft.com/office/drawing/2014/main" id="{33D0D6C5-8715-0F40-FA0E-D48893B501E0}"/>
              </a:ext>
            </a:extLst>
          </p:cNvPr>
          <p:cNvSpPr txBox="1">
            <a:spLocks noGrp="1"/>
          </p:cNvSpPr>
          <p:nvPr>
            <p:ph type="body" idx="1"/>
          </p:nvPr>
        </p:nvSpPr>
        <p:spPr>
          <a:xfrm>
            <a:off x="4691715" y="4362412"/>
            <a:ext cx="3722375" cy="395855"/>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chemeClr val="dk1"/>
              </a:buClr>
              <a:buSzPts val="1900"/>
              <a:buFont typeface="Poppins"/>
              <a:buNone/>
              <a:defRPr sz="14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2" name="Google Shape;461;p35">
            <a:extLst>
              <a:ext uri="{FF2B5EF4-FFF2-40B4-BE49-F238E27FC236}">
                <a16:creationId xmlns:a16="http://schemas.microsoft.com/office/drawing/2014/main" id="{942739D9-B2BA-79B7-5ED1-B62B55D3F5ED}"/>
              </a:ext>
            </a:extLst>
          </p:cNvPr>
          <p:cNvSpPr txBox="1">
            <a:spLocks noGrp="1"/>
          </p:cNvSpPr>
          <p:nvPr>
            <p:ph type="body" idx="11"/>
          </p:nvPr>
        </p:nvSpPr>
        <p:spPr>
          <a:xfrm>
            <a:off x="4691715" y="8485442"/>
            <a:ext cx="3722375" cy="395855"/>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chemeClr val="dk1"/>
              </a:buClr>
              <a:buSzPts val="1900"/>
              <a:buFont typeface="Poppins"/>
              <a:buNone/>
              <a:defRPr sz="14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3" name="Google Shape;461;p35">
            <a:extLst>
              <a:ext uri="{FF2B5EF4-FFF2-40B4-BE49-F238E27FC236}">
                <a16:creationId xmlns:a16="http://schemas.microsoft.com/office/drawing/2014/main" id="{EE04D1B5-9360-A915-C219-497C2ACFCD81}"/>
              </a:ext>
            </a:extLst>
          </p:cNvPr>
          <p:cNvSpPr txBox="1">
            <a:spLocks noGrp="1"/>
          </p:cNvSpPr>
          <p:nvPr>
            <p:ph type="body" idx="12"/>
          </p:nvPr>
        </p:nvSpPr>
        <p:spPr>
          <a:xfrm>
            <a:off x="13141449" y="4362412"/>
            <a:ext cx="3722375" cy="395855"/>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chemeClr val="dk1"/>
              </a:buClr>
              <a:buSzPts val="1900"/>
              <a:buFont typeface="Poppins"/>
              <a:buNone/>
              <a:defRPr sz="14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4" name="Google Shape;461;p35">
            <a:extLst>
              <a:ext uri="{FF2B5EF4-FFF2-40B4-BE49-F238E27FC236}">
                <a16:creationId xmlns:a16="http://schemas.microsoft.com/office/drawing/2014/main" id="{7394943A-CEBB-AB48-ECBE-BBC2776C35A1}"/>
              </a:ext>
            </a:extLst>
          </p:cNvPr>
          <p:cNvSpPr txBox="1">
            <a:spLocks noGrp="1"/>
          </p:cNvSpPr>
          <p:nvPr>
            <p:ph type="body" idx="13"/>
          </p:nvPr>
        </p:nvSpPr>
        <p:spPr>
          <a:xfrm>
            <a:off x="13141449" y="8485442"/>
            <a:ext cx="3722375" cy="395855"/>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chemeClr val="dk1"/>
              </a:buClr>
              <a:buSzPts val="1900"/>
              <a:buFont typeface="Poppins"/>
              <a:buNone/>
              <a:defRPr sz="14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5" name="Google Shape;461;p35">
            <a:extLst>
              <a:ext uri="{FF2B5EF4-FFF2-40B4-BE49-F238E27FC236}">
                <a16:creationId xmlns:a16="http://schemas.microsoft.com/office/drawing/2014/main" id="{114A61D5-AD8F-FCAE-D28D-A4A6D7992919}"/>
              </a:ext>
            </a:extLst>
          </p:cNvPr>
          <p:cNvSpPr txBox="1">
            <a:spLocks noGrp="1"/>
          </p:cNvSpPr>
          <p:nvPr>
            <p:ph type="body" idx="14"/>
          </p:nvPr>
        </p:nvSpPr>
        <p:spPr>
          <a:xfrm>
            <a:off x="8925049" y="6665345"/>
            <a:ext cx="3722375" cy="395855"/>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chemeClr val="dk1"/>
              </a:buClr>
              <a:buSzPts val="1900"/>
              <a:buFont typeface="Poppins"/>
              <a:buNone/>
              <a:defRPr sz="14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Tree>
    <p:extLst>
      <p:ext uri="{BB962C8B-B14F-4D97-AF65-F5344CB8AC3E}">
        <p14:creationId xmlns:p14="http://schemas.microsoft.com/office/powerpoint/2010/main" val="912060252"/>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4. Exposição" preserve="1" userDrawn="1">
  <p:cSld name="2_4. Exposição">
    <p:spTree>
      <p:nvGrpSpPr>
        <p:cNvPr id="1" name="Shape 125"/>
        <p:cNvGrpSpPr/>
        <p:nvPr/>
      </p:nvGrpSpPr>
      <p:grpSpPr>
        <a:xfrm>
          <a:off x="0" y="0"/>
          <a:ext cx="0" cy="0"/>
          <a:chOff x="0" y="0"/>
          <a:chExt cx="0" cy="0"/>
        </a:xfrm>
      </p:grpSpPr>
      <p:sp>
        <p:nvSpPr>
          <p:cNvPr id="7" name="CaixaDeTexto 6">
            <a:extLst>
              <a:ext uri="{FF2B5EF4-FFF2-40B4-BE49-F238E27FC236}">
                <a16:creationId xmlns:a16="http://schemas.microsoft.com/office/drawing/2014/main" id="{D7E4D5C0-2DFD-930A-8F66-D0EE5037040E}"/>
              </a:ext>
            </a:extLst>
          </p:cNvPr>
          <p:cNvSpPr txBox="1"/>
          <p:nvPr userDrawn="1"/>
        </p:nvSpPr>
        <p:spPr>
          <a:xfrm>
            <a:off x="6203092" y="-155695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Tree>
    <p:extLst>
      <p:ext uri="{BB962C8B-B14F-4D97-AF65-F5344CB8AC3E}">
        <p14:creationId xmlns:p14="http://schemas.microsoft.com/office/powerpoint/2010/main" val="135894498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4. Exposição" preserve="1" userDrawn="1">
  <p:cSld name="2_4. Exposição">
    <p:spTree>
      <p:nvGrpSpPr>
        <p:cNvPr id="1" name="Shape 125"/>
        <p:cNvGrpSpPr/>
        <p:nvPr/>
      </p:nvGrpSpPr>
      <p:grpSpPr>
        <a:xfrm>
          <a:off x="0" y="0"/>
          <a:ext cx="0" cy="0"/>
          <a:chOff x="0" y="0"/>
          <a:chExt cx="0" cy="0"/>
        </a:xfrm>
      </p:grpSpPr>
      <p:sp>
        <p:nvSpPr>
          <p:cNvPr id="7" name="CaixaDeTexto 6">
            <a:extLst>
              <a:ext uri="{FF2B5EF4-FFF2-40B4-BE49-F238E27FC236}">
                <a16:creationId xmlns:a16="http://schemas.microsoft.com/office/drawing/2014/main" id="{D7E4D5C0-2DFD-930A-8F66-D0EE5037040E}"/>
              </a:ext>
            </a:extLst>
          </p:cNvPr>
          <p:cNvSpPr txBox="1"/>
          <p:nvPr userDrawn="1"/>
        </p:nvSpPr>
        <p:spPr>
          <a:xfrm>
            <a:off x="6203092" y="-155695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cxnSp>
        <p:nvCxnSpPr>
          <p:cNvPr id="15" name="Conector recto 4">
            <a:extLst>
              <a:ext uri="{FF2B5EF4-FFF2-40B4-BE49-F238E27FC236}">
                <a16:creationId xmlns:a16="http://schemas.microsoft.com/office/drawing/2014/main" id="{B00161AD-4B62-D867-A528-21DF01B13D4D}"/>
              </a:ext>
            </a:extLst>
          </p:cNvPr>
          <p:cNvCxnSpPr>
            <a:cxnSpLocks/>
          </p:cNvCxnSpPr>
          <p:nvPr userDrawn="1"/>
        </p:nvCxnSpPr>
        <p:spPr>
          <a:xfrm>
            <a:off x="514532" y="913691"/>
            <a:ext cx="1124417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Google Shape;66;g1f520272227_0_4">
            <a:extLst>
              <a:ext uri="{FF2B5EF4-FFF2-40B4-BE49-F238E27FC236}">
                <a16:creationId xmlns:a16="http://schemas.microsoft.com/office/drawing/2014/main" id="{0064257B-305A-F007-6406-534D4CA5B979}"/>
              </a:ext>
            </a:extLst>
          </p:cNvPr>
          <p:cNvSpPr txBox="1"/>
          <p:nvPr userDrawn="1"/>
        </p:nvSpPr>
        <p:spPr>
          <a:xfrm>
            <a:off x="514531" y="572423"/>
            <a:ext cx="6230397" cy="432396"/>
          </a:xfrm>
          <a:prstGeom prst="rect">
            <a:avLst/>
          </a:prstGeom>
          <a:noFill/>
          <a:ln>
            <a:noFill/>
          </a:ln>
        </p:spPr>
        <p:txBody>
          <a:bodyPr spcFirstLastPara="1" wrap="square" lIns="91425" tIns="91425" rIns="91425" bIns="91425" anchor="ctr" anchorCtr="0">
            <a:spAutoFit/>
          </a:bodyPr>
          <a:lstStyle/>
          <a:p>
            <a:pPr marL="0" marR="0" lvl="0" indent="0" algn="l" rtl="0">
              <a:lnSpc>
                <a:spcPct val="115000"/>
              </a:lnSpc>
              <a:spcBef>
                <a:spcPts val="0"/>
              </a:spcBef>
              <a:buClr>
                <a:srgbClr val="000000"/>
              </a:buClr>
              <a:buSzPts val="3400"/>
              <a:buFont typeface="Arial"/>
              <a:buNone/>
            </a:pPr>
            <a:r>
              <a:rPr lang="pt-BR" b="1" dirty="0">
                <a:latin typeface="Arial" panose="020B0604020202020204" pitchFamily="34" charset="0"/>
                <a:ea typeface="Verdana"/>
                <a:cs typeface="Arial" panose="020B0604020202020204" pitchFamily="34" charset="0"/>
                <a:sym typeface="Verdana"/>
              </a:rPr>
              <a:t>Diversas aplicações</a:t>
            </a:r>
            <a:endParaRPr lang="pt-BR" sz="1400" b="1" i="0" u="none" strike="noStrike" cap="none" dirty="0">
              <a:latin typeface="Arial" panose="020B0604020202020204" pitchFamily="34" charset="0"/>
              <a:ea typeface="Verdana"/>
              <a:cs typeface="Arial" panose="020B0604020202020204" pitchFamily="34" charset="0"/>
              <a:sym typeface="Verdana"/>
            </a:endParaRPr>
          </a:p>
        </p:txBody>
      </p:sp>
    </p:spTree>
    <p:extLst>
      <p:ext uri="{BB962C8B-B14F-4D97-AF65-F5344CB8AC3E}">
        <p14:creationId xmlns:p14="http://schemas.microsoft.com/office/powerpoint/2010/main" val="111788540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4. Exposição" preserve="1" userDrawn="1">
  <p:cSld name="2_4. Exposição">
    <p:spTree>
      <p:nvGrpSpPr>
        <p:cNvPr id="1" name="Shape 125"/>
        <p:cNvGrpSpPr/>
        <p:nvPr/>
      </p:nvGrpSpPr>
      <p:grpSpPr>
        <a:xfrm>
          <a:off x="0" y="0"/>
          <a:ext cx="0" cy="0"/>
          <a:chOff x="0" y="0"/>
          <a:chExt cx="0" cy="0"/>
        </a:xfrm>
      </p:grpSpPr>
      <p:sp>
        <p:nvSpPr>
          <p:cNvPr id="7" name="CaixaDeTexto 6">
            <a:extLst>
              <a:ext uri="{FF2B5EF4-FFF2-40B4-BE49-F238E27FC236}">
                <a16:creationId xmlns:a16="http://schemas.microsoft.com/office/drawing/2014/main" id="{D7E4D5C0-2DFD-930A-8F66-D0EE5037040E}"/>
              </a:ext>
            </a:extLst>
          </p:cNvPr>
          <p:cNvSpPr txBox="1"/>
          <p:nvPr userDrawn="1"/>
        </p:nvSpPr>
        <p:spPr>
          <a:xfrm>
            <a:off x="6203092" y="-155695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dirty="0"/>
          </a:p>
        </p:txBody>
      </p:sp>
    </p:spTree>
    <p:extLst>
      <p:ext uri="{BB962C8B-B14F-4D97-AF65-F5344CB8AC3E}">
        <p14:creationId xmlns:p14="http://schemas.microsoft.com/office/powerpoint/2010/main" val="44238057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1_4. Exposição">
  <p:cSld name="1_4. Exposição">
    <p:spTree>
      <p:nvGrpSpPr>
        <p:cNvPr id="1" name="Shape 141"/>
        <p:cNvGrpSpPr/>
        <p:nvPr/>
      </p:nvGrpSpPr>
      <p:grpSpPr>
        <a:xfrm>
          <a:off x="0" y="0"/>
          <a:ext cx="0" cy="0"/>
          <a:chOff x="0" y="0"/>
          <a:chExt cx="0" cy="0"/>
        </a:xfrm>
      </p:grpSpPr>
      <p:pic>
        <p:nvPicPr>
          <p:cNvPr id="4" name="Google Shape;134;p12">
            <a:extLst>
              <a:ext uri="{FF2B5EF4-FFF2-40B4-BE49-F238E27FC236}">
                <a16:creationId xmlns:a16="http://schemas.microsoft.com/office/drawing/2014/main" id="{FBAFECC8-99B0-4DB2-0613-0EB8F8835C80}"/>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t="921" r="920"/>
          <a:stretch/>
        </p:blipFill>
        <p:spPr>
          <a:xfrm>
            <a:off x="6" y="0"/>
            <a:ext cx="18288000" cy="10286983"/>
          </a:xfrm>
          <a:prstGeom prst="rect">
            <a:avLst/>
          </a:prstGeom>
          <a:noFill/>
          <a:ln>
            <a:noFill/>
          </a:ln>
        </p:spPr>
      </p:pic>
      <p:pic>
        <p:nvPicPr>
          <p:cNvPr id="6" name="Imagem 5">
            <a:extLst>
              <a:ext uri="{FF2B5EF4-FFF2-40B4-BE49-F238E27FC236}">
                <a16:creationId xmlns:a16="http://schemas.microsoft.com/office/drawing/2014/main" id="{BB036B17-C8DC-BAAE-2EE0-0C48EC3566CD}"/>
              </a:ext>
            </a:extLst>
          </p:cNvPr>
          <p:cNvPicPr>
            <a:picLocks/>
          </p:cNvPicPr>
          <p:nvPr userDrawn="1"/>
        </p:nvPicPr>
        <p:blipFill>
          <a:blip r:embed="rId3"/>
          <a:stretch>
            <a:fillRect/>
          </a:stretch>
        </p:blipFill>
        <p:spPr>
          <a:xfrm>
            <a:off x="7891212" y="457201"/>
            <a:ext cx="9831615" cy="8352013"/>
          </a:xfrm>
          <a:prstGeom prst="rect">
            <a:avLst/>
          </a:prstGeom>
        </p:spPr>
      </p:pic>
      <p:sp>
        <p:nvSpPr>
          <p:cNvPr id="146" name="Google Shape;146;p12"/>
          <p:cNvSpPr txBox="1">
            <a:spLocks noGrp="1"/>
          </p:cNvSpPr>
          <p:nvPr>
            <p:ph type="body" idx="1"/>
          </p:nvPr>
        </p:nvSpPr>
        <p:spPr>
          <a:xfrm>
            <a:off x="9131813" y="2067004"/>
            <a:ext cx="7607700" cy="34443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560"/>
              </a:spcBef>
              <a:spcAft>
                <a:spcPts val="0"/>
              </a:spcAft>
              <a:buClr>
                <a:schemeClr val="dk1"/>
              </a:buClr>
              <a:buSzPts val="2800"/>
              <a:buFont typeface="Poppins"/>
              <a:buNone/>
              <a:defRPr sz="2800" b="0" i="0" u="none" strike="noStrike" cap="none">
                <a:solidFill>
                  <a:schemeClr val="dk1"/>
                </a:solidFill>
                <a:latin typeface="Poppins" pitchFamily="2" charset="77"/>
                <a:ea typeface="Poppins" pitchFamily="2" charset="77"/>
                <a:cs typeface="Poppins" pitchFamily="2" charset="77"/>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Tree>
    <p:extLst>
      <p:ext uri="{BB962C8B-B14F-4D97-AF65-F5344CB8AC3E}">
        <p14:creationId xmlns:p14="http://schemas.microsoft.com/office/powerpoint/2010/main" val="415083060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rilha_SIS_5_3">
    <p:bg>
      <p:bgPr>
        <a:solidFill>
          <a:srgbClr val="EFEFEF"/>
        </a:solidFill>
        <a:effectLst/>
      </p:bgPr>
    </p:bg>
    <p:spTree>
      <p:nvGrpSpPr>
        <p:cNvPr id="1" name=""/>
        <p:cNvGrpSpPr/>
        <p:nvPr/>
      </p:nvGrpSpPr>
      <p:grpSpPr>
        <a:xfrm>
          <a:off x="0" y="0"/>
          <a:ext cx="0" cy="0"/>
          <a:chOff x="0" y="0"/>
          <a:chExt cx="0" cy="0"/>
        </a:xfrm>
      </p:grpSpPr>
      <p:sp>
        <p:nvSpPr>
          <p:cNvPr id="17" name="Elipse 16"/>
          <p:cNvSpPr/>
          <p:nvPr userDrawn="1"/>
        </p:nvSpPr>
        <p:spPr>
          <a:xfrm rot="16200000" flipV="1">
            <a:off x="3396908" y="7274877"/>
            <a:ext cx="351000" cy="351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dirty="0"/>
          </a:p>
        </p:txBody>
      </p:sp>
      <p:grpSp>
        <p:nvGrpSpPr>
          <p:cNvPr id="18" name="Grupo 17"/>
          <p:cNvGrpSpPr/>
          <p:nvPr userDrawn="1"/>
        </p:nvGrpSpPr>
        <p:grpSpPr>
          <a:xfrm>
            <a:off x="11481857" y="3631122"/>
            <a:ext cx="1357851" cy="351000"/>
            <a:chOff x="7061962" y="2141288"/>
            <a:chExt cx="905234" cy="234000"/>
          </a:xfrm>
        </p:grpSpPr>
        <p:sp>
          <p:nvSpPr>
            <p:cNvPr id="26" name="Elipse 25"/>
            <p:cNvSpPr/>
            <p:nvPr/>
          </p:nvSpPr>
          <p:spPr>
            <a:xfrm>
              <a:off x="7061962" y="2141288"/>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dirty="0"/>
            </a:p>
          </p:txBody>
        </p:sp>
        <p:cxnSp>
          <p:nvCxnSpPr>
            <p:cNvPr id="27" name="Conector reto 26"/>
            <p:cNvCxnSpPr/>
            <p:nvPr/>
          </p:nvCxnSpPr>
          <p:spPr>
            <a:xfrm rot="10800000" flipH="1" flipV="1">
              <a:off x="7269723" y="2256208"/>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pic>
        <p:nvPicPr>
          <p:cNvPr id="32" name="Imagem 31"/>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8735965" y="1211362"/>
            <a:ext cx="955549" cy="1046990"/>
          </a:xfrm>
          <a:prstGeom prst="rect">
            <a:avLst/>
          </a:prstGeom>
        </p:spPr>
      </p:pic>
      <p:pic>
        <p:nvPicPr>
          <p:cNvPr id="33" name="Imagem 32"/>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2489020" y="3174631"/>
            <a:ext cx="960122" cy="1046990"/>
          </a:xfrm>
          <a:prstGeom prst="rect">
            <a:avLst/>
          </a:prstGeom>
        </p:spPr>
      </p:pic>
      <p:cxnSp>
        <p:nvCxnSpPr>
          <p:cNvPr id="37" name="Conector reto 36"/>
          <p:cNvCxnSpPr/>
          <p:nvPr userDrawn="1"/>
        </p:nvCxnSpPr>
        <p:spPr>
          <a:xfrm rot="10800000" flipH="1" flipV="1">
            <a:off x="2469065" y="7473401"/>
            <a:ext cx="1046210" cy="224"/>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pic>
        <p:nvPicPr>
          <p:cNvPr id="39" name="Imagem 38"/>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903672" y="6886253"/>
            <a:ext cx="955550" cy="1042004"/>
          </a:xfrm>
          <a:prstGeom prst="rect">
            <a:avLst/>
          </a:prstGeom>
        </p:spPr>
      </p:pic>
      <p:sp>
        <p:nvSpPr>
          <p:cNvPr id="40" name="CaixaDeTexto 39"/>
          <p:cNvSpPr txBox="1"/>
          <p:nvPr/>
        </p:nvSpPr>
        <p:spPr>
          <a:xfrm>
            <a:off x="2036621" y="7100206"/>
            <a:ext cx="822600" cy="848129"/>
          </a:xfrm>
          <a:prstGeom prst="rect">
            <a:avLst/>
          </a:prstGeom>
          <a:noFill/>
        </p:spPr>
        <p:txBody>
          <a:bodyPr wrap="square" rtlCol="0" anchor="ctr">
            <a:noAutofit/>
          </a:bodyPr>
          <a:lstStyle/>
          <a:p>
            <a:pPr algn="ctr"/>
            <a:endParaRPr lang="pt-BR" sz="4050" b="1" dirty="0">
              <a:solidFill>
                <a:schemeClr val="bg1"/>
              </a:solidFill>
              <a:latin typeface="Poppins" panose="00000500000000000000" pitchFamily="2" charset="0"/>
              <a:cs typeface="Poppins" panose="00000500000000000000" pitchFamily="2" charset="0"/>
            </a:endParaRPr>
          </a:p>
        </p:txBody>
      </p:sp>
      <p:grpSp>
        <p:nvGrpSpPr>
          <p:cNvPr id="41" name="Grupo 40"/>
          <p:cNvGrpSpPr/>
          <p:nvPr userDrawn="1"/>
        </p:nvGrpSpPr>
        <p:grpSpPr>
          <a:xfrm rot="5400000">
            <a:off x="8638738" y="2447375"/>
            <a:ext cx="1289486" cy="351000"/>
            <a:chOff x="6518136" y="4850711"/>
            <a:chExt cx="859657" cy="234000"/>
          </a:xfrm>
        </p:grpSpPr>
        <p:sp>
          <p:nvSpPr>
            <p:cNvPr id="42" name="Elipse 41"/>
            <p:cNvSpPr/>
            <p:nvPr/>
          </p:nvSpPr>
          <p:spPr>
            <a:xfrm>
              <a:off x="7143793" y="4850711"/>
              <a:ext cx="234000" cy="234000"/>
            </a:xfrm>
            <a:prstGeom prst="ellipse">
              <a:avLst/>
            </a:prstGeom>
            <a:solidFill>
              <a:srgbClr val="EE20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dirty="0"/>
            </a:p>
          </p:txBody>
        </p:sp>
        <p:cxnSp>
          <p:nvCxnSpPr>
            <p:cNvPr id="43" name="Conector reto 42"/>
            <p:cNvCxnSpPr/>
            <p:nvPr/>
          </p:nvCxnSpPr>
          <p:spPr>
            <a:xfrm rot="10800000" flipH="1" flipV="1">
              <a:off x="6518136" y="4972537"/>
              <a:ext cx="697473" cy="149"/>
            </a:xfrm>
            <a:prstGeom prst="line">
              <a:avLst/>
            </a:prstGeom>
            <a:ln>
              <a:solidFill>
                <a:srgbClr val="EE2026"/>
              </a:solidFill>
            </a:ln>
          </p:spPr>
          <p:style>
            <a:lnRef idx="1">
              <a:schemeClr val="accent1"/>
            </a:lnRef>
            <a:fillRef idx="0">
              <a:schemeClr val="accent1"/>
            </a:fillRef>
            <a:effectRef idx="0">
              <a:schemeClr val="accent1"/>
            </a:effectRef>
            <a:fontRef idx="minor">
              <a:schemeClr val="tx1"/>
            </a:fontRef>
          </p:style>
        </p:cxnSp>
      </p:grpSp>
      <p:sp>
        <p:nvSpPr>
          <p:cNvPr id="14" name="Espaço Reservado para Texto 13"/>
          <p:cNvSpPr>
            <a:spLocks noGrp="1"/>
          </p:cNvSpPr>
          <p:nvPr userDrawn="1">
            <p:ph type="body" sz="quarter" idx="12" hasCustomPrompt="1"/>
          </p:nvPr>
        </p:nvSpPr>
        <p:spPr>
          <a:xfrm>
            <a:off x="447932" y="8029858"/>
            <a:ext cx="2674143" cy="906974"/>
          </a:xfrm>
          <a:prstGeom prst="rect">
            <a:avLst/>
          </a:prstGeom>
        </p:spPr>
        <p:txBody>
          <a:bodyPr/>
          <a:lstStyle>
            <a:lvl1pPr marL="0" marR="0" indent="0" algn="r" defTabSz="1371600" rtl="0" eaLnBrk="1" fontAlgn="auto" latinLnBrk="0" hangingPunct="1">
              <a:lnSpc>
                <a:spcPct val="90000"/>
              </a:lnSpc>
              <a:spcBef>
                <a:spcPts val="1500"/>
              </a:spcBef>
              <a:spcAft>
                <a:spcPts val="0"/>
              </a:spcAft>
              <a:buClrTx/>
              <a:buSzTx/>
              <a:buFontTx/>
              <a:buNone/>
              <a:tabLst/>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16" name="Espaço Reservado para Texto 13"/>
          <p:cNvSpPr>
            <a:spLocks noGrp="1"/>
          </p:cNvSpPr>
          <p:nvPr>
            <p:ph type="body" sz="quarter" idx="13" hasCustomPrompt="1"/>
          </p:nvPr>
        </p:nvSpPr>
        <p:spPr>
          <a:xfrm>
            <a:off x="9766953" y="1149659"/>
            <a:ext cx="2674143" cy="488519"/>
          </a:xfrm>
          <a:prstGeom prst="rect">
            <a:avLst/>
          </a:prstGeom>
        </p:spPr>
        <p:txBody>
          <a:bodyPr/>
          <a:lstStyle>
            <a:lvl1pPr marL="0" marR="0" indent="0" algn="l" defTabSz="1371600" rtl="0" eaLnBrk="1" fontAlgn="auto" latinLnBrk="0" hangingPunct="1">
              <a:lnSpc>
                <a:spcPct val="90000"/>
              </a:lnSpc>
              <a:spcBef>
                <a:spcPts val="1500"/>
              </a:spcBef>
              <a:spcAft>
                <a:spcPts val="0"/>
              </a:spcAft>
              <a:buClrTx/>
              <a:buSzTx/>
              <a:buFontTx/>
              <a:buNone/>
              <a:tabLst/>
              <a:defRPr sz="2100" b="1" baseline="0">
                <a:solidFill>
                  <a:srgbClr val="EE2026"/>
                </a:solidFill>
                <a:latin typeface="Poppins" panose="00000500000000000000" pitchFamily="2" charset="0"/>
                <a:cs typeface="Poppins" panose="00000500000000000000" pitchFamily="2" charset="0"/>
              </a:defRPr>
            </a:lvl1pPr>
          </a:lstStyle>
          <a:p>
            <a:pPr lvl="0"/>
            <a:r>
              <a:rPr lang="pt-BR"/>
              <a:t>Você está aqui!</a:t>
            </a:r>
          </a:p>
        </p:txBody>
      </p:sp>
      <p:sp>
        <p:nvSpPr>
          <p:cNvPr id="19" name="Espaço Reservado para Texto 18"/>
          <p:cNvSpPr>
            <a:spLocks noGrp="1"/>
          </p:cNvSpPr>
          <p:nvPr userDrawn="1">
            <p:ph type="body" sz="quarter" idx="14" hasCustomPrompt="1"/>
          </p:nvPr>
        </p:nvSpPr>
        <p:spPr>
          <a:xfrm>
            <a:off x="2031101" y="7021334"/>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sp>
        <p:nvSpPr>
          <p:cNvPr id="20" name="Espaço Reservado para Texto 9"/>
          <p:cNvSpPr>
            <a:spLocks noGrp="1"/>
          </p:cNvSpPr>
          <p:nvPr userDrawn="1">
            <p:ph type="body" sz="quarter" idx="15" hasCustomPrompt="1"/>
          </p:nvPr>
        </p:nvSpPr>
        <p:spPr>
          <a:xfrm>
            <a:off x="13530021" y="2761219"/>
            <a:ext cx="3463023" cy="1326356"/>
          </a:xfrm>
          <a:prstGeom prst="rect">
            <a:avLst/>
          </a:prstGeom>
        </p:spPr>
        <p:txBody>
          <a:bodyPr anchor="b"/>
          <a:lstStyle>
            <a:lvl1pPr marL="0" indent="0">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22" name="Espaço Reservado para Texto 9"/>
          <p:cNvSpPr>
            <a:spLocks noGrp="1"/>
          </p:cNvSpPr>
          <p:nvPr>
            <p:ph type="body" sz="quarter" idx="17" hasCustomPrompt="1"/>
          </p:nvPr>
        </p:nvSpPr>
        <p:spPr>
          <a:xfrm>
            <a:off x="9764360" y="1532502"/>
            <a:ext cx="2998494" cy="840316"/>
          </a:xfrm>
          <a:prstGeom prst="rect">
            <a:avLst/>
          </a:prstGeom>
        </p:spPr>
        <p:txBody>
          <a:bodyPr anchor="t"/>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23" name="Espaço Reservado para Texto 18"/>
          <p:cNvSpPr>
            <a:spLocks noGrp="1"/>
          </p:cNvSpPr>
          <p:nvPr>
            <p:ph type="body" sz="quarter" idx="18" hasCustomPrompt="1"/>
          </p:nvPr>
        </p:nvSpPr>
        <p:spPr>
          <a:xfrm>
            <a:off x="8870164" y="1349604"/>
            <a:ext cx="812006" cy="1023213"/>
          </a:xfrm>
          <a:prstGeom prst="rect">
            <a:avLst/>
          </a:prstGeom>
        </p:spPr>
        <p:txBody>
          <a:bodyPr anchor="ctr"/>
          <a:lstStyle>
            <a:lvl1pPr marL="0" marR="0" indent="0" algn="ctr" defTabSz="1371600" rtl="0" eaLnBrk="1" fontAlgn="auto" latinLnBrk="0" hangingPunct="1">
              <a:lnSpc>
                <a:spcPct val="90000"/>
              </a:lnSpc>
              <a:spcBef>
                <a:spcPts val="1500"/>
              </a:spcBef>
              <a:spcAft>
                <a:spcPts val="0"/>
              </a:spcAft>
              <a:buClrTx/>
              <a:buSzTx/>
              <a:buFontTx/>
              <a:buNone/>
              <a:tabLst/>
              <a:defRPr sz="2700" b="1">
                <a:solidFill>
                  <a:schemeClr val="bg1"/>
                </a:solidFill>
                <a:latin typeface="Poppins" panose="00000500000000000000" pitchFamily="2" charset="0"/>
                <a:cs typeface="Poppins" panose="00000500000000000000" pitchFamily="2" charset="0"/>
              </a:defRPr>
            </a:lvl1pPr>
          </a:lstStyle>
          <a:p>
            <a:pPr marL="0" marR="0" lvl="0" indent="0" algn="ctr" defTabSz="1371600" rtl="0" eaLnBrk="1" fontAlgn="auto" latinLnBrk="0" hangingPunct="1">
              <a:lnSpc>
                <a:spcPct val="90000"/>
              </a:lnSpc>
              <a:spcBef>
                <a:spcPts val="1500"/>
              </a:spcBef>
              <a:spcAft>
                <a:spcPts val="0"/>
              </a:spcAft>
              <a:buClrTx/>
              <a:buSzTx/>
              <a:buFontTx/>
              <a:buNone/>
              <a:tabLst/>
              <a:defRPr/>
            </a:pPr>
            <a:r>
              <a:rPr lang="pt-BR"/>
              <a:t>nº</a:t>
            </a:r>
          </a:p>
        </p:txBody>
      </p:sp>
      <p:sp>
        <p:nvSpPr>
          <p:cNvPr id="24" name="Espaço Reservado para Texto 18"/>
          <p:cNvSpPr>
            <a:spLocks noGrp="1"/>
          </p:cNvSpPr>
          <p:nvPr userDrawn="1">
            <p:ph type="body" sz="quarter" idx="19" hasCustomPrompt="1"/>
          </p:nvPr>
        </p:nvSpPr>
        <p:spPr>
          <a:xfrm>
            <a:off x="12612568" y="3331409"/>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grpSp>
        <p:nvGrpSpPr>
          <p:cNvPr id="38" name="Grupo 37"/>
          <p:cNvGrpSpPr/>
          <p:nvPr userDrawn="1"/>
        </p:nvGrpSpPr>
        <p:grpSpPr>
          <a:xfrm rot="10800000">
            <a:off x="5638118" y="6056550"/>
            <a:ext cx="1289486" cy="351000"/>
            <a:chOff x="6518136" y="4850711"/>
            <a:chExt cx="859657" cy="234000"/>
          </a:xfrm>
        </p:grpSpPr>
        <p:sp>
          <p:nvSpPr>
            <p:cNvPr id="44" name="Elipse 43"/>
            <p:cNvSpPr/>
            <p:nvPr/>
          </p:nvSpPr>
          <p:spPr>
            <a:xfrm>
              <a:off x="7143793" y="4850711"/>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dirty="0"/>
            </a:p>
          </p:txBody>
        </p:sp>
        <p:cxnSp>
          <p:nvCxnSpPr>
            <p:cNvPr id="45" name="Conector reto 44"/>
            <p:cNvCxnSpPr/>
            <p:nvPr/>
          </p:nvCxnSpPr>
          <p:spPr>
            <a:xfrm rot="10800000" flipH="1" flipV="1">
              <a:off x="6518136" y="4972537"/>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pic>
        <p:nvPicPr>
          <p:cNvPr id="46" name="Imagem 45"/>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517283" y="5602796"/>
            <a:ext cx="960122" cy="1046990"/>
          </a:xfrm>
          <a:prstGeom prst="rect">
            <a:avLst/>
          </a:prstGeom>
        </p:spPr>
      </p:pic>
      <p:sp>
        <p:nvSpPr>
          <p:cNvPr id="47" name="Subtítulo 2"/>
          <p:cNvSpPr>
            <a:spLocks noGrp="1"/>
          </p:cNvSpPr>
          <p:nvPr>
            <p:ph type="subTitle" idx="1" hasCustomPrompt="1"/>
          </p:nvPr>
        </p:nvSpPr>
        <p:spPr>
          <a:xfrm>
            <a:off x="6632978" y="5818854"/>
            <a:ext cx="847800" cy="847800"/>
          </a:xfrm>
          <a:prstGeom prst="rect">
            <a:avLst/>
          </a:prstGeom>
        </p:spPr>
        <p:txBody>
          <a:bodyPr anchor="ctr"/>
          <a:lstStyle>
            <a:lvl1pPr marL="0" indent="0" algn="ctr">
              <a:buNone/>
              <a:defRPr sz="2700" b="1">
                <a:solidFill>
                  <a:schemeClr val="bg1"/>
                </a:solidFill>
                <a:latin typeface="Poppins" panose="00000500000000000000" pitchFamily="2" charset="0"/>
                <a:cs typeface="Poppins" panose="00000500000000000000" pitchFamily="2" charset="0"/>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pPr lvl="0"/>
            <a:r>
              <a:rPr lang="pt-BR"/>
              <a:t>nº</a:t>
            </a:r>
          </a:p>
        </p:txBody>
      </p:sp>
      <p:sp>
        <p:nvSpPr>
          <p:cNvPr id="48" name="Espaço Reservado para Texto 9"/>
          <p:cNvSpPr>
            <a:spLocks noGrp="1"/>
          </p:cNvSpPr>
          <p:nvPr>
            <p:ph type="body" sz="quarter" idx="10" hasCustomPrompt="1"/>
          </p:nvPr>
        </p:nvSpPr>
        <p:spPr>
          <a:xfrm>
            <a:off x="6493496" y="6748048"/>
            <a:ext cx="3463023" cy="1326356"/>
          </a:xfrm>
          <a:prstGeom prst="rect">
            <a:avLst/>
          </a:prstGeom>
        </p:spPr>
        <p:txBody>
          <a:bodyPr anchor="t"/>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36" name="Elipse 35"/>
          <p:cNvSpPr/>
          <p:nvPr userDrawn="1"/>
        </p:nvSpPr>
        <p:spPr>
          <a:xfrm rot="5400000">
            <a:off x="13332906" y="7462803"/>
            <a:ext cx="351000" cy="351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dirty="0"/>
          </a:p>
        </p:txBody>
      </p:sp>
      <p:cxnSp>
        <p:nvCxnSpPr>
          <p:cNvPr id="49" name="Conector angulado 48"/>
          <p:cNvCxnSpPr>
            <a:stCxn id="36" idx="6"/>
          </p:cNvCxnSpPr>
          <p:nvPr userDrawn="1"/>
        </p:nvCxnSpPr>
        <p:spPr>
          <a:xfrm rot="16200000" flipH="1">
            <a:off x="13358726" y="7963483"/>
            <a:ext cx="1198094" cy="898733"/>
          </a:xfrm>
          <a:prstGeom prst="bentConnector3">
            <a:avLst>
              <a:gd name="adj1" fmla="val 92688"/>
            </a:avLst>
          </a:prstGeom>
          <a:ln>
            <a:solidFill>
              <a:srgbClr val="060303"/>
            </a:solidFill>
          </a:ln>
        </p:spPr>
        <p:style>
          <a:lnRef idx="1">
            <a:schemeClr val="accent1"/>
          </a:lnRef>
          <a:fillRef idx="0">
            <a:schemeClr val="accent1"/>
          </a:fillRef>
          <a:effectRef idx="0">
            <a:schemeClr val="accent1"/>
          </a:effectRef>
          <a:fontRef idx="minor">
            <a:schemeClr val="tx1"/>
          </a:fontRef>
        </p:style>
      </p:cxnSp>
      <p:pic>
        <p:nvPicPr>
          <p:cNvPr id="50" name="Imagem 49"/>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3877174" y="8308940"/>
            <a:ext cx="960122" cy="1046990"/>
          </a:xfrm>
          <a:prstGeom prst="rect">
            <a:avLst/>
          </a:prstGeom>
        </p:spPr>
      </p:pic>
      <p:sp>
        <p:nvSpPr>
          <p:cNvPr id="51" name="Espaço Reservado para Texto 9"/>
          <p:cNvSpPr>
            <a:spLocks noGrp="1"/>
          </p:cNvSpPr>
          <p:nvPr>
            <p:ph type="body" sz="quarter" idx="16" hasCustomPrompt="1"/>
          </p:nvPr>
        </p:nvSpPr>
        <p:spPr>
          <a:xfrm>
            <a:off x="14904856" y="8742941"/>
            <a:ext cx="3013994" cy="1103628"/>
          </a:xfrm>
          <a:prstGeom prst="rect">
            <a:avLst/>
          </a:prstGeom>
        </p:spPr>
        <p:txBody>
          <a:bodyPr anchor="t"/>
          <a:lstStyle>
            <a:lvl1pPr marL="0" indent="0">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52" name="Espaço Reservado para Texto 18"/>
          <p:cNvSpPr>
            <a:spLocks noGrp="1"/>
          </p:cNvSpPr>
          <p:nvPr>
            <p:ph type="body" sz="quarter" idx="20" hasCustomPrompt="1"/>
          </p:nvPr>
        </p:nvSpPr>
        <p:spPr>
          <a:xfrm>
            <a:off x="13999862" y="8451236"/>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spTree>
    <p:extLst>
      <p:ext uri="{BB962C8B-B14F-4D97-AF65-F5344CB8AC3E}">
        <p14:creationId xmlns:p14="http://schemas.microsoft.com/office/powerpoint/2010/main" val="236027390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rilha_SIS_1">
    <p:spTree>
      <p:nvGrpSpPr>
        <p:cNvPr id="1" name=""/>
        <p:cNvGrpSpPr/>
        <p:nvPr/>
      </p:nvGrpSpPr>
      <p:grpSpPr>
        <a:xfrm>
          <a:off x="0" y="0"/>
          <a:ext cx="0" cy="0"/>
          <a:chOff x="0" y="0"/>
          <a:chExt cx="0" cy="0"/>
        </a:xfrm>
      </p:grpSpPr>
      <p:pic>
        <p:nvPicPr>
          <p:cNvPr id="3" name="Imagem 2" descr="Forma&#10;&#10;Descrição gerada automaticamente com confiança média">
            <a:extLst>
              <a:ext uri="{FF2B5EF4-FFF2-40B4-BE49-F238E27FC236}">
                <a16:creationId xmlns:a16="http://schemas.microsoft.com/office/drawing/2014/main" id="{80DEC414-B9BB-D43D-CEAE-AE24D519E556}"/>
              </a:ext>
            </a:extLst>
          </p:cNvPr>
          <p:cNvPicPr>
            <a:picLocks noChangeAspect="1"/>
          </p:cNvPicPr>
          <p:nvPr userDrawn="1"/>
        </p:nvPicPr>
        <p:blipFill>
          <a:blip r:embed="rId2" cstate="print">
            <a:alphaModFix amt="4000"/>
            <a:extLst>
              <a:ext uri="{28A0092B-C50C-407E-A947-70E740481C1C}">
                <a14:useLocalDpi xmlns:a14="http://schemas.microsoft.com/office/drawing/2010/main"/>
              </a:ext>
            </a:extLst>
          </a:blip>
          <a:stretch>
            <a:fillRect/>
          </a:stretch>
        </p:blipFill>
        <p:spPr>
          <a:xfrm>
            <a:off x="7292" y="0"/>
            <a:ext cx="18273416" cy="10287000"/>
          </a:xfrm>
          <a:prstGeom prst="rect">
            <a:avLst/>
          </a:prstGeom>
        </p:spPr>
      </p:pic>
      <p:pic>
        <p:nvPicPr>
          <p:cNvPr id="4" name="Imagem 3">
            <a:extLst>
              <a:ext uri="{FF2B5EF4-FFF2-40B4-BE49-F238E27FC236}">
                <a16:creationId xmlns:a16="http://schemas.microsoft.com/office/drawing/2014/main" id="{9EABDEFB-34C2-857E-ADD2-E7314C1D8A30}"/>
              </a:ext>
            </a:extLst>
          </p:cNvPr>
          <p:cNvPicPr>
            <a:picLocks noChangeAspect="1"/>
          </p:cNvPicPr>
          <p:nvPr userDrawn="1"/>
        </p:nvPicPr>
        <p:blipFill rotWithShape="1">
          <a:blip r:embed="rId3" cstate="hqprint">
            <a:extLst>
              <a:ext uri="{28A0092B-C50C-407E-A947-70E740481C1C}">
                <a14:useLocalDpi xmlns:a14="http://schemas.microsoft.com/office/drawing/2010/main"/>
              </a:ext>
            </a:extLst>
          </a:blip>
          <a:srcRect/>
          <a:stretch/>
        </p:blipFill>
        <p:spPr>
          <a:xfrm>
            <a:off x="11699858" y="1367208"/>
            <a:ext cx="6615378" cy="8919792"/>
          </a:xfrm>
          <a:prstGeom prst="rect">
            <a:avLst/>
          </a:prstGeom>
        </p:spPr>
      </p:pic>
    </p:spTree>
    <p:extLst>
      <p:ext uri="{BB962C8B-B14F-4D97-AF65-F5344CB8AC3E}">
        <p14:creationId xmlns:p14="http://schemas.microsoft.com/office/powerpoint/2010/main" val="341271361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theme" Target="../theme/theme2.xml"/><Relationship Id="rId1" Type="http://schemas.openxmlformats.org/officeDocument/2006/relationships/slideLayout" Target="../slideLayouts/slideLayout33.xml"/><Relationship Id="rId4" Type="http://schemas.openxmlformats.org/officeDocument/2006/relationships/image" Target="../media/image21.png"/></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987" r:id="rId1"/>
    <p:sldLayoutId id="2147483693" r:id="rId2"/>
    <p:sldLayoutId id="2147483648" r:id="rId3"/>
    <p:sldLayoutId id="2147483731" r:id="rId4"/>
    <p:sldLayoutId id="2147483709" r:id="rId5"/>
    <p:sldLayoutId id="2147483710" r:id="rId6"/>
    <p:sldLayoutId id="2147483735" r:id="rId7"/>
    <p:sldLayoutId id="2147483741" r:id="rId8"/>
    <p:sldLayoutId id="2147483740" r:id="rId9"/>
    <p:sldLayoutId id="2147483739" r:id="rId10"/>
    <p:sldLayoutId id="2147483738" r:id="rId11"/>
    <p:sldLayoutId id="2147483737" r:id="rId12"/>
    <p:sldLayoutId id="2147483736" r:id="rId13"/>
    <p:sldLayoutId id="2147483711" r:id="rId14"/>
    <p:sldLayoutId id="2147483712" r:id="rId15"/>
    <p:sldLayoutId id="2147483694" r:id="rId16"/>
    <p:sldLayoutId id="2147483713" r:id="rId17"/>
    <p:sldLayoutId id="2147483742" r:id="rId18"/>
    <p:sldLayoutId id="2147483690" r:id="rId19"/>
    <p:sldLayoutId id="2147483698" r:id="rId20"/>
    <p:sldLayoutId id="2147483714" r:id="rId21"/>
    <p:sldLayoutId id="2147483701" r:id="rId22"/>
    <p:sldLayoutId id="2147483727" r:id="rId23"/>
    <p:sldLayoutId id="2147483705" r:id="rId24"/>
    <p:sldLayoutId id="2147483728" r:id="rId25"/>
    <p:sldLayoutId id="2147483707" r:id="rId26"/>
    <p:sldLayoutId id="2147483734" r:id="rId27"/>
    <p:sldLayoutId id="2147483729" r:id="rId28"/>
    <p:sldLayoutId id="2147483730" r:id="rId29"/>
    <p:sldLayoutId id="2147483733" r:id="rId30"/>
    <p:sldLayoutId id="2147483732" r:id="rId31"/>
    <p:sldLayoutId id="2147483746" r:id="rId3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pic>
        <p:nvPicPr>
          <p:cNvPr id="3" name="Imagem 2" descr="Forma&#10;&#10;Descrição gerada automaticamente com confiança média">
            <a:extLst>
              <a:ext uri="{FF2B5EF4-FFF2-40B4-BE49-F238E27FC236}">
                <a16:creationId xmlns:a16="http://schemas.microsoft.com/office/drawing/2014/main" id="{3D332D16-D093-7673-384E-58BA9D33837F}"/>
              </a:ext>
            </a:extLst>
          </p:cNvPr>
          <p:cNvPicPr>
            <a:picLocks noChangeAspect="1"/>
          </p:cNvPicPr>
          <p:nvPr userDrawn="1"/>
        </p:nvPicPr>
        <p:blipFill>
          <a:blip r:embed="rId3" cstate="print">
            <a:alphaModFix amt="4000"/>
            <a:extLst>
              <a:ext uri="{28A0092B-C50C-407E-A947-70E740481C1C}">
                <a14:useLocalDpi xmlns:a14="http://schemas.microsoft.com/office/drawing/2010/main"/>
              </a:ext>
            </a:extLst>
          </a:blip>
          <a:stretch>
            <a:fillRect/>
          </a:stretch>
        </p:blipFill>
        <p:spPr>
          <a:xfrm>
            <a:off x="7292" y="0"/>
            <a:ext cx="18273416" cy="10287000"/>
          </a:xfrm>
          <a:prstGeom prst="rect">
            <a:avLst/>
          </a:prstGeom>
        </p:spPr>
      </p:pic>
      <p:pic>
        <p:nvPicPr>
          <p:cNvPr id="36" name="Imagem 35"/>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2287" y="1954884"/>
            <a:ext cx="18283427" cy="7316112"/>
          </a:xfrm>
          <a:prstGeom prst="rect">
            <a:avLst/>
          </a:prstGeom>
        </p:spPr>
      </p:pic>
    </p:spTree>
    <p:extLst>
      <p:ext uri="{BB962C8B-B14F-4D97-AF65-F5344CB8AC3E}">
        <p14:creationId xmlns:p14="http://schemas.microsoft.com/office/powerpoint/2010/main" val="2225554464"/>
      </p:ext>
    </p:extLst>
  </p:cSld>
  <p:clrMap bg1="lt1" tx1="dk1" bg2="lt2" tx2="dk2" accent1="accent1" accent2="accent2" accent3="accent3" accent4="accent4" accent5="accent5" accent6="accent6" hlink="hlink" folHlink="folHlink"/>
  <p:sldLayoutIdLst>
    <p:sldLayoutId id="2147483979" r:id="rId1"/>
  </p:sldLayoutIdLst>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pt-BR"/>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EFEFE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37512124"/>
      </p:ext>
    </p:extLst>
  </p:cSld>
  <p:clrMap bg1="lt1" tx1="dk1" bg2="lt2" tx2="dk2" accent1="accent1" accent2="accent2" accent3="accent3" accent4="accent4" accent5="accent5" accent6="accent6" hlink="hlink" folHlink="folHlink"/>
  <p:sldLayoutIdLst>
    <p:sldLayoutId id="2147483985" r:id="rId1"/>
  </p:sldLayoutIdLst>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pt-BR"/>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7.png"/><Relationship Id="rId1" Type="http://schemas.openxmlformats.org/officeDocument/2006/relationships/slideLayout" Target="../slideLayouts/slideLayout33.xml"/></Relationships>
</file>

<file path=ppt/slides/_rels/slide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xml"/><Relationship Id="rId1" Type="http://schemas.openxmlformats.org/officeDocument/2006/relationships/slideLayout" Target="../slideLayouts/slideLayout34.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29.svg"/></Relationships>
</file>

<file path=ppt/slides/_rels/slide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1.svg"/></Relationships>
</file>

<file path=ppt/slides/_rels/slide8.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3" Type="http://schemas.openxmlformats.org/officeDocument/2006/relationships/hyperlink" Target="NULL" TargetMode="External"/><Relationship Id="rId2" Type="http://schemas.openxmlformats.org/officeDocument/2006/relationships/notesSlide" Target="../notesSlides/notesSlide14.xml"/><Relationship Id="rId1" Type="http://schemas.openxmlformats.org/officeDocument/2006/relationships/slideLayout" Target="../slideLayouts/slideLayout32.xml"/><Relationship Id="rId4" Type="http://schemas.openxmlformats.org/officeDocument/2006/relationships/hyperlink" Target="https://www.youtube.com/watch?v=YIEOpKYA9yc"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www.youtube.com/watch?v=YIEOpKYA9yc" TargetMode="External"/><Relationship Id="rId2" Type="http://schemas.openxmlformats.org/officeDocument/2006/relationships/notesSlide" Target="../notesSlides/notesSlide15.xml"/><Relationship Id="rId1" Type="http://schemas.openxmlformats.org/officeDocument/2006/relationships/slideLayout" Target="../slideLayouts/slideLayout26.xml"/><Relationship Id="rId5" Type="http://schemas.openxmlformats.org/officeDocument/2006/relationships/hyperlink" Target="https://zup.com.br/blog/o-que-sao-pre-processadores-css" TargetMode="External"/><Relationship Id="rId4" Type="http://schemas.openxmlformats.org/officeDocument/2006/relationships/hyperlink" Target="https://webdesign.tutsplus.com/sass-vs-less-vs-stylus-preprocessor-shootout--net-24320t" TargetMode="Externa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29.xml"/></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8.xml"/><Relationship Id="rId1" Type="http://schemas.openxmlformats.org/officeDocument/2006/relationships/slideLayout" Target="../slideLayouts/slideLayout29.xml"/><Relationship Id="rId5" Type="http://schemas.openxmlformats.org/officeDocument/2006/relationships/image" Target="../media/image34.emf"/><Relationship Id="rId4" Type="http://schemas.openxmlformats.org/officeDocument/2006/relationships/image" Target="../media/image33.svg"/></Relationships>
</file>

<file path=ppt/slides/_rels/slide20.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notesSlide" Target="../notesSlides/notesSlide19.xml"/><Relationship Id="rId1" Type="http://schemas.openxmlformats.org/officeDocument/2006/relationships/slideLayout" Target="../slideLayouts/slideLayout29.xml"/><Relationship Id="rId4" Type="http://schemas.openxmlformats.org/officeDocument/2006/relationships/image" Target="../media/image34.emf"/></Relationships>
</file>

<file path=ppt/slides/_rels/slide21.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notesSlide" Target="../notesSlides/notesSlide20.xml"/><Relationship Id="rId1" Type="http://schemas.openxmlformats.org/officeDocument/2006/relationships/slideLayout" Target="../slideLayouts/slideLayout29.xml"/><Relationship Id="rId4" Type="http://schemas.openxmlformats.org/officeDocument/2006/relationships/image" Target="../media/image34.emf"/></Relationships>
</file>

<file path=ppt/slides/_rels/slide22.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notesSlide" Target="../notesSlides/notesSlide21.xml"/><Relationship Id="rId1" Type="http://schemas.openxmlformats.org/officeDocument/2006/relationships/slideLayout" Target="../slideLayouts/slideLayout29.xml"/><Relationship Id="rId4" Type="http://schemas.openxmlformats.org/officeDocument/2006/relationships/image" Target="../media/image34.emf"/></Relationships>
</file>

<file path=ppt/slides/_rels/slide23.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notesSlide" Target="../notesSlides/notesSlide22.xml"/><Relationship Id="rId1" Type="http://schemas.openxmlformats.org/officeDocument/2006/relationships/slideLayout" Target="../slideLayouts/slideLayout29.xml"/><Relationship Id="rId4" Type="http://schemas.openxmlformats.org/officeDocument/2006/relationships/image" Target="../media/image34.emf"/></Relationships>
</file>

<file path=ppt/slides/_rels/slide24.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notesSlide" Target="../notesSlides/notesSlide23.xml"/><Relationship Id="rId1" Type="http://schemas.openxmlformats.org/officeDocument/2006/relationships/slideLayout" Target="../slideLayouts/slideLayout29.xml"/><Relationship Id="rId4" Type="http://schemas.openxmlformats.org/officeDocument/2006/relationships/image" Target="../media/image34.emf"/></Relationships>
</file>

<file path=ppt/slides/_rels/slide25.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notesSlide" Target="../notesSlides/notesSlide24.xml"/><Relationship Id="rId1" Type="http://schemas.openxmlformats.org/officeDocument/2006/relationships/slideLayout" Target="../slideLayouts/slideLayout29.xml"/><Relationship Id="rId4" Type="http://schemas.openxmlformats.org/officeDocument/2006/relationships/image" Target="../media/image34.emf"/></Relationships>
</file>

<file path=ppt/slides/_rels/slide26.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notesSlide" Target="../notesSlides/notesSlide25.xml"/><Relationship Id="rId1" Type="http://schemas.openxmlformats.org/officeDocument/2006/relationships/slideLayout" Target="../slideLayouts/slideLayout29.xml"/></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6.xml"/><Relationship Id="rId1" Type="http://schemas.openxmlformats.org/officeDocument/2006/relationships/slideLayout" Target="../slideLayouts/slideLayout29.xml"/><Relationship Id="rId4" Type="http://schemas.openxmlformats.org/officeDocument/2006/relationships/image" Target="../media/image33.svg"/></Relationships>
</file>

<file path=ppt/slides/_rels/slide28.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notesSlide" Target="../notesSlides/notesSlide27.xml"/><Relationship Id="rId1" Type="http://schemas.openxmlformats.org/officeDocument/2006/relationships/slideLayout" Target="../slideLayouts/slideLayout29.xml"/></Relationships>
</file>

<file path=ppt/slides/_rels/slide29.xml.rels><?xml version="1.0" encoding="UTF-8" standalone="yes"?>
<Relationships xmlns="http://schemas.openxmlformats.org/package/2006/relationships"><Relationship Id="rId3" Type="http://schemas.openxmlformats.org/officeDocument/2006/relationships/image" Target="../media/image35.svg"/><Relationship Id="rId2" Type="http://schemas.openxmlformats.org/officeDocument/2006/relationships/notesSlide" Target="../notesSlides/notesSlide28.xml"/><Relationship Id="rId1" Type="http://schemas.openxmlformats.org/officeDocument/2006/relationships/slideLayout" Target="../slideLayouts/slideLayout29.xml"/><Relationship Id="rId5" Type="http://schemas.openxmlformats.org/officeDocument/2006/relationships/image" Target="../media/image32.png"/><Relationship Id="rId4" Type="http://schemas.openxmlformats.org/officeDocument/2006/relationships/image" Target="../media/image36.sv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8640755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2"/>
        <p:cNvGrpSpPr/>
        <p:nvPr/>
      </p:nvGrpSpPr>
      <p:grpSpPr>
        <a:xfrm>
          <a:off x="0" y="0"/>
          <a:ext cx="0" cy="0"/>
          <a:chOff x="0" y="0"/>
          <a:chExt cx="0" cy="0"/>
        </a:xfrm>
      </p:grpSpPr>
      <p:sp>
        <p:nvSpPr>
          <p:cNvPr id="7" name="Google Shape;643;p43">
            <a:extLst>
              <a:ext uri="{FF2B5EF4-FFF2-40B4-BE49-F238E27FC236}">
                <a16:creationId xmlns:a16="http://schemas.microsoft.com/office/drawing/2014/main" id="{7894E3BE-B414-0F09-61B0-337BC78F1418}"/>
              </a:ext>
            </a:extLst>
          </p:cNvPr>
          <p:cNvSpPr txBox="1">
            <a:spLocks/>
          </p:cNvSpPr>
          <p:nvPr/>
        </p:nvSpPr>
        <p:spPr>
          <a:xfrm>
            <a:off x="1208529" y="3780525"/>
            <a:ext cx="10222120" cy="703674"/>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chemeClr val="dk1"/>
              </a:buClr>
              <a:buSzPts val="4500"/>
            </a:pPr>
            <a:r>
              <a:rPr lang="pt-BR" sz="3600" b="1" dirty="0">
                <a:solidFill>
                  <a:schemeClr val="tx1"/>
                </a:solidFill>
                <a:latin typeface="Poppins" pitchFamily="2" charset="77"/>
                <a:cs typeface="Poppins" pitchFamily="2" charset="77"/>
              </a:rPr>
              <a:t>Ferramentas avançadas para estilização</a:t>
            </a:r>
          </a:p>
        </p:txBody>
      </p:sp>
      <p:sp>
        <p:nvSpPr>
          <p:cNvPr id="8" name="Google Shape;644;p43">
            <a:extLst>
              <a:ext uri="{FF2B5EF4-FFF2-40B4-BE49-F238E27FC236}">
                <a16:creationId xmlns:a16="http://schemas.microsoft.com/office/drawing/2014/main" id="{38B14DE2-B36E-A166-7418-0BCC262D9727}"/>
              </a:ext>
            </a:extLst>
          </p:cNvPr>
          <p:cNvSpPr txBox="1">
            <a:spLocks/>
          </p:cNvSpPr>
          <p:nvPr/>
        </p:nvSpPr>
        <p:spPr>
          <a:xfrm>
            <a:off x="1208526" y="5908974"/>
            <a:ext cx="10222121" cy="104884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chemeClr val="dk1"/>
              </a:buClr>
              <a:buSzPts val="2500"/>
            </a:pPr>
            <a:r>
              <a:rPr lang="pt-BR" sz="2500" dirty="0">
                <a:latin typeface="Poppins"/>
                <a:cs typeface="Poppins"/>
              </a:rPr>
              <a:t>Código da aula: [SIS]ANO2C3B4S24A1	</a:t>
            </a:r>
          </a:p>
        </p:txBody>
      </p:sp>
      <p:sp>
        <p:nvSpPr>
          <p:cNvPr id="9" name="Google Shape;643;p43">
            <a:extLst>
              <a:ext uri="{FF2B5EF4-FFF2-40B4-BE49-F238E27FC236}">
                <a16:creationId xmlns:a16="http://schemas.microsoft.com/office/drawing/2014/main" id="{44C24A69-BA95-9909-516F-994C0772D844}"/>
              </a:ext>
            </a:extLst>
          </p:cNvPr>
          <p:cNvSpPr txBox="1">
            <a:spLocks/>
          </p:cNvSpPr>
          <p:nvPr/>
        </p:nvSpPr>
        <p:spPr>
          <a:xfrm>
            <a:off x="1208527" y="1373573"/>
            <a:ext cx="10222120" cy="2144834"/>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ctr" rtl="0">
              <a:lnSpc>
                <a:spcPct val="100000"/>
              </a:lnSpc>
              <a:spcBef>
                <a:spcPts val="900"/>
              </a:spcBef>
              <a:spcAft>
                <a:spcPts val="0"/>
              </a:spcAft>
              <a:buClr>
                <a:schemeClr val="dk1"/>
              </a:buClr>
              <a:buSzPts val="4500"/>
              <a:buFont typeface="Arial"/>
              <a:buNone/>
              <a:defRPr sz="4500" b="1"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0"/>
              </a:spcBef>
            </a:pPr>
            <a:r>
              <a:rPr lang="pt-BR" dirty="0">
                <a:solidFill>
                  <a:srgbClr val="FF161F"/>
                </a:solidFill>
              </a:rPr>
              <a:t>Estilização de páginas, ferramentas de desenvolvimento e performance</a:t>
            </a:r>
          </a:p>
        </p:txBody>
      </p:sp>
      <p:sp>
        <p:nvSpPr>
          <p:cNvPr id="10" name="Google Shape;644;p43">
            <a:extLst>
              <a:ext uri="{FF2B5EF4-FFF2-40B4-BE49-F238E27FC236}">
                <a16:creationId xmlns:a16="http://schemas.microsoft.com/office/drawing/2014/main" id="{9D103B63-758A-7270-9691-88696E89FE79}"/>
              </a:ext>
            </a:extLst>
          </p:cNvPr>
          <p:cNvSpPr txBox="1">
            <a:spLocks/>
          </p:cNvSpPr>
          <p:nvPr/>
        </p:nvSpPr>
        <p:spPr>
          <a:xfrm>
            <a:off x="1208527" y="5008436"/>
            <a:ext cx="10222121" cy="80314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ctr" rtl="0">
              <a:lnSpc>
                <a:spcPct val="100000"/>
              </a:lnSpc>
              <a:spcBef>
                <a:spcPts val="500"/>
              </a:spcBef>
              <a:spcAft>
                <a:spcPts val="0"/>
              </a:spcAft>
              <a:buClr>
                <a:schemeClr val="dk1"/>
              </a:buClr>
              <a:buSzPts val="2500"/>
              <a:buFont typeface="Arial"/>
              <a:buNone/>
              <a:defRPr sz="2500" b="1"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dk1"/>
              </a:buClr>
              <a:buSzPts val="2800"/>
              <a:buFont typeface="Arial"/>
              <a:buChar char="–"/>
              <a:defRPr sz="2800" b="1"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Arial"/>
              <a:buChar char="•"/>
              <a:defRPr sz="2400" b="1"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Arial"/>
              <a:buChar char="–"/>
              <a:defRPr sz="2000" b="1"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Arial"/>
              <a:buChar char="»"/>
              <a:defRPr sz="2000" b="1"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0"/>
              </a:spcBef>
            </a:pPr>
            <a:r>
              <a:rPr lang="pt-BR" b="0" dirty="0">
                <a:solidFill>
                  <a:srgbClr val="BFBFBF"/>
                </a:solidFill>
                <a:latin typeface="Poppins Medium" panose="00000600000000000000" pitchFamily="2" charset="0"/>
                <a:cs typeface="Poppins Medium" panose="00000600000000000000" pitchFamily="2" charset="0"/>
              </a:rPr>
              <a:t>Aula 1: Utilização de pré-processadores CSS</a:t>
            </a:r>
          </a:p>
        </p:txBody>
      </p:sp>
      <p:pic>
        <p:nvPicPr>
          <p:cNvPr id="3" name="Imagem 2">
            <a:extLst>
              <a:ext uri="{FF2B5EF4-FFF2-40B4-BE49-F238E27FC236}">
                <a16:creationId xmlns:a16="http://schemas.microsoft.com/office/drawing/2014/main" id="{DBDEA72A-1522-DD26-DE8D-3FF2C53A9203}"/>
              </a:ext>
            </a:extLst>
          </p:cNvPr>
          <p:cNvPicPr>
            <a:picLocks/>
          </p:cNvPicPr>
          <p:nvPr/>
        </p:nvPicPr>
        <p:blipFill>
          <a:blip r:embed="rId3"/>
          <a:stretch>
            <a:fillRect/>
          </a:stretch>
        </p:blipFill>
        <p:spPr>
          <a:xfrm>
            <a:off x="15602424" y="9136814"/>
            <a:ext cx="2685604" cy="1152002"/>
          </a:xfrm>
          <a:prstGeom prst="rect">
            <a:avLst/>
          </a:prstGeom>
        </p:spPr>
      </p:pic>
      <p:pic>
        <p:nvPicPr>
          <p:cNvPr id="5" name="Imagem 4">
            <a:extLst>
              <a:ext uri="{FF2B5EF4-FFF2-40B4-BE49-F238E27FC236}">
                <a16:creationId xmlns:a16="http://schemas.microsoft.com/office/drawing/2014/main" id="{7E88B020-74B3-8B49-BD1C-2F0818C7FFFC}"/>
              </a:ext>
            </a:extLst>
          </p:cNvPr>
          <p:cNvPicPr>
            <a:picLocks/>
          </p:cNvPicPr>
          <p:nvPr/>
        </p:nvPicPr>
        <p:blipFill>
          <a:blip r:embed="rId4"/>
          <a:stretch>
            <a:fillRect/>
          </a:stretch>
        </p:blipFill>
        <p:spPr>
          <a:xfrm>
            <a:off x="15804024" y="9190814"/>
            <a:ext cx="2307604" cy="1044002"/>
          </a:xfrm>
          <a:prstGeom prst="rect">
            <a:avLst/>
          </a:prstGeom>
        </p:spPr>
      </p:pic>
      <p:pic>
        <p:nvPicPr>
          <p:cNvPr id="4" name="Imagem 3">
            <a:extLst>
              <a:ext uri="{FF2B5EF4-FFF2-40B4-BE49-F238E27FC236}">
                <a16:creationId xmlns:a16="http://schemas.microsoft.com/office/drawing/2014/main" id="{1470BAF0-2973-F546-B19E-95D82CC2C313}"/>
              </a:ext>
            </a:extLst>
          </p:cNvPr>
          <p:cNvPicPr>
            <a:picLocks/>
          </p:cNvPicPr>
          <p:nvPr/>
        </p:nvPicPr>
        <p:blipFill>
          <a:blip r:embed="rId3"/>
          <a:stretch>
            <a:fillRect/>
          </a:stretch>
        </p:blipFill>
        <p:spPr>
          <a:xfrm>
            <a:off x="15602424" y="9136814"/>
            <a:ext cx="2685604" cy="1152002"/>
          </a:xfrm>
          <a:prstGeom prst="rect">
            <a:avLst/>
          </a:prstGeom>
        </p:spPr>
      </p:pic>
      <p:pic>
        <p:nvPicPr>
          <p:cNvPr id="11" name="Imagem 10">
            <a:extLst>
              <a:ext uri="{FF2B5EF4-FFF2-40B4-BE49-F238E27FC236}">
                <a16:creationId xmlns:a16="http://schemas.microsoft.com/office/drawing/2014/main" id="{F332D7E5-FF96-B81B-0344-E1BD2D4794FD}"/>
              </a:ext>
            </a:extLst>
          </p:cNvPr>
          <p:cNvPicPr>
            <a:picLocks/>
          </p:cNvPicPr>
          <p:nvPr/>
        </p:nvPicPr>
        <p:blipFill>
          <a:blip r:embed="rId4"/>
          <a:stretch>
            <a:fillRect/>
          </a:stretch>
        </p:blipFill>
        <p:spPr>
          <a:xfrm>
            <a:off x="15804024" y="9190814"/>
            <a:ext cx="2307604" cy="104400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Espaço Reservado para Texto 29"/>
          <p:cNvSpPr>
            <a:spLocks noGrp="1"/>
          </p:cNvSpPr>
          <p:nvPr>
            <p:ph type="body" sz="quarter" idx="12"/>
          </p:nvPr>
        </p:nvSpPr>
        <p:spPr/>
        <p:txBody>
          <a:bodyPr/>
          <a:lstStyle/>
          <a:p>
            <a:r>
              <a:rPr lang="pt-BR" dirty="0"/>
              <a:t>Técnicas avançadas de CSS e Mobile-First</a:t>
            </a:r>
          </a:p>
        </p:txBody>
      </p:sp>
      <p:sp>
        <p:nvSpPr>
          <p:cNvPr id="31" name="Espaço Reservado para Texto 30"/>
          <p:cNvSpPr>
            <a:spLocks noGrp="1"/>
          </p:cNvSpPr>
          <p:nvPr>
            <p:ph type="body" sz="quarter" idx="13"/>
          </p:nvPr>
        </p:nvSpPr>
        <p:spPr/>
        <p:txBody>
          <a:bodyPr/>
          <a:lstStyle/>
          <a:p>
            <a:r>
              <a:rPr lang="pt-BR" dirty="0"/>
              <a:t>Você está aqui!</a:t>
            </a:r>
          </a:p>
        </p:txBody>
      </p:sp>
      <p:sp>
        <p:nvSpPr>
          <p:cNvPr id="32" name="Espaço Reservado para Texto 31"/>
          <p:cNvSpPr>
            <a:spLocks noGrp="1"/>
          </p:cNvSpPr>
          <p:nvPr>
            <p:ph type="body" sz="quarter" idx="14"/>
          </p:nvPr>
        </p:nvSpPr>
        <p:spPr/>
        <p:txBody>
          <a:bodyPr/>
          <a:lstStyle/>
          <a:p>
            <a:r>
              <a:rPr lang="pt-BR" dirty="0"/>
              <a:t>19</a:t>
            </a:r>
          </a:p>
        </p:txBody>
      </p:sp>
      <p:sp>
        <p:nvSpPr>
          <p:cNvPr id="33" name="Espaço Reservado para Texto 32"/>
          <p:cNvSpPr>
            <a:spLocks noGrp="1"/>
          </p:cNvSpPr>
          <p:nvPr>
            <p:ph type="body" sz="quarter" idx="15"/>
          </p:nvPr>
        </p:nvSpPr>
        <p:spPr/>
        <p:txBody>
          <a:bodyPr/>
          <a:lstStyle/>
          <a:p>
            <a:r>
              <a:rPr lang="pt-BR" dirty="0"/>
              <a:t>Performance e otimização de aplicações web</a:t>
            </a:r>
          </a:p>
        </p:txBody>
      </p:sp>
      <p:sp>
        <p:nvSpPr>
          <p:cNvPr id="36" name="Espaço Reservado para Texto 35"/>
          <p:cNvSpPr>
            <a:spLocks noGrp="1"/>
          </p:cNvSpPr>
          <p:nvPr>
            <p:ph type="body" sz="quarter" idx="18"/>
          </p:nvPr>
        </p:nvSpPr>
        <p:spPr/>
        <p:txBody>
          <a:bodyPr/>
          <a:lstStyle/>
          <a:p>
            <a:r>
              <a:rPr lang="pt-BR" dirty="0"/>
              <a:t>24</a:t>
            </a:r>
          </a:p>
        </p:txBody>
      </p:sp>
      <p:sp>
        <p:nvSpPr>
          <p:cNvPr id="37" name="Espaço Reservado para Texto 36"/>
          <p:cNvSpPr>
            <a:spLocks noGrp="1"/>
          </p:cNvSpPr>
          <p:nvPr>
            <p:ph type="body" sz="quarter" idx="19"/>
          </p:nvPr>
        </p:nvSpPr>
        <p:spPr/>
        <p:txBody>
          <a:bodyPr/>
          <a:lstStyle/>
          <a:p>
            <a:r>
              <a:rPr lang="pt-BR" dirty="0"/>
              <a:t>25</a:t>
            </a:r>
          </a:p>
        </p:txBody>
      </p:sp>
      <p:sp>
        <p:nvSpPr>
          <p:cNvPr id="28" name="Subtítulo 27"/>
          <p:cNvSpPr>
            <a:spLocks noGrp="1"/>
          </p:cNvSpPr>
          <p:nvPr>
            <p:ph type="subTitle" idx="1"/>
          </p:nvPr>
        </p:nvSpPr>
        <p:spPr/>
        <p:txBody>
          <a:bodyPr/>
          <a:lstStyle/>
          <a:p>
            <a:r>
              <a:rPr lang="pt-BR" dirty="0"/>
              <a:t>20</a:t>
            </a:r>
          </a:p>
        </p:txBody>
      </p:sp>
      <p:sp>
        <p:nvSpPr>
          <p:cNvPr id="29" name="Espaço Reservado para Texto 28"/>
          <p:cNvSpPr>
            <a:spLocks noGrp="1"/>
          </p:cNvSpPr>
          <p:nvPr>
            <p:ph type="body" sz="quarter" idx="10"/>
          </p:nvPr>
        </p:nvSpPr>
        <p:spPr/>
        <p:txBody>
          <a:bodyPr/>
          <a:lstStyle/>
          <a:p>
            <a:r>
              <a:rPr lang="pt-BR" dirty="0"/>
              <a:t>Acessibilidade e animações interativas</a:t>
            </a:r>
          </a:p>
        </p:txBody>
      </p:sp>
      <p:sp>
        <p:nvSpPr>
          <p:cNvPr id="34" name="Espaço Reservado para Texto 33"/>
          <p:cNvSpPr>
            <a:spLocks noGrp="1"/>
          </p:cNvSpPr>
          <p:nvPr>
            <p:ph type="body" sz="quarter" idx="16"/>
          </p:nvPr>
        </p:nvSpPr>
        <p:spPr/>
        <p:txBody>
          <a:bodyPr/>
          <a:lstStyle/>
          <a:p>
            <a:r>
              <a:rPr lang="pt-BR" dirty="0"/>
              <a:t>Ferramentas de desenvolvimento moderno</a:t>
            </a:r>
          </a:p>
        </p:txBody>
      </p:sp>
      <p:sp>
        <p:nvSpPr>
          <p:cNvPr id="38" name="Espaço Reservado para Texto 37"/>
          <p:cNvSpPr>
            <a:spLocks noGrp="1"/>
          </p:cNvSpPr>
          <p:nvPr>
            <p:ph type="body" sz="quarter" idx="20"/>
          </p:nvPr>
        </p:nvSpPr>
        <p:spPr/>
        <p:txBody>
          <a:bodyPr/>
          <a:lstStyle/>
          <a:p>
            <a:r>
              <a:rPr lang="pt-BR" dirty="0"/>
              <a:t>26</a:t>
            </a:r>
          </a:p>
        </p:txBody>
      </p:sp>
      <p:pic>
        <p:nvPicPr>
          <p:cNvPr id="6" name="Imagem 5">
            <a:extLst>
              <a:ext uri="{FF2B5EF4-FFF2-40B4-BE49-F238E27FC236}">
                <a16:creationId xmlns:a16="http://schemas.microsoft.com/office/drawing/2014/main" id="{D456E78D-B00C-BD3D-A00F-A641FA8F18A7}"/>
              </a:ext>
            </a:extLst>
          </p:cNvPr>
          <p:cNvPicPr>
            <a:picLocks/>
          </p:cNvPicPr>
          <p:nvPr/>
        </p:nvPicPr>
        <p:blipFill>
          <a:blip r:embed="rId2"/>
          <a:stretch>
            <a:fillRect/>
          </a:stretch>
        </p:blipFill>
        <p:spPr>
          <a:xfrm>
            <a:off x="172800" y="1335602"/>
            <a:ext cx="3150005" cy="2354404"/>
          </a:xfrm>
          <a:prstGeom prst="rect">
            <a:avLst/>
          </a:prstGeom>
        </p:spPr>
      </p:pic>
      <p:pic>
        <p:nvPicPr>
          <p:cNvPr id="3" name="Imagem 2">
            <a:extLst>
              <a:ext uri="{FF2B5EF4-FFF2-40B4-BE49-F238E27FC236}">
                <a16:creationId xmlns:a16="http://schemas.microsoft.com/office/drawing/2014/main" id="{48A20C10-814F-1A29-33C7-DF6089035AA7}"/>
              </a:ext>
            </a:extLst>
          </p:cNvPr>
          <p:cNvPicPr>
            <a:picLocks/>
          </p:cNvPicPr>
          <p:nvPr/>
        </p:nvPicPr>
        <p:blipFill>
          <a:blip r:embed="rId3"/>
          <a:stretch>
            <a:fillRect/>
          </a:stretch>
        </p:blipFill>
        <p:spPr>
          <a:xfrm>
            <a:off x="3117605" y="320401"/>
            <a:ext cx="3348005" cy="2484004"/>
          </a:xfrm>
          <a:prstGeom prst="rect">
            <a:avLst/>
          </a:prstGeom>
        </p:spPr>
      </p:pic>
      <p:sp>
        <p:nvSpPr>
          <p:cNvPr id="41" name="CaixaDeTexto 40">
            <a:extLst>
              <a:ext uri="{FF2B5EF4-FFF2-40B4-BE49-F238E27FC236}">
                <a16:creationId xmlns:a16="http://schemas.microsoft.com/office/drawing/2014/main" id="{67FE4894-A338-BBB5-5111-5D4AAD89EDEB}"/>
              </a:ext>
            </a:extLst>
          </p:cNvPr>
          <p:cNvSpPr txBox="1"/>
          <p:nvPr/>
        </p:nvSpPr>
        <p:spPr>
          <a:xfrm>
            <a:off x="3170905" y="873904"/>
            <a:ext cx="3148235" cy="1361911"/>
          </a:xfrm>
          <a:prstGeom prst="rect">
            <a:avLst/>
          </a:prstGeom>
          <a:noFill/>
        </p:spPr>
        <p:txBody>
          <a:bodyPr wrap="square" rtlCol="0">
            <a:spAutoFit/>
          </a:bodyPr>
          <a:lstStyle/>
          <a:p>
            <a:pPr algn="ctr"/>
            <a:r>
              <a:rPr lang="pt-BR" sz="2750" b="1" dirty="0">
                <a:solidFill>
                  <a:schemeClr val="bg1"/>
                </a:solidFill>
                <a:latin typeface="Poppins" panose="00000500000000000000" pitchFamily="2" charset="0"/>
                <a:cs typeface="Poppins" panose="00000500000000000000" pitchFamily="2" charset="0"/>
              </a:rPr>
              <a:t>Mapa da </a:t>
            </a:r>
          </a:p>
          <a:p>
            <a:pPr algn="ctr"/>
            <a:r>
              <a:rPr lang="pt-BR" sz="2750" b="1" dirty="0">
                <a:solidFill>
                  <a:schemeClr val="bg1"/>
                </a:solidFill>
                <a:latin typeface="Poppins" panose="00000500000000000000" pitchFamily="2" charset="0"/>
                <a:cs typeface="Poppins" panose="00000500000000000000" pitchFamily="2" charset="0"/>
              </a:rPr>
              <a:t>Unidade 3 Componente 3</a:t>
            </a:r>
          </a:p>
        </p:txBody>
      </p:sp>
      <p:sp>
        <p:nvSpPr>
          <p:cNvPr id="42" name="Google Shape;329;p3">
            <a:extLst>
              <a:ext uri="{FF2B5EF4-FFF2-40B4-BE49-F238E27FC236}">
                <a16:creationId xmlns:a16="http://schemas.microsoft.com/office/drawing/2014/main" id="{BE4A6B26-CB07-441F-7121-3F3219279BEB}"/>
              </a:ext>
            </a:extLst>
          </p:cNvPr>
          <p:cNvSpPr txBox="1"/>
          <p:nvPr/>
        </p:nvSpPr>
        <p:spPr>
          <a:xfrm>
            <a:off x="231264" y="1818844"/>
            <a:ext cx="2798372" cy="1200288"/>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2000"/>
              <a:buFont typeface="Arial"/>
              <a:buNone/>
            </a:pPr>
            <a:r>
              <a:rPr lang="pt-BR" sz="1800" b="1" dirty="0">
                <a:solidFill>
                  <a:schemeClr val="bg1"/>
                </a:solidFill>
                <a:latin typeface="Poppins" panose="00000500000000000000" pitchFamily="2" charset="0"/>
                <a:cs typeface="Poppins" panose="00000500000000000000" pitchFamily="2" charset="0"/>
              </a:rPr>
              <a:t>Estilização de páginas, ferramentas de desenvolvimento e performance</a:t>
            </a:r>
          </a:p>
        </p:txBody>
      </p:sp>
      <p:sp>
        <p:nvSpPr>
          <p:cNvPr id="4" name="Espaço Reservado para Texto 34">
            <a:extLst>
              <a:ext uri="{FF2B5EF4-FFF2-40B4-BE49-F238E27FC236}">
                <a16:creationId xmlns:a16="http://schemas.microsoft.com/office/drawing/2014/main" id="{7B1219CE-4523-1CEF-7FD2-6ADDCDABDC61}"/>
              </a:ext>
            </a:extLst>
          </p:cNvPr>
          <p:cNvSpPr>
            <a:spLocks noGrp="1"/>
          </p:cNvSpPr>
          <p:nvPr>
            <p:ph type="body" sz="quarter" idx="17"/>
          </p:nvPr>
        </p:nvSpPr>
        <p:spPr>
          <a:xfrm>
            <a:off x="9764360" y="1532502"/>
            <a:ext cx="3660214" cy="840316"/>
          </a:xfrm>
        </p:spPr>
        <p:txBody>
          <a:bodyPr/>
          <a:lstStyle/>
          <a:p>
            <a:r>
              <a:rPr lang="pt-BR" dirty="0"/>
              <a:t>Ferramentas avançadas para estilização</a:t>
            </a:r>
          </a:p>
        </p:txBody>
      </p:sp>
    </p:spTree>
    <p:extLst>
      <p:ext uri="{BB962C8B-B14F-4D97-AF65-F5344CB8AC3E}">
        <p14:creationId xmlns:p14="http://schemas.microsoft.com/office/powerpoint/2010/main" val="3031037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Google Shape;344;p4">
            <a:extLst>
              <a:ext uri="{FF2B5EF4-FFF2-40B4-BE49-F238E27FC236}">
                <a16:creationId xmlns:a16="http://schemas.microsoft.com/office/drawing/2014/main" id="{A4D22902-C794-8CA0-DBE0-482688E0BA92}"/>
              </a:ext>
            </a:extLst>
          </p:cNvPr>
          <p:cNvSpPr txBox="1"/>
          <p:nvPr/>
        </p:nvSpPr>
        <p:spPr>
          <a:xfrm>
            <a:off x="1866964" y="6618598"/>
            <a:ext cx="6731604" cy="1200290"/>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91425" tIns="45701" rIns="91425" bIns="45701"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rtl="0">
              <a:lnSpc>
                <a:spcPct val="100000"/>
              </a:lnSpc>
              <a:spcBef>
                <a:spcPts val="0"/>
              </a:spcBef>
              <a:spcAft>
                <a:spcPts val="0"/>
              </a:spcAft>
              <a:buClr>
                <a:srgbClr val="000000"/>
              </a:buClr>
              <a:buSzPts val="3200"/>
              <a:buFont typeface="Arial"/>
              <a:buNone/>
            </a:pPr>
            <a:r>
              <a:rPr lang="pt-BR" sz="3600" u="none" strike="noStrike" cap="none" dirty="0">
                <a:solidFill>
                  <a:srgbClr val="000000"/>
                </a:solidFill>
                <a:latin typeface="Poppins" pitchFamily="2" charset="77"/>
                <a:ea typeface="Poppins Light"/>
                <a:cs typeface="Poppins" pitchFamily="2" charset="77"/>
                <a:sym typeface="Poppins Light"/>
              </a:rPr>
              <a:t>Ferramentas avançadas para estilização</a:t>
            </a:r>
          </a:p>
        </p:txBody>
      </p:sp>
      <p:sp>
        <p:nvSpPr>
          <p:cNvPr id="43" name="Google Shape;345;p4">
            <a:extLst>
              <a:ext uri="{FF2B5EF4-FFF2-40B4-BE49-F238E27FC236}">
                <a16:creationId xmlns:a16="http://schemas.microsoft.com/office/drawing/2014/main" id="{2175AE36-0D51-3CB8-F39C-002A780693F2}"/>
              </a:ext>
            </a:extLst>
          </p:cNvPr>
          <p:cNvSpPr txBox="1"/>
          <p:nvPr/>
        </p:nvSpPr>
        <p:spPr>
          <a:xfrm>
            <a:off x="5361887" y="3664359"/>
            <a:ext cx="7564226" cy="1107957"/>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91425" tIns="45701" rIns="91425" bIns="45701"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algn="ctr">
              <a:buClr>
                <a:srgbClr val="000000"/>
              </a:buClr>
              <a:buSzPts val="3000"/>
            </a:pPr>
            <a:r>
              <a:rPr lang="pt-BR" sz="6600" b="1" dirty="0">
                <a:solidFill>
                  <a:srgbClr val="FA161E"/>
                </a:solidFill>
                <a:latin typeface="Poppins"/>
                <a:ea typeface="Poppins"/>
                <a:cs typeface="Poppins"/>
                <a:sym typeface="Poppins"/>
              </a:rPr>
              <a:t>Você está aqui!</a:t>
            </a:r>
            <a:endParaRPr sz="2400" dirty="0">
              <a:solidFill>
                <a:srgbClr val="000000"/>
              </a:solidFill>
              <a:latin typeface="Arial"/>
              <a:ea typeface="Arial"/>
              <a:cs typeface="Arial"/>
              <a:sym typeface="Arial"/>
            </a:endParaRPr>
          </a:p>
        </p:txBody>
      </p:sp>
      <p:sp>
        <p:nvSpPr>
          <p:cNvPr id="44" name="Google Shape;349;p4">
            <a:extLst>
              <a:ext uri="{FF2B5EF4-FFF2-40B4-BE49-F238E27FC236}">
                <a16:creationId xmlns:a16="http://schemas.microsoft.com/office/drawing/2014/main" id="{225D3BA6-946B-ADD0-C0AB-009C923BDFD1}"/>
              </a:ext>
            </a:extLst>
          </p:cNvPr>
          <p:cNvSpPr txBox="1"/>
          <p:nvPr/>
        </p:nvSpPr>
        <p:spPr>
          <a:xfrm>
            <a:off x="1866964" y="9226484"/>
            <a:ext cx="6731604" cy="1048848"/>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91425" tIns="45701" rIns="91425" bIns="45701" anchor="t" anchorCtr="0">
            <a:no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00000"/>
              </a:lnSpc>
              <a:spcBef>
                <a:spcPts val="0"/>
              </a:spcBef>
              <a:spcAft>
                <a:spcPts val="0"/>
              </a:spcAft>
              <a:buClr>
                <a:srgbClr val="000000"/>
              </a:buClr>
              <a:buSzPts val="2500"/>
              <a:buFont typeface="Arial"/>
              <a:buNone/>
            </a:pPr>
            <a:r>
              <a:rPr lang="pt-BR" sz="2500" b="0" i="0" u="none" strike="noStrike" cap="none" dirty="0">
                <a:solidFill>
                  <a:srgbClr val="000000"/>
                </a:solidFill>
                <a:latin typeface="Poppins"/>
                <a:ea typeface="Poppins"/>
                <a:cs typeface="Poppins"/>
                <a:sym typeface="Poppins"/>
              </a:rPr>
              <a:t>Código da aula: [</a:t>
            </a:r>
            <a:r>
              <a:rPr lang="pt-BR" sz="2500" dirty="0">
                <a:latin typeface="Poppins"/>
                <a:ea typeface="Poppins"/>
                <a:cs typeface="Poppins"/>
                <a:sym typeface="Poppins"/>
              </a:rPr>
              <a:t>SIS</a:t>
            </a:r>
            <a:r>
              <a:rPr lang="pt-BR" sz="2500" b="0" i="0" u="none" strike="noStrike" cap="none" dirty="0">
                <a:solidFill>
                  <a:srgbClr val="000000"/>
                </a:solidFill>
                <a:latin typeface="Poppins"/>
                <a:ea typeface="Poppins"/>
                <a:cs typeface="Poppins"/>
                <a:sym typeface="Poppins"/>
              </a:rPr>
              <a:t>]ANO2</a:t>
            </a:r>
            <a:r>
              <a:rPr lang="pt-BR" sz="2500" dirty="0">
                <a:latin typeface="Poppins"/>
                <a:ea typeface="Poppins"/>
                <a:cs typeface="Poppins"/>
                <a:sym typeface="Poppins"/>
              </a:rPr>
              <a:t>C3B4S24A1</a:t>
            </a:r>
            <a:endParaRPr lang="pt-BR" sz="1400" b="0" i="0" u="none" strike="noStrike" cap="none" dirty="0">
              <a:solidFill>
                <a:srgbClr val="000000"/>
              </a:solidFill>
              <a:latin typeface="Arial"/>
              <a:ea typeface="Arial"/>
              <a:cs typeface="Arial"/>
              <a:sym typeface="Arial"/>
            </a:endParaRPr>
          </a:p>
        </p:txBody>
      </p:sp>
      <p:sp>
        <p:nvSpPr>
          <p:cNvPr id="45" name="Google Shape;350;p4">
            <a:extLst>
              <a:ext uri="{FF2B5EF4-FFF2-40B4-BE49-F238E27FC236}">
                <a16:creationId xmlns:a16="http://schemas.microsoft.com/office/drawing/2014/main" id="{ECC92D84-7BB6-87BF-4AF3-F3EFE5361854}"/>
              </a:ext>
            </a:extLst>
          </p:cNvPr>
          <p:cNvSpPr txBox="1"/>
          <p:nvPr/>
        </p:nvSpPr>
        <p:spPr>
          <a:xfrm>
            <a:off x="1866964" y="8066583"/>
            <a:ext cx="9608682" cy="803145"/>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91425" tIns="45701" rIns="91425" bIns="45701" anchor="t" anchorCtr="0">
            <a:no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indent="0">
              <a:spcBef>
                <a:spcPts val="0"/>
              </a:spcBef>
            </a:pPr>
            <a:r>
              <a:rPr lang="pt-BR" sz="3200" b="1" dirty="0">
                <a:solidFill>
                  <a:schemeClr val="tx1"/>
                </a:solidFill>
                <a:latin typeface="Poppins" panose="00000500000000000000" pitchFamily="2" charset="0"/>
                <a:cs typeface="Poppins" panose="00000500000000000000" pitchFamily="2" charset="0"/>
              </a:rPr>
              <a:t>Aula 1: Utilização de pré-processadores CSS</a:t>
            </a:r>
          </a:p>
        </p:txBody>
      </p:sp>
      <p:sp>
        <p:nvSpPr>
          <p:cNvPr id="46" name="Google Shape;341;p4">
            <a:extLst>
              <a:ext uri="{FF2B5EF4-FFF2-40B4-BE49-F238E27FC236}">
                <a16:creationId xmlns:a16="http://schemas.microsoft.com/office/drawing/2014/main" id="{76A44A46-1D59-B466-B36F-C1F7B4CF26AF}"/>
              </a:ext>
            </a:extLst>
          </p:cNvPr>
          <p:cNvSpPr/>
          <p:nvPr/>
        </p:nvSpPr>
        <p:spPr>
          <a:xfrm rot="-3438299">
            <a:off x="12818211" y="8497676"/>
            <a:ext cx="612000" cy="612000"/>
          </a:xfrm>
          <a:prstGeom prst="ellipse">
            <a:avLst/>
          </a:prstGeom>
          <a:solidFill>
            <a:schemeClr val="bg1"/>
          </a:solidFill>
          <a:ln w="57150">
            <a:solidFill>
              <a:srgbClr val="FA161E"/>
            </a:solidFill>
          </a:ln>
        </p:spPr>
        <p:style>
          <a:lnRef idx="0">
            <a:scrgbClr r="0" g="0" b="0"/>
          </a:lnRef>
          <a:fillRef idx="0">
            <a:scrgbClr r="0" g="0" b="0"/>
          </a:fillRef>
          <a:effectRef idx="0">
            <a:scrgbClr r="0" g="0" b="0"/>
          </a:effectRef>
          <a:fontRef idx="major"/>
        </p:style>
        <p:txBody>
          <a:bodyPr spcFirstLastPara="1" wrap="square" lIns="91425" tIns="45701" rIns="91425" bIns="45701" anchor="ctr" anchorCtr="0">
            <a:no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algn="r">
              <a:buClr>
                <a:srgbClr val="000000"/>
              </a:buClr>
              <a:buSzPts val="2700"/>
            </a:pPr>
            <a:endParaRPr sz="4050" dirty="0">
              <a:solidFill>
                <a:srgbClr val="FFFFFF"/>
              </a:solidFill>
              <a:latin typeface="Calibri"/>
              <a:ea typeface="Calibri"/>
              <a:cs typeface="Calibri"/>
              <a:sym typeface="Calibri"/>
            </a:endParaRPr>
          </a:p>
        </p:txBody>
      </p:sp>
      <p:sp>
        <p:nvSpPr>
          <p:cNvPr id="47" name="Google Shape;342;p4">
            <a:extLst>
              <a:ext uri="{FF2B5EF4-FFF2-40B4-BE49-F238E27FC236}">
                <a16:creationId xmlns:a16="http://schemas.microsoft.com/office/drawing/2014/main" id="{44012579-7094-26F5-5390-005680F4E986}"/>
              </a:ext>
            </a:extLst>
          </p:cNvPr>
          <p:cNvSpPr/>
          <p:nvPr/>
        </p:nvSpPr>
        <p:spPr>
          <a:xfrm>
            <a:off x="9231085" y="5658662"/>
            <a:ext cx="1975814" cy="1975814"/>
          </a:xfrm>
          <a:prstGeom prst="ellipse">
            <a:avLst/>
          </a:prstGeom>
          <a:solidFill>
            <a:srgbClr val="FA161E"/>
          </a:solidFill>
          <a:ln>
            <a:noFill/>
          </a:ln>
        </p:spPr>
        <p:style>
          <a:lnRef idx="0">
            <a:scrgbClr r="0" g="0" b="0"/>
          </a:lnRef>
          <a:fillRef idx="0">
            <a:scrgbClr r="0" g="0" b="0"/>
          </a:fillRef>
          <a:effectRef idx="0">
            <a:scrgbClr r="0" g="0" b="0"/>
          </a:effectRef>
          <a:fontRef idx="major"/>
        </p:style>
        <p:txBody>
          <a:bodyPr spcFirstLastPara="1" wrap="square" lIns="54000" tIns="54000" rIns="54000" bIns="54000" anchor="ctr" anchorCtr="0">
            <a:no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algn="ctr">
              <a:buClr>
                <a:srgbClr val="000000"/>
              </a:buClr>
              <a:buSzPts val="6000"/>
            </a:pPr>
            <a:r>
              <a:rPr lang="pt-BR" sz="6000" b="1" dirty="0">
                <a:solidFill>
                  <a:srgbClr val="FFFFFF"/>
                </a:solidFill>
                <a:latin typeface="Poppins"/>
                <a:ea typeface="Calibri"/>
                <a:cs typeface="Poppins"/>
                <a:sym typeface="Poppins"/>
              </a:rPr>
              <a:t>24</a:t>
            </a:r>
            <a:endParaRPr sz="6000" dirty="0">
              <a:solidFill>
                <a:srgbClr val="FFFFFF"/>
              </a:solidFill>
              <a:latin typeface="Calibri"/>
              <a:ea typeface="Calibri"/>
              <a:cs typeface="Calibri"/>
              <a:sym typeface="Calibri"/>
            </a:endParaRPr>
          </a:p>
        </p:txBody>
      </p:sp>
      <p:cxnSp>
        <p:nvCxnSpPr>
          <p:cNvPr id="48" name="Google Shape;343;p4">
            <a:extLst>
              <a:ext uri="{FF2B5EF4-FFF2-40B4-BE49-F238E27FC236}">
                <a16:creationId xmlns:a16="http://schemas.microsoft.com/office/drawing/2014/main" id="{D2026EB5-E8EF-8597-9D63-689FB1B7C3A7}"/>
              </a:ext>
            </a:extLst>
          </p:cNvPr>
          <p:cNvCxnSpPr>
            <a:cxnSpLocks/>
            <a:endCxn id="46" idx="0"/>
          </p:cNvCxnSpPr>
          <p:nvPr/>
        </p:nvCxnSpPr>
        <p:spPr>
          <a:xfrm>
            <a:off x="10857617" y="7316621"/>
            <a:ext cx="2009078" cy="1321764"/>
          </a:xfrm>
          <a:prstGeom prst="straightConnector1">
            <a:avLst/>
          </a:prstGeom>
          <a:noFill/>
          <a:ln w="19050" cap="flat" cmpd="sng">
            <a:solidFill>
              <a:srgbClr val="FA161E"/>
            </a:solidFill>
            <a:prstDash val="solid"/>
            <a:round/>
            <a:headEnd type="none" w="sm" len="sm"/>
            <a:tailEnd type="none" w="sm" len="sm"/>
          </a:ln>
        </p:spPr>
      </p:cxnSp>
      <p:pic>
        <p:nvPicPr>
          <p:cNvPr id="5" name="Imagem 4">
            <a:extLst>
              <a:ext uri="{FF2B5EF4-FFF2-40B4-BE49-F238E27FC236}">
                <a16:creationId xmlns:a16="http://schemas.microsoft.com/office/drawing/2014/main" id="{E6D839B7-5ADA-1D24-CF49-BC8A5BB9EC03}"/>
              </a:ext>
            </a:extLst>
          </p:cNvPr>
          <p:cNvPicPr>
            <a:picLocks/>
          </p:cNvPicPr>
          <p:nvPr/>
        </p:nvPicPr>
        <p:blipFill>
          <a:blip r:embed="rId3"/>
          <a:stretch>
            <a:fillRect/>
          </a:stretch>
        </p:blipFill>
        <p:spPr>
          <a:xfrm>
            <a:off x="172800" y="1335602"/>
            <a:ext cx="3150005" cy="2354404"/>
          </a:xfrm>
          <a:prstGeom prst="rect">
            <a:avLst/>
          </a:prstGeom>
        </p:spPr>
      </p:pic>
      <p:pic>
        <p:nvPicPr>
          <p:cNvPr id="3" name="Imagem 2">
            <a:extLst>
              <a:ext uri="{FF2B5EF4-FFF2-40B4-BE49-F238E27FC236}">
                <a16:creationId xmlns:a16="http://schemas.microsoft.com/office/drawing/2014/main" id="{9B5B87AF-1C7B-C76A-0424-FC0C1EC66B06}"/>
              </a:ext>
            </a:extLst>
          </p:cNvPr>
          <p:cNvPicPr>
            <a:picLocks/>
          </p:cNvPicPr>
          <p:nvPr/>
        </p:nvPicPr>
        <p:blipFill>
          <a:blip r:embed="rId4"/>
          <a:stretch>
            <a:fillRect/>
          </a:stretch>
        </p:blipFill>
        <p:spPr>
          <a:xfrm>
            <a:off x="3117605" y="320401"/>
            <a:ext cx="3348005" cy="2484004"/>
          </a:xfrm>
          <a:prstGeom prst="rect">
            <a:avLst/>
          </a:prstGeom>
        </p:spPr>
      </p:pic>
      <p:sp>
        <p:nvSpPr>
          <p:cNvPr id="16" name="CaixaDeTexto 15">
            <a:extLst>
              <a:ext uri="{FF2B5EF4-FFF2-40B4-BE49-F238E27FC236}">
                <a16:creationId xmlns:a16="http://schemas.microsoft.com/office/drawing/2014/main" id="{67FE4894-A338-BBB5-5111-5D4AAD89EDEB}"/>
              </a:ext>
            </a:extLst>
          </p:cNvPr>
          <p:cNvSpPr txBox="1"/>
          <p:nvPr/>
        </p:nvSpPr>
        <p:spPr>
          <a:xfrm>
            <a:off x="3170905" y="873904"/>
            <a:ext cx="3148235" cy="1361911"/>
          </a:xfrm>
          <a:prstGeom prst="rect">
            <a:avLst/>
          </a:prstGeom>
          <a:noFill/>
        </p:spPr>
        <p:txBody>
          <a:bodyPr wrap="square" rtlCol="0">
            <a:spAutoFit/>
          </a:bodyPr>
          <a:lstStyle/>
          <a:p>
            <a:pPr algn="ctr"/>
            <a:r>
              <a:rPr lang="pt-BR" sz="2750" b="1" dirty="0">
                <a:solidFill>
                  <a:schemeClr val="bg1"/>
                </a:solidFill>
                <a:latin typeface="Poppins" panose="00000500000000000000" pitchFamily="2" charset="0"/>
                <a:cs typeface="Poppins" panose="00000500000000000000" pitchFamily="2" charset="0"/>
              </a:rPr>
              <a:t>Mapa da </a:t>
            </a:r>
          </a:p>
          <a:p>
            <a:pPr algn="ctr"/>
            <a:r>
              <a:rPr lang="pt-BR" sz="2750" b="1" dirty="0">
                <a:solidFill>
                  <a:schemeClr val="bg1"/>
                </a:solidFill>
                <a:latin typeface="Poppins" panose="00000500000000000000" pitchFamily="2" charset="0"/>
                <a:cs typeface="Poppins" panose="00000500000000000000" pitchFamily="2" charset="0"/>
              </a:rPr>
              <a:t>Unidade 3 Componente 3</a:t>
            </a:r>
          </a:p>
        </p:txBody>
      </p:sp>
      <p:sp>
        <p:nvSpPr>
          <p:cNvPr id="17" name="Google Shape;329;p3">
            <a:extLst>
              <a:ext uri="{FF2B5EF4-FFF2-40B4-BE49-F238E27FC236}">
                <a16:creationId xmlns:a16="http://schemas.microsoft.com/office/drawing/2014/main" id="{BE4A6B26-CB07-441F-7121-3F3219279BEB}"/>
              </a:ext>
            </a:extLst>
          </p:cNvPr>
          <p:cNvSpPr txBox="1"/>
          <p:nvPr/>
        </p:nvSpPr>
        <p:spPr>
          <a:xfrm>
            <a:off x="231264" y="1818844"/>
            <a:ext cx="2798372" cy="1200288"/>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2000"/>
              <a:buFont typeface="Arial"/>
              <a:buNone/>
            </a:pPr>
            <a:r>
              <a:rPr lang="pt-BR" sz="1800" b="1" dirty="0">
                <a:solidFill>
                  <a:schemeClr val="bg1"/>
                </a:solidFill>
                <a:latin typeface="Poppins" panose="00000500000000000000" pitchFamily="2" charset="0"/>
                <a:cs typeface="Poppins" panose="00000500000000000000" pitchFamily="2" charset="0"/>
              </a:rPr>
              <a:t>Estilização de páginas, ferramentas de desenvolvimento e performance</a:t>
            </a:r>
          </a:p>
        </p:txBody>
      </p:sp>
    </p:spTree>
    <p:extLst>
      <p:ext uri="{BB962C8B-B14F-4D97-AF65-F5344CB8AC3E}">
        <p14:creationId xmlns:p14="http://schemas.microsoft.com/office/powerpoint/2010/main" val="5727543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53"/>
        <p:cNvGrpSpPr/>
        <p:nvPr/>
      </p:nvGrpSpPr>
      <p:grpSpPr>
        <a:xfrm>
          <a:off x="0" y="0"/>
          <a:ext cx="0" cy="0"/>
          <a:chOff x="0" y="0"/>
          <a:chExt cx="0" cy="0"/>
        </a:xfrm>
      </p:grpSpPr>
      <p:sp>
        <p:nvSpPr>
          <p:cNvPr id="4" name="Espaço Reservado para Texto 7">
            <a:extLst>
              <a:ext uri="{FF2B5EF4-FFF2-40B4-BE49-F238E27FC236}">
                <a16:creationId xmlns:a16="http://schemas.microsoft.com/office/drawing/2014/main" id="{94495801-E3A7-5C9C-58B6-5A613616DE41}"/>
              </a:ext>
            </a:extLst>
          </p:cNvPr>
          <p:cNvSpPr>
            <a:spLocks noGrp="1"/>
          </p:cNvSpPr>
          <p:nvPr>
            <p:ph type="body" sz="quarter" idx="10"/>
          </p:nvPr>
        </p:nvSpPr>
        <p:spPr>
          <a:xfrm>
            <a:off x="2201863" y="2085975"/>
            <a:ext cx="4885076" cy="2096544"/>
          </a:xfrm>
          <a:prstGeom prst="rect">
            <a:avLst/>
          </a:prstGeom>
        </p:spPr>
        <p:txBody>
          <a:bodyPr/>
          <a:lstStyle>
            <a:lvl1pPr marL="342900" indent="-342900">
              <a:buClr>
                <a:schemeClr val="tx1"/>
              </a:buClr>
              <a:buFont typeface="Arial" panose="020B0604020202020204" pitchFamily="34" charset="0"/>
              <a:buChar char="•"/>
              <a:defRPr sz="2000">
                <a:latin typeface="Poppins" pitchFamily="2" charset="77"/>
                <a:cs typeface="Poppins" pitchFamily="2" charset="77"/>
              </a:defRPr>
            </a:lvl1pPr>
          </a:lstStyle>
          <a:p>
            <a:r>
              <a:rPr lang="pt-BR" dirty="0">
                <a:latin typeface="Poppins" panose="00000500000000000000" pitchFamily="2" charset="0"/>
                <a:cs typeface="Poppins" panose="00000500000000000000" pitchFamily="2" charset="0"/>
              </a:rPr>
              <a:t>Utilizar pré-processadores CSS, como SASS e LESS.</a:t>
            </a:r>
          </a:p>
        </p:txBody>
      </p:sp>
      <p:sp>
        <p:nvSpPr>
          <p:cNvPr id="5" name="Espaço Reservado para Texto 7">
            <a:extLst>
              <a:ext uri="{FF2B5EF4-FFF2-40B4-BE49-F238E27FC236}">
                <a16:creationId xmlns:a16="http://schemas.microsoft.com/office/drawing/2014/main" id="{8FE35C05-A6F9-5E57-F808-2709677248F1}"/>
              </a:ext>
            </a:extLst>
          </p:cNvPr>
          <p:cNvSpPr>
            <a:spLocks noGrp="1"/>
          </p:cNvSpPr>
          <p:nvPr>
            <p:ph type="body" sz="quarter" idx="11"/>
          </p:nvPr>
        </p:nvSpPr>
        <p:spPr>
          <a:xfrm>
            <a:off x="11201062" y="2033198"/>
            <a:ext cx="4885075" cy="2332938"/>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r>
              <a:rPr lang="pt-BR" dirty="0">
                <a:latin typeface="Poppins" panose="00000500000000000000" pitchFamily="2" charset="0"/>
                <a:cs typeface="Poppins" panose="00000500000000000000" pitchFamily="2" charset="0"/>
              </a:rPr>
              <a:t>Utilizar pré-processadores CSS, como SASS e LESS.</a:t>
            </a:r>
          </a:p>
        </p:txBody>
      </p:sp>
      <p:sp>
        <p:nvSpPr>
          <p:cNvPr id="7" name="Espaço Reservado para Texto 7">
            <a:extLst>
              <a:ext uri="{FF2B5EF4-FFF2-40B4-BE49-F238E27FC236}">
                <a16:creationId xmlns:a16="http://schemas.microsoft.com/office/drawing/2014/main" id="{4A27C360-3186-313B-41E3-68A443FE4CA7}"/>
              </a:ext>
            </a:extLst>
          </p:cNvPr>
          <p:cNvSpPr>
            <a:spLocks noGrp="1"/>
          </p:cNvSpPr>
          <p:nvPr>
            <p:ph type="body" sz="quarter" idx="12"/>
          </p:nvPr>
        </p:nvSpPr>
        <p:spPr>
          <a:xfrm>
            <a:off x="11201062" y="5473993"/>
            <a:ext cx="5570372" cy="2385257"/>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r>
              <a:rPr lang="pt-BR" dirty="0">
                <a:latin typeface="Poppins" panose="00000500000000000000" pitchFamily="2" charset="0"/>
                <a:cs typeface="Poppins" panose="00000500000000000000" pitchFamily="2" charset="0"/>
              </a:rPr>
              <a:t>Desenvolver a criatividade ao criar estilos avançados.</a:t>
            </a:r>
          </a:p>
        </p:txBody>
      </p:sp>
      <p:sp>
        <p:nvSpPr>
          <p:cNvPr id="8" name="Espaço Reservado para Texto 7">
            <a:extLst>
              <a:ext uri="{FF2B5EF4-FFF2-40B4-BE49-F238E27FC236}">
                <a16:creationId xmlns:a16="http://schemas.microsoft.com/office/drawing/2014/main" id="{92593807-EFAC-62C0-8555-5C60449109D8}"/>
              </a:ext>
            </a:extLst>
          </p:cNvPr>
          <p:cNvSpPr>
            <a:spLocks noGrp="1"/>
          </p:cNvSpPr>
          <p:nvPr>
            <p:ph type="body" sz="quarter" idx="13"/>
          </p:nvPr>
        </p:nvSpPr>
        <p:spPr>
          <a:xfrm>
            <a:off x="2165273" y="4366136"/>
            <a:ext cx="4921666" cy="1568360"/>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pPr>
              <a:spcAft>
                <a:spcPts val="600"/>
              </a:spcAft>
            </a:pPr>
            <a:r>
              <a:rPr lang="pt-BR" sz="2000" dirty="0">
                <a:latin typeface="Poppins" panose="00000500000000000000" pitchFamily="2" charset="0"/>
                <a:cs typeface="Poppins" panose="00000500000000000000" pitchFamily="2" charset="0"/>
              </a:rPr>
              <a:t>Recurso audiovisual para exibição de vídeos e imagens.</a:t>
            </a:r>
          </a:p>
          <a:p>
            <a:pPr>
              <a:spcAft>
                <a:spcPts val="600"/>
              </a:spcAft>
            </a:pPr>
            <a:r>
              <a:rPr lang="pt-BR" sz="2000" dirty="0">
                <a:latin typeface="Poppins" panose="00000500000000000000" pitchFamily="2" charset="0"/>
                <a:cs typeface="Poppins" panose="00000500000000000000" pitchFamily="2" charset="0"/>
              </a:rPr>
              <a:t>Caneta</a:t>
            </a:r>
            <a:r>
              <a:rPr lang="pt-BR" dirty="0">
                <a:latin typeface="Poppins" panose="00000500000000000000" pitchFamily="2" charset="0"/>
                <a:cs typeface="Poppins" panose="00000500000000000000" pitchFamily="2" charset="0"/>
              </a:rPr>
              <a:t> e </a:t>
            </a:r>
            <a:r>
              <a:rPr lang="pt-BR" sz="2000" dirty="0">
                <a:latin typeface="Poppins" panose="00000500000000000000" pitchFamily="2" charset="0"/>
                <a:cs typeface="Poppins" panose="00000500000000000000" pitchFamily="2" charset="0"/>
              </a:rPr>
              <a:t>caderno.</a:t>
            </a:r>
            <a:endParaRPr lang="pt-BR" dirty="0">
              <a:latin typeface="Poppins" panose="00000500000000000000" pitchFamily="2" charset="0"/>
              <a:cs typeface="Poppins" panose="00000500000000000000" pitchFamily="2" charset="0"/>
            </a:endParaRPr>
          </a:p>
          <a:p>
            <a:pPr>
              <a:spcAft>
                <a:spcPts val="600"/>
              </a:spcAft>
            </a:pPr>
            <a:r>
              <a:rPr lang="pt-BR" dirty="0">
                <a:latin typeface="Poppins" panose="00000500000000000000" pitchFamily="2" charset="0"/>
                <a:cs typeface="Poppins" panose="00000500000000000000" pitchFamily="2" charset="0"/>
              </a:rPr>
              <a:t>Laboratório de informática.</a:t>
            </a:r>
          </a:p>
          <a:p>
            <a:pPr>
              <a:spcAft>
                <a:spcPts val="600"/>
              </a:spcAft>
            </a:pPr>
            <a:r>
              <a:rPr lang="pt-BR" dirty="0">
                <a:latin typeface="Poppins" panose="00000500000000000000" pitchFamily="2" charset="0"/>
                <a:cs typeface="Poppins" panose="00000500000000000000" pitchFamily="2" charset="0"/>
              </a:rPr>
              <a:t>Roteiro de atividade prática.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90"/>
        <p:cNvGrpSpPr/>
        <p:nvPr/>
      </p:nvGrpSpPr>
      <p:grpSpPr>
        <a:xfrm>
          <a:off x="0" y="0"/>
          <a:ext cx="0" cy="0"/>
          <a:chOff x="0" y="0"/>
          <a:chExt cx="0" cy="0"/>
        </a:xfrm>
      </p:grpSpPr>
      <p:sp>
        <p:nvSpPr>
          <p:cNvPr id="5" name="Espaço Reservado para Texto 3">
            <a:extLst>
              <a:ext uri="{FF2B5EF4-FFF2-40B4-BE49-F238E27FC236}">
                <a16:creationId xmlns:a16="http://schemas.microsoft.com/office/drawing/2014/main" id="{2DD4E05A-E94A-F4B8-D7CC-D4067915CCDC}"/>
              </a:ext>
            </a:extLst>
          </p:cNvPr>
          <p:cNvSpPr>
            <a:spLocks noGrp="1"/>
          </p:cNvSpPr>
          <p:nvPr>
            <p:ph type="body" idx="4294967295"/>
          </p:nvPr>
        </p:nvSpPr>
        <p:spPr>
          <a:xfrm>
            <a:off x="5397614" y="1630679"/>
            <a:ext cx="12399732" cy="2164823"/>
          </a:xfrm>
          <a:prstGeom prst="rect">
            <a:avLst/>
          </a:prstGeom>
        </p:spPr>
        <p:txBody>
          <a:bodyPr lIns="91440" tIns="45720" rIns="91440" bIns="45720" anchor="t">
            <a:noAutofit/>
          </a:bodyPr>
          <a:lstStyle/>
          <a:p>
            <a:pPr>
              <a:spcAft>
                <a:spcPts val="1800"/>
              </a:spcAft>
            </a:pPr>
            <a:r>
              <a:rPr lang="pt-BR" sz="2400" dirty="0">
                <a:latin typeface="Poppins"/>
                <a:cs typeface="Poppins"/>
              </a:rPr>
              <a:t>Pré-processadores CSS, como Sass e Less, revolucionaram a forma como escrevemos e estruturamos estilos para nossas aplicações web. Eles oferecem funcionalidades que vão além do CSS puro, tornando o desenvolvimento mais eficiente, organizado e escalável.</a:t>
            </a:r>
            <a:endParaRPr lang="pt-BR" sz="2400" dirty="0">
              <a:latin typeface="Poppins" panose="00000500000000000000" pitchFamily="2" charset="0"/>
              <a:cs typeface="Poppins" panose="00000500000000000000" pitchFamily="2" charset="0"/>
            </a:endParaRPr>
          </a:p>
          <a:p>
            <a:pPr>
              <a:spcAft>
                <a:spcPts val="1800"/>
              </a:spcAft>
            </a:pPr>
            <a:r>
              <a:rPr lang="pt-BR" sz="2400" dirty="0">
                <a:latin typeface="Poppins" panose="00000500000000000000" pitchFamily="2" charset="0"/>
                <a:cs typeface="Poppins" panose="00000500000000000000" pitchFamily="2" charset="0"/>
              </a:rPr>
              <a:t>Por que usar pré-processadores?</a:t>
            </a:r>
          </a:p>
        </p:txBody>
      </p:sp>
      <p:pic>
        <p:nvPicPr>
          <p:cNvPr id="1026" name="Picture 2">
            <a:extLst>
              <a:ext uri="{FF2B5EF4-FFF2-40B4-BE49-F238E27FC236}">
                <a16:creationId xmlns:a16="http://schemas.microsoft.com/office/drawing/2014/main" id="{9C479D48-C142-D54B-8C57-DDAC2FEE3064}"/>
              </a:ext>
            </a:extLst>
          </p:cNvPr>
          <p:cNvPicPr>
            <a:picLocks noChangeAspect="1" noChangeArrowheads="1"/>
          </p:cNvPicPr>
          <p:nvPr/>
        </p:nvPicPr>
        <p:blipFill>
          <a:blip r:embed="rId3"/>
          <a:srcRect/>
          <a:stretch/>
        </p:blipFill>
        <p:spPr bwMode="auto">
          <a:xfrm>
            <a:off x="6720680" y="4009057"/>
            <a:ext cx="9753600" cy="5142732"/>
          </a:xfrm>
          <a:prstGeom prst="rect">
            <a:avLst/>
          </a:prstGeom>
          <a:noFill/>
          <a:extLst>
            <a:ext uri="{909E8E84-426E-40DD-AFC4-6F175D3DCCD1}">
              <a14:hiddenFill xmlns:a14="http://schemas.microsoft.com/office/drawing/2010/main">
                <a:solidFill>
                  <a:srgbClr val="FFFFFF"/>
                </a:solidFill>
              </a14:hiddenFill>
            </a:ext>
          </a:extLst>
        </p:spPr>
      </p:pic>
      <p:sp>
        <p:nvSpPr>
          <p:cNvPr id="2" name="Espaço Reservado para Texto 11">
            <a:extLst>
              <a:ext uri="{FF2B5EF4-FFF2-40B4-BE49-F238E27FC236}">
                <a16:creationId xmlns:a16="http://schemas.microsoft.com/office/drawing/2014/main" id="{A7747CD3-1BDB-4C88-CD4C-634ABD3FD347}"/>
              </a:ext>
            </a:extLst>
          </p:cNvPr>
          <p:cNvSpPr txBox="1">
            <a:spLocks/>
          </p:cNvSpPr>
          <p:nvPr/>
        </p:nvSpPr>
        <p:spPr>
          <a:xfrm>
            <a:off x="6720680" y="9313763"/>
            <a:ext cx="3922713" cy="371424"/>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pt-BR" sz="1400" dirty="0">
                <a:latin typeface="Poppins" panose="00000500000000000000" pitchFamily="2" charset="0"/>
                <a:cs typeface="Poppins" panose="00000500000000000000" pitchFamily="2" charset="0"/>
              </a:rPr>
              <a:t>© Getty Images</a:t>
            </a:r>
          </a:p>
        </p:txBody>
      </p:sp>
      <p:sp>
        <p:nvSpPr>
          <p:cNvPr id="6" name="Espaço Reservado para Texto 42">
            <a:extLst>
              <a:ext uri="{FF2B5EF4-FFF2-40B4-BE49-F238E27FC236}">
                <a16:creationId xmlns:a16="http://schemas.microsoft.com/office/drawing/2014/main" id="{A6EBA300-23C5-BF29-3C80-75722D19738D}"/>
              </a:ext>
            </a:extLst>
          </p:cNvPr>
          <p:cNvSpPr>
            <a:spLocks noGrp="1"/>
          </p:cNvSpPr>
          <p:nvPr>
            <p:ph type="body" sz="quarter" idx="10"/>
          </p:nvPr>
        </p:nvSpPr>
        <p:spPr>
          <a:xfrm>
            <a:off x="5397614" y="505358"/>
            <a:ext cx="10566540" cy="917361"/>
          </a:xfrm>
          <a:prstGeom prst="rect">
            <a:avLst/>
          </a:prstGeom>
        </p:spPr>
        <p:txBody>
          <a:bodyPr/>
          <a:lstStyle/>
          <a:p>
            <a:r>
              <a:rPr lang="pt-BR" sz="4500" b="1" dirty="0">
                <a:solidFill>
                  <a:srgbClr val="FF161F"/>
                </a:solidFill>
                <a:latin typeface="Poppins" pitchFamily="2" charset="77"/>
                <a:cs typeface="Poppins" pitchFamily="2" charset="77"/>
              </a:rPr>
              <a:t>Vantagens dos </a:t>
            </a:r>
            <a:r>
              <a:rPr lang="pt-BR" sz="4500" b="1" dirty="0" err="1">
                <a:solidFill>
                  <a:srgbClr val="FF161F"/>
                </a:solidFill>
                <a:latin typeface="Poppins" pitchFamily="2" charset="77"/>
                <a:cs typeface="Poppins" pitchFamily="2" charset="77"/>
              </a:rPr>
              <a:t>pré</a:t>
            </a:r>
            <a:r>
              <a:rPr lang="pt-BR" sz="4500" b="1" dirty="0">
                <a:solidFill>
                  <a:srgbClr val="FF161F"/>
                </a:solidFill>
                <a:latin typeface="Poppins" pitchFamily="2" charset="77"/>
                <a:cs typeface="Poppins" pitchFamily="2" charset="77"/>
              </a:rPr>
              <a:t>-processadores</a:t>
            </a:r>
          </a:p>
        </p:txBody>
      </p:sp>
      <p:pic>
        <p:nvPicPr>
          <p:cNvPr id="7" name="Gráfico 6">
            <a:extLst>
              <a:ext uri="{FF2B5EF4-FFF2-40B4-BE49-F238E27FC236}">
                <a16:creationId xmlns:a16="http://schemas.microsoft.com/office/drawing/2014/main" id="{E5A26A1C-08A8-D09C-B2CD-7F03F050653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463179" y="352044"/>
            <a:ext cx="637854" cy="570712"/>
          </a:xfrm>
          <a:prstGeom prst="rect">
            <a:avLst/>
          </a:prstGeom>
        </p:spPr>
      </p:pic>
      <p:sp>
        <p:nvSpPr>
          <p:cNvPr id="8" name="Google Shape;833;p62">
            <a:extLst>
              <a:ext uri="{FF2B5EF4-FFF2-40B4-BE49-F238E27FC236}">
                <a16:creationId xmlns:a16="http://schemas.microsoft.com/office/drawing/2014/main" id="{E84809E6-C410-2610-1BA9-06CF5053A49D}"/>
              </a:ext>
            </a:extLst>
          </p:cNvPr>
          <p:cNvSpPr txBox="1"/>
          <p:nvPr/>
        </p:nvSpPr>
        <p:spPr>
          <a:xfrm>
            <a:off x="17222988" y="26274"/>
            <a:ext cx="1056007" cy="290770"/>
          </a:xfrm>
          <a:prstGeom prst="rect">
            <a:avLst/>
          </a:prstGeom>
          <a:noFill/>
          <a:ln>
            <a:noFill/>
          </a:ln>
        </p:spPr>
        <p:txBody>
          <a:bodyPr spcFirstLastPara="1" wrap="square" lIns="91425" tIns="45700" rIns="91425" bIns="45700" anchor="t" anchorCtr="0">
            <a:noAutofit/>
          </a:bodyPr>
          <a:lstStyle/>
          <a:p>
            <a:pPr marL="0" marR="0" lvl="0" indent="0" algn="ctr" rtl="0">
              <a:lnSpc>
                <a:spcPct val="107000"/>
              </a:lnSpc>
              <a:spcBef>
                <a:spcPts val="0"/>
              </a:spcBef>
              <a:spcAft>
                <a:spcPts val="0"/>
              </a:spcAft>
              <a:buClr>
                <a:srgbClr val="000000"/>
              </a:buClr>
              <a:buSzPts val="2700"/>
              <a:buFont typeface="Arial"/>
              <a:buNone/>
            </a:pPr>
            <a:r>
              <a:rPr lang="pt-BR" sz="1200" b="1" i="0" u="none" strike="noStrike" cap="none">
                <a:solidFill>
                  <a:schemeClr val="lt1"/>
                </a:solidFill>
                <a:latin typeface="Poppins"/>
                <a:ea typeface="Poppins"/>
                <a:cs typeface="Poppins"/>
                <a:sym typeface="Poppins"/>
              </a:rPr>
              <a:t>Registro</a:t>
            </a:r>
            <a:endParaRPr sz="1200"/>
          </a:p>
          <a:p>
            <a:pPr marL="0" marR="0" lvl="0" indent="0" algn="r" rtl="0">
              <a:lnSpc>
                <a:spcPct val="107000"/>
              </a:lnSpc>
              <a:spcBef>
                <a:spcPts val="1073"/>
              </a:spcBef>
              <a:spcAft>
                <a:spcPts val="0"/>
              </a:spcAft>
              <a:buClr>
                <a:srgbClr val="000000"/>
              </a:buClr>
              <a:buSzPts val="2700"/>
              <a:buFont typeface="Arial"/>
              <a:buNone/>
            </a:pPr>
            <a:endParaRPr sz="1200" b="0" i="0" u="none" strike="noStrike" cap="none">
              <a:solidFill>
                <a:schemeClr val="lt1"/>
              </a:solidFill>
              <a:latin typeface="Poppins Light"/>
              <a:ea typeface="Poppins Light"/>
              <a:cs typeface="Poppins Light"/>
              <a:sym typeface="Poppins Light"/>
            </a:endParaRPr>
          </a:p>
        </p:txBody>
      </p:sp>
      <p:sp>
        <p:nvSpPr>
          <p:cNvPr id="9" name="Google Shape;369;p6">
            <a:extLst>
              <a:ext uri="{FF2B5EF4-FFF2-40B4-BE49-F238E27FC236}">
                <a16:creationId xmlns:a16="http://schemas.microsoft.com/office/drawing/2014/main" id="{2325A8F4-4671-FDF3-120A-B75D50FD4C93}"/>
              </a:ext>
            </a:extLst>
          </p:cNvPr>
          <p:cNvSpPr/>
          <p:nvPr/>
        </p:nvSpPr>
        <p:spPr>
          <a:xfrm flipH="1">
            <a:off x="17215628" y="-7710"/>
            <a:ext cx="1079303" cy="1077425"/>
          </a:xfrm>
          <a:custGeom>
            <a:avLst/>
            <a:gdLst/>
            <a:ahLst/>
            <a:cxnLst/>
            <a:rect l="l" t="t" r="r" b="b"/>
            <a:pathLst>
              <a:path w="1124452" h="1216244" extrusionOk="0">
                <a:moveTo>
                  <a:pt x="0" y="0"/>
                </a:moveTo>
                <a:lnTo>
                  <a:pt x="1124452" y="0"/>
                </a:lnTo>
                <a:lnTo>
                  <a:pt x="1124452" y="0"/>
                </a:lnTo>
                <a:lnTo>
                  <a:pt x="1124452" y="803180"/>
                </a:lnTo>
                <a:cubicBezTo>
                  <a:pt x="1124452" y="1031308"/>
                  <a:pt x="939516" y="1216244"/>
                  <a:pt x="711388" y="1216244"/>
                </a:cubicBezTo>
                <a:lnTo>
                  <a:pt x="0" y="1216244"/>
                </a:lnTo>
                <a:lnTo>
                  <a:pt x="0" y="1216244"/>
                </a:lnTo>
                <a:lnTo>
                  <a:pt x="0" y="0"/>
                </a:lnTo>
                <a:lnTo>
                  <a:pt x="0" y="0"/>
                </a:lnTo>
                <a:close/>
              </a:path>
            </a:pathLst>
          </a:custGeom>
          <a:solidFill>
            <a:srgbClr val="529AC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0" name="Google Shape;370;p6">
            <a:extLst>
              <a:ext uri="{FF2B5EF4-FFF2-40B4-BE49-F238E27FC236}">
                <a16:creationId xmlns:a16="http://schemas.microsoft.com/office/drawing/2014/main" id="{EBD4FF04-522F-0119-7FAA-5D0089647643}"/>
              </a:ext>
            </a:extLst>
          </p:cNvPr>
          <p:cNvGrpSpPr/>
          <p:nvPr/>
        </p:nvGrpSpPr>
        <p:grpSpPr>
          <a:xfrm>
            <a:off x="17488406" y="300855"/>
            <a:ext cx="573923" cy="684000"/>
            <a:chOff x="16810081" y="921861"/>
            <a:chExt cx="743773" cy="886429"/>
          </a:xfrm>
        </p:grpSpPr>
        <p:grpSp>
          <p:nvGrpSpPr>
            <p:cNvPr id="11" name="Google Shape;371;p6">
              <a:extLst>
                <a:ext uri="{FF2B5EF4-FFF2-40B4-BE49-F238E27FC236}">
                  <a16:creationId xmlns:a16="http://schemas.microsoft.com/office/drawing/2014/main" id="{F404E4A2-FDFA-FD38-1CF8-7788725DF8C4}"/>
                </a:ext>
              </a:extLst>
            </p:cNvPr>
            <p:cNvGrpSpPr/>
            <p:nvPr/>
          </p:nvGrpSpPr>
          <p:grpSpPr>
            <a:xfrm>
              <a:off x="16810084" y="1434434"/>
              <a:ext cx="691713" cy="373856"/>
              <a:chOff x="16866377" y="1492565"/>
              <a:chExt cx="691713" cy="373856"/>
            </a:xfrm>
          </p:grpSpPr>
          <p:sp>
            <p:nvSpPr>
              <p:cNvPr id="15" name="Google Shape;372;p6">
                <a:extLst>
                  <a:ext uri="{FF2B5EF4-FFF2-40B4-BE49-F238E27FC236}">
                    <a16:creationId xmlns:a16="http://schemas.microsoft.com/office/drawing/2014/main" id="{8AACA87E-8E72-AE22-CB0E-C17835388C0C}"/>
                  </a:ext>
                </a:extLst>
              </p:cNvPr>
              <p:cNvSpPr/>
              <p:nvPr/>
            </p:nvSpPr>
            <p:spPr>
              <a:xfrm>
                <a:off x="17335767" y="1492565"/>
                <a:ext cx="148209" cy="148209"/>
              </a:xfrm>
              <a:custGeom>
                <a:avLst/>
                <a:gdLst/>
                <a:ahLst/>
                <a:cxnLst/>
                <a:rect l="l" t="t" r="r" b="b"/>
                <a:pathLst>
                  <a:path w="148209" h="148209" extrusionOk="0">
                    <a:moveTo>
                      <a:pt x="148209" y="74104"/>
                    </a:moveTo>
                    <a:cubicBezTo>
                      <a:pt x="148209" y="115031"/>
                      <a:pt x="115031" y="148209"/>
                      <a:pt x="74104" y="148209"/>
                    </a:cubicBezTo>
                    <a:cubicBezTo>
                      <a:pt x="33178" y="148209"/>
                      <a:pt x="0" y="115031"/>
                      <a:pt x="0" y="74104"/>
                    </a:cubicBezTo>
                    <a:cubicBezTo>
                      <a:pt x="0" y="33178"/>
                      <a:pt x="33178" y="0"/>
                      <a:pt x="74104" y="0"/>
                    </a:cubicBezTo>
                    <a:cubicBezTo>
                      <a:pt x="115031" y="0"/>
                      <a:pt x="148209" y="33178"/>
                      <a:pt x="148209" y="7410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 name="Google Shape;373;p6">
                <a:extLst>
                  <a:ext uri="{FF2B5EF4-FFF2-40B4-BE49-F238E27FC236}">
                    <a16:creationId xmlns:a16="http://schemas.microsoft.com/office/drawing/2014/main" id="{F93CD394-7DC1-0A74-7451-808F96E89CF6}"/>
                  </a:ext>
                </a:extLst>
              </p:cNvPr>
              <p:cNvSpPr/>
              <p:nvPr/>
            </p:nvSpPr>
            <p:spPr>
              <a:xfrm>
                <a:off x="16940479" y="1492565"/>
                <a:ext cx="148209" cy="148209"/>
              </a:xfrm>
              <a:custGeom>
                <a:avLst/>
                <a:gdLst/>
                <a:ahLst/>
                <a:cxnLst/>
                <a:rect l="l" t="t" r="r" b="b"/>
                <a:pathLst>
                  <a:path w="148209" h="148209" extrusionOk="0">
                    <a:moveTo>
                      <a:pt x="148209" y="74104"/>
                    </a:moveTo>
                    <a:cubicBezTo>
                      <a:pt x="148209" y="115031"/>
                      <a:pt x="115031" y="148209"/>
                      <a:pt x="74104" y="148209"/>
                    </a:cubicBezTo>
                    <a:cubicBezTo>
                      <a:pt x="33178" y="148209"/>
                      <a:pt x="0" y="115031"/>
                      <a:pt x="0" y="74104"/>
                    </a:cubicBezTo>
                    <a:cubicBezTo>
                      <a:pt x="0" y="33178"/>
                      <a:pt x="33178" y="0"/>
                      <a:pt x="74104" y="0"/>
                    </a:cubicBezTo>
                    <a:cubicBezTo>
                      <a:pt x="115031" y="0"/>
                      <a:pt x="148209" y="33178"/>
                      <a:pt x="148209" y="74104"/>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 name="Google Shape;374;p6">
                <a:extLst>
                  <a:ext uri="{FF2B5EF4-FFF2-40B4-BE49-F238E27FC236}">
                    <a16:creationId xmlns:a16="http://schemas.microsoft.com/office/drawing/2014/main" id="{DEA28EB7-ED40-9E00-3697-A96D76F771D1}"/>
                  </a:ext>
                </a:extLst>
              </p:cNvPr>
              <p:cNvSpPr/>
              <p:nvPr/>
            </p:nvSpPr>
            <p:spPr>
              <a:xfrm>
                <a:off x="17289475" y="1660871"/>
                <a:ext cx="268615" cy="148399"/>
              </a:xfrm>
              <a:custGeom>
                <a:avLst/>
                <a:gdLst/>
                <a:ahLst/>
                <a:cxnLst/>
                <a:rect l="l" t="t" r="r" b="b"/>
                <a:pathLst>
                  <a:path w="268615" h="148399" extrusionOk="0">
                    <a:moveTo>
                      <a:pt x="253746" y="44101"/>
                    </a:moveTo>
                    <a:cubicBezTo>
                      <a:pt x="232401" y="27476"/>
                      <a:pt x="207702" y="15681"/>
                      <a:pt x="181356" y="9525"/>
                    </a:cubicBezTo>
                    <a:cubicBezTo>
                      <a:pt x="161530" y="3742"/>
                      <a:pt x="141041" y="541"/>
                      <a:pt x="120396" y="0"/>
                    </a:cubicBezTo>
                    <a:cubicBezTo>
                      <a:pt x="99702" y="-45"/>
                      <a:pt x="79130" y="3169"/>
                      <a:pt x="59436" y="9525"/>
                    </a:cubicBezTo>
                    <a:cubicBezTo>
                      <a:pt x="39707" y="14783"/>
                      <a:pt x="20843" y="22868"/>
                      <a:pt x="3429" y="33529"/>
                    </a:cubicBezTo>
                    <a:cubicBezTo>
                      <a:pt x="2286" y="34862"/>
                      <a:pt x="1238" y="36196"/>
                      <a:pt x="0" y="37434"/>
                    </a:cubicBezTo>
                    <a:cubicBezTo>
                      <a:pt x="27701" y="44889"/>
                      <a:pt x="53615" y="57847"/>
                      <a:pt x="76200" y="75534"/>
                    </a:cubicBezTo>
                    <a:cubicBezTo>
                      <a:pt x="94021" y="88541"/>
                      <a:pt x="104425" y="109385"/>
                      <a:pt x="104108" y="131446"/>
                    </a:cubicBezTo>
                    <a:lnTo>
                      <a:pt x="104108" y="148400"/>
                    </a:lnTo>
                    <a:lnTo>
                      <a:pt x="268605" y="148400"/>
                    </a:lnTo>
                    <a:lnTo>
                      <a:pt x="268605" y="73819"/>
                    </a:lnTo>
                    <a:cubicBezTo>
                      <a:pt x="268892" y="62061"/>
                      <a:pt x="263324" y="50927"/>
                      <a:pt x="253746" y="44101"/>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 name="Google Shape;375;p6">
                <a:extLst>
                  <a:ext uri="{FF2B5EF4-FFF2-40B4-BE49-F238E27FC236}">
                    <a16:creationId xmlns:a16="http://schemas.microsoft.com/office/drawing/2014/main" id="{166BA2CE-22AF-49C2-365C-752EB83D8E29}"/>
                  </a:ext>
                </a:extLst>
              </p:cNvPr>
              <p:cNvSpPr/>
              <p:nvPr/>
            </p:nvSpPr>
            <p:spPr>
              <a:xfrm>
                <a:off x="16866377" y="1660872"/>
                <a:ext cx="268605" cy="148398"/>
              </a:xfrm>
              <a:custGeom>
                <a:avLst/>
                <a:gdLst/>
                <a:ahLst/>
                <a:cxnLst/>
                <a:rect l="l" t="t" r="r" b="b"/>
                <a:pathLst>
                  <a:path w="268605" h="148399" extrusionOk="0">
                    <a:moveTo>
                      <a:pt x="164687" y="131445"/>
                    </a:moveTo>
                    <a:cubicBezTo>
                      <a:pt x="164708" y="110012"/>
                      <a:pt x="174533" y="89766"/>
                      <a:pt x="191357" y="76486"/>
                    </a:cubicBezTo>
                    <a:lnTo>
                      <a:pt x="192500" y="75534"/>
                    </a:lnTo>
                    <a:lnTo>
                      <a:pt x="193739" y="74676"/>
                    </a:lnTo>
                    <a:cubicBezTo>
                      <a:pt x="216581" y="58427"/>
                      <a:pt x="241848" y="45890"/>
                      <a:pt x="268605" y="37529"/>
                    </a:cubicBezTo>
                    <a:cubicBezTo>
                      <a:pt x="266700" y="35529"/>
                      <a:pt x="264986" y="33433"/>
                      <a:pt x="263176" y="31338"/>
                    </a:cubicBezTo>
                    <a:cubicBezTo>
                      <a:pt x="246437" y="21538"/>
                      <a:pt x="228377" y="14193"/>
                      <a:pt x="209550" y="9525"/>
                    </a:cubicBezTo>
                    <a:cubicBezTo>
                      <a:pt x="189726" y="3734"/>
                      <a:pt x="169235" y="532"/>
                      <a:pt x="148590" y="0"/>
                    </a:cubicBezTo>
                    <a:cubicBezTo>
                      <a:pt x="127896" y="-39"/>
                      <a:pt x="107326" y="3176"/>
                      <a:pt x="87630" y="9525"/>
                    </a:cubicBezTo>
                    <a:cubicBezTo>
                      <a:pt x="61651" y="16693"/>
                      <a:pt x="37144" y="28399"/>
                      <a:pt x="15240" y="44101"/>
                    </a:cubicBezTo>
                    <a:cubicBezTo>
                      <a:pt x="5858" y="51134"/>
                      <a:pt x="236" y="62096"/>
                      <a:pt x="0" y="73819"/>
                    </a:cubicBezTo>
                    <a:lnTo>
                      <a:pt x="0" y="148400"/>
                    </a:lnTo>
                    <a:lnTo>
                      <a:pt x="164687" y="14840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376;p6">
                <a:extLst>
                  <a:ext uri="{FF2B5EF4-FFF2-40B4-BE49-F238E27FC236}">
                    <a16:creationId xmlns:a16="http://schemas.microsoft.com/office/drawing/2014/main" id="{5CE022FA-6BBD-8BFD-8623-AB7A14ACF4B7}"/>
                  </a:ext>
                </a:extLst>
              </p:cNvPr>
              <p:cNvSpPr/>
              <p:nvPr/>
            </p:nvSpPr>
            <p:spPr>
              <a:xfrm>
                <a:off x="17064018" y="1718592"/>
                <a:ext cx="296430" cy="147829"/>
              </a:xfrm>
              <a:custGeom>
                <a:avLst/>
                <a:gdLst/>
                <a:ahLst/>
                <a:cxnLst/>
                <a:rect l="l" t="t" r="r" b="b"/>
                <a:pathLst>
                  <a:path w="296430" h="147829" extrusionOk="0">
                    <a:moveTo>
                      <a:pt x="0" y="147830"/>
                    </a:moveTo>
                    <a:lnTo>
                      <a:pt x="0" y="73725"/>
                    </a:lnTo>
                    <a:cubicBezTo>
                      <a:pt x="45" y="62069"/>
                      <a:pt x="5544" y="51107"/>
                      <a:pt x="14859" y="44102"/>
                    </a:cubicBezTo>
                    <a:cubicBezTo>
                      <a:pt x="36723" y="28334"/>
                      <a:pt x="61243" y="16622"/>
                      <a:pt x="87249" y="9527"/>
                    </a:cubicBezTo>
                    <a:cubicBezTo>
                      <a:pt x="106934" y="3133"/>
                      <a:pt x="127512" y="-82"/>
                      <a:pt x="148209" y="2"/>
                    </a:cubicBezTo>
                    <a:cubicBezTo>
                      <a:pt x="168859" y="486"/>
                      <a:pt x="189355" y="3690"/>
                      <a:pt x="209169" y="9527"/>
                    </a:cubicBezTo>
                    <a:cubicBezTo>
                      <a:pt x="235567" y="15619"/>
                      <a:pt x="260308" y="27421"/>
                      <a:pt x="281654" y="44102"/>
                    </a:cubicBezTo>
                    <a:cubicBezTo>
                      <a:pt x="291195" y="50908"/>
                      <a:pt x="296728" y="62010"/>
                      <a:pt x="296418" y="73725"/>
                    </a:cubicBezTo>
                    <a:lnTo>
                      <a:pt x="296418" y="147830"/>
                    </a:ln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377;p6">
                <a:extLst>
                  <a:ext uri="{FF2B5EF4-FFF2-40B4-BE49-F238E27FC236}">
                    <a16:creationId xmlns:a16="http://schemas.microsoft.com/office/drawing/2014/main" id="{CF671D2C-9A1C-E9CD-E65B-E9E3082824C6}"/>
                  </a:ext>
                </a:extLst>
              </p:cNvPr>
              <p:cNvSpPr/>
              <p:nvPr/>
            </p:nvSpPr>
            <p:spPr>
              <a:xfrm>
                <a:off x="17138123" y="1550192"/>
                <a:ext cx="148209" cy="148209"/>
              </a:xfrm>
              <a:custGeom>
                <a:avLst/>
                <a:gdLst/>
                <a:ahLst/>
                <a:cxnLst/>
                <a:rect l="l" t="t" r="r" b="b"/>
                <a:pathLst>
                  <a:path w="148209" h="148209" extrusionOk="0">
                    <a:moveTo>
                      <a:pt x="148209" y="74105"/>
                    </a:moveTo>
                    <a:cubicBezTo>
                      <a:pt x="148209" y="115031"/>
                      <a:pt x="115031" y="148209"/>
                      <a:pt x="74105" y="148209"/>
                    </a:cubicBezTo>
                    <a:cubicBezTo>
                      <a:pt x="33178" y="148209"/>
                      <a:pt x="0" y="115031"/>
                      <a:pt x="0" y="74105"/>
                    </a:cubicBezTo>
                    <a:cubicBezTo>
                      <a:pt x="0" y="33178"/>
                      <a:pt x="33178" y="0"/>
                      <a:pt x="74105" y="0"/>
                    </a:cubicBezTo>
                    <a:cubicBezTo>
                      <a:pt x="115031" y="0"/>
                      <a:pt x="148209" y="33178"/>
                      <a:pt x="148209" y="7410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nvGrpSpPr>
            <p:cNvPr id="12" name="Google Shape;378;p6">
              <a:extLst>
                <a:ext uri="{FF2B5EF4-FFF2-40B4-BE49-F238E27FC236}">
                  <a16:creationId xmlns:a16="http://schemas.microsoft.com/office/drawing/2014/main" id="{E0884E2D-EC65-1D04-4F75-8DA74C5A1B52}"/>
                </a:ext>
              </a:extLst>
            </p:cNvPr>
            <p:cNvGrpSpPr/>
            <p:nvPr/>
          </p:nvGrpSpPr>
          <p:grpSpPr>
            <a:xfrm>
              <a:off x="16810081" y="921861"/>
              <a:ext cx="743773" cy="512573"/>
              <a:chOff x="16933626" y="782036"/>
              <a:chExt cx="743773" cy="512573"/>
            </a:xfrm>
          </p:grpSpPr>
          <p:sp>
            <p:nvSpPr>
              <p:cNvPr id="13" name="Google Shape;379;p6">
                <a:extLst>
                  <a:ext uri="{FF2B5EF4-FFF2-40B4-BE49-F238E27FC236}">
                    <a16:creationId xmlns:a16="http://schemas.microsoft.com/office/drawing/2014/main" id="{363CE017-DDE0-98C8-7D2E-008DA1C4DD5D}"/>
                  </a:ext>
                </a:extLst>
              </p:cNvPr>
              <p:cNvSpPr/>
              <p:nvPr/>
            </p:nvSpPr>
            <p:spPr>
              <a:xfrm>
                <a:off x="16933626" y="782036"/>
                <a:ext cx="476249" cy="428625"/>
              </a:xfrm>
              <a:custGeom>
                <a:avLst/>
                <a:gdLst/>
                <a:ahLst/>
                <a:cxnLst/>
                <a:rect l="l" t="t" r="r" b="b"/>
                <a:pathLst>
                  <a:path w="476250" h="428625" extrusionOk="0">
                    <a:moveTo>
                      <a:pt x="323850" y="66675"/>
                    </a:moveTo>
                    <a:lnTo>
                      <a:pt x="476250" y="66675"/>
                    </a:lnTo>
                    <a:lnTo>
                      <a:pt x="476250" y="38100"/>
                    </a:lnTo>
                    <a:cubicBezTo>
                      <a:pt x="476250" y="17145"/>
                      <a:pt x="459105" y="0"/>
                      <a:pt x="438150" y="0"/>
                    </a:cubicBezTo>
                    <a:lnTo>
                      <a:pt x="38100" y="0"/>
                    </a:lnTo>
                    <a:cubicBezTo>
                      <a:pt x="17145" y="0"/>
                      <a:pt x="0" y="17145"/>
                      <a:pt x="0" y="38100"/>
                    </a:cubicBezTo>
                    <a:lnTo>
                      <a:pt x="0" y="295275"/>
                    </a:lnTo>
                    <a:cubicBezTo>
                      <a:pt x="0" y="316230"/>
                      <a:pt x="17145" y="333375"/>
                      <a:pt x="38100" y="333375"/>
                    </a:cubicBezTo>
                    <a:lnTo>
                      <a:pt x="95250" y="333375"/>
                    </a:lnTo>
                    <a:lnTo>
                      <a:pt x="95250" y="428625"/>
                    </a:lnTo>
                    <a:lnTo>
                      <a:pt x="190500" y="333375"/>
                    </a:lnTo>
                    <a:lnTo>
                      <a:pt x="247650" y="333375"/>
                    </a:lnTo>
                    <a:lnTo>
                      <a:pt x="247650" y="142875"/>
                    </a:lnTo>
                    <a:cubicBezTo>
                      <a:pt x="247650" y="100965"/>
                      <a:pt x="281940" y="66675"/>
                      <a:pt x="323850" y="66675"/>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 name="Google Shape;380;p6">
                <a:extLst>
                  <a:ext uri="{FF2B5EF4-FFF2-40B4-BE49-F238E27FC236}">
                    <a16:creationId xmlns:a16="http://schemas.microsoft.com/office/drawing/2014/main" id="{4AE6FFCB-FE99-CA85-D93C-5F3561465D51}"/>
                  </a:ext>
                </a:extLst>
              </p:cNvPr>
              <p:cNvSpPr/>
              <p:nvPr/>
            </p:nvSpPr>
            <p:spPr>
              <a:xfrm>
                <a:off x="17201150" y="865984"/>
                <a:ext cx="476249" cy="428625"/>
              </a:xfrm>
              <a:custGeom>
                <a:avLst/>
                <a:gdLst/>
                <a:ahLst/>
                <a:cxnLst/>
                <a:rect l="l" t="t" r="r" b="b"/>
                <a:pathLst>
                  <a:path w="476250" h="428625" extrusionOk="0">
                    <a:moveTo>
                      <a:pt x="438150" y="0"/>
                    </a:moveTo>
                    <a:lnTo>
                      <a:pt x="38100" y="0"/>
                    </a:lnTo>
                    <a:cubicBezTo>
                      <a:pt x="17145" y="0"/>
                      <a:pt x="0" y="17145"/>
                      <a:pt x="0" y="38100"/>
                    </a:cubicBezTo>
                    <a:lnTo>
                      <a:pt x="0" y="295275"/>
                    </a:lnTo>
                    <a:cubicBezTo>
                      <a:pt x="0" y="316230"/>
                      <a:pt x="17145" y="333375"/>
                      <a:pt x="38100" y="333375"/>
                    </a:cubicBezTo>
                    <a:lnTo>
                      <a:pt x="285750" y="333375"/>
                    </a:lnTo>
                    <a:lnTo>
                      <a:pt x="381000" y="428625"/>
                    </a:lnTo>
                    <a:lnTo>
                      <a:pt x="381000" y="333375"/>
                    </a:lnTo>
                    <a:lnTo>
                      <a:pt x="438150" y="333375"/>
                    </a:lnTo>
                    <a:cubicBezTo>
                      <a:pt x="459105" y="333375"/>
                      <a:pt x="476250" y="316230"/>
                      <a:pt x="476250" y="295275"/>
                    </a:cubicBezTo>
                    <a:lnTo>
                      <a:pt x="476250" y="38100"/>
                    </a:lnTo>
                    <a:cubicBezTo>
                      <a:pt x="476250" y="17145"/>
                      <a:pt x="459105" y="0"/>
                      <a:pt x="438150" y="0"/>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grpSp>
      <p:sp>
        <p:nvSpPr>
          <p:cNvPr id="21" name="Google Shape;381;p6">
            <a:extLst>
              <a:ext uri="{FF2B5EF4-FFF2-40B4-BE49-F238E27FC236}">
                <a16:creationId xmlns:a16="http://schemas.microsoft.com/office/drawing/2014/main" id="{EECCB81B-B654-518D-B38E-4ABC06868B7E}"/>
              </a:ext>
            </a:extLst>
          </p:cNvPr>
          <p:cNvSpPr txBox="1"/>
          <p:nvPr/>
        </p:nvSpPr>
        <p:spPr>
          <a:xfrm>
            <a:off x="17200378" y="-30480"/>
            <a:ext cx="1082575" cy="298085"/>
          </a:xfrm>
          <a:prstGeom prst="rect">
            <a:avLst/>
          </a:prstGeom>
          <a:noFill/>
          <a:ln>
            <a:noFill/>
          </a:ln>
        </p:spPr>
        <p:txBody>
          <a:bodyPr spcFirstLastPara="1" wrap="square" lIns="91425" tIns="45700" rIns="91425" bIns="45700" anchor="t" anchorCtr="0">
            <a:noAutofit/>
          </a:bodyPr>
          <a:lstStyle/>
          <a:p>
            <a:pPr marL="0" marR="0" lvl="0" indent="0" algn="ctr" rtl="0">
              <a:lnSpc>
                <a:spcPct val="107000"/>
              </a:lnSpc>
              <a:spcBef>
                <a:spcPts val="0"/>
              </a:spcBef>
              <a:spcAft>
                <a:spcPts val="0"/>
              </a:spcAft>
              <a:buClr>
                <a:srgbClr val="000000"/>
              </a:buClr>
              <a:buSzPts val="2700"/>
              <a:buFont typeface="Arial"/>
              <a:buNone/>
            </a:pPr>
            <a:r>
              <a:rPr lang="pt-BR" sz="1400" b="1" i="0" u="none" strike="noStrike" cap="none">
                <a:solidFill>
                  <a:schemeClr val="lt1"/>
                </a:solidFill>
                <a:latin typeface="Poppins"/>
                <a:ea typeface="Poppins"/>
                <a:cs typeface="Poppins"/>
                <a:sym typeface="Poppins"/>
              </a:rPr>
              <a:t>Diálogo</a:t>
            </a:r>
            <a:endParaRPr sz="1200" b="0" i="0" u="none" strike="noStrike" cap="none">
              <a:solidFill>
                <a:srgbClr val="000000"/>
              </a:solidFill>
              <a:latin typeface="Poppins"/>
              <a:ea typeface="Poppins"/>
              <a:cs typeface="Poppins"/>
              <a:sym typeface="Poppins"/>
            </a:endParaRPr>
          </a:p>
          <a:p>
            <a:pPr marL="0" marR="0" lvl="0" indent="0" algn="r" rtl="0">
              <a:lnSpc>
                <a:spcPct val="107000"/>
              </a:lnSpc>
              <a:spcBef>
                <a:spcPts val="1073"/>
              </a:spcBef>
              <a:spcAft>
                <a:spcPts val="0"/>
              </a:spcAft>
              <a:buClr>
                <a:srgbClr val="000000"/>
              </a:buClr>
              <a:buSzPts val="2700"/>
              <a:buFont typeface="Arial"/>
              <a:buNone/>
            </a:pPr>
            <a:endParaRPr sz="2000" b="0" i="0" u="none" strike="noStrike" cap="none">
              <a:solidFill>
                <a:schemeClr val="lt1"/>
              </a:solidFill>
              <a:latin typeface="Poppins"/>
              <a:ea typeface="Poppins"/>
              <a:cs typeface="Poppins"/>
              <a:sym typeface="Poppins"/>
            </a:endParaRPr>
          </a:p>
        </p:txBody>
      </p:sp>
    </p:spTree>
    <p:extLst>
      <p:ext uri="{BB962C8B-B14F-4D97-AF65-F5344CB8AC3E}">
        <p14:creationId xmlns:p14="http://schemas.microsoft.com/office/powerpoint/2010/main" val="32539703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Espaço Reservado para Texto 42">
            <a:extLst>
              <a:ext uri="{FF2B5EF4-FFF2-40B4-BE49-F238E27FC236}">
                <a16:creationId xmlns:a16="http://schemas.microsoft.com/office/drawing/2014/main" id="{ED977AD9-D788-71CA-520D-A67C9E2F11D4}"/>
              </a:ext>
            </a:extLst>
          </p:cNvPr>
          <p:cNvSpPr>
            <a:spLocks noGrp="1"/>
          </p:cNvSpPr>
          <p:nvPr>
            <p:ph type="body" sz="quarter" idx="10"/>
          </p:nvPr>
        </p:nvSpPr>
        <p:spPr>
          <a:xfrm>
            <a:off x="4286885" y="524490"/>
            <a:ext cx="10566540" cy="1259705"/>
          </a:xfrm>
          <a:prstGeom prst="rect">
            <a:avLst/>
          </a:prstGeom>
        </p:spPr>
        <p:txBody>
          <a:bodyPr/>
          <a:lstStyle/>
          <a:p>
            <a:r>
              <a:rPr lang="pt-BR" sz="4500" b="1" dirty="0">
                <a:solidFill>
                  <a:srgbClr val="FF161F"/>
                </a:solidFill>
                <a:latin typeface="Poppins" pitchFamily="2" charset="77"/>
                <a:cs typeface="Poppins" pitchFamily="2" charset="77"/>
              </a:rPr>
              <a:t>Explorando pré-processadores CSS – SASS e LESS</a:t>
            </a:r>
          </a:p>
          <a:p>
            <a:pPr lvl="0"/>
            <a:endParaRPr lang="pt-BR" sz="4500" b="1" dirty="0">
              <a:solidFill>
                <a:srgbClr val="FF161F"/>
              </a:solidFill>
              <a:latin typeface="Poppins" pitchFamily="2" charset="77"/>
              <a:cs typeface="Poppins" pitchFamily="2" charset="77"/>
            </a:endParaRPr>
          </a:p>
        </p:txBody>
      </p:sp>
      <p:sp>
        <p:nvSpPr>
          <p:cNvPr id="24" name="Espaço Reservado para Texto 42">
            <a:extLst>
              <a:ext uri="{FF2B5EF4-FFF2-40B4-BE49-F238E27FC236}">
                <a16:creationId xmlns:a16="http://schemas.microsoft.com/office/drawing/2014/main" id="{87F3C3DB-7926-FC85-BAC8-B57EFF1FD581}"/>
              </a:ext>
            </a:extLst>
          </p:cNvPr>
          <p:cNvSpPr>
            <a:spLocks noGrp="1"/>
          </p:cNvSpPr>
          <p:nvPr>
            <p:ph type="body" sz="quarter" idx="12"/>
          </p:nvPr>
        </p:nvSpPr>
        <p:spPr>
          <a:xfrm>
            <a:off x="1358819" y="6671545"/>
            <a:ext cx="2378590" cy="642937"/>
          </a:xfrm>
          <a:prstGeom prst="rect">
            <a:avLst/>
          </a:prstGeom>
        </p:spPr>
        <p:txBody>
          <a:bodyPr/>
          <a:lstStyle/>
          <a:p>
            <a:pPr lvl="0"/>
            <a:r>
              <a:rPr lang="pt-BR" sz="1800" b="1" dirty="0">
                <a:latin typeface="Poppins" pitchFamily="2" charset="77"/>
                <a:cs typeface="Poppins" pitchFamily="2" charset="77"/>
              </a:rPr>
              <a:t>42 minutos</a:t>
            </a:r>
          </a:p>
        </p:txBody>
      </p:sp>
      <p:pic>
        <p:nvPicPr>
          <p:cNvPr id="5" name="Google Shape;578;p38">
            <a:extLst>
              <a:ext uri="{FF2B5EF4-FFF2-40B4-BE49-F238E27FC236}">
                <a16:creationId xmlns:a16="http://schemas.microsoft.com/office/drawing/2014/main" id="{897F6E87-64D3-F33F-643C-025FF0491CCB}"/>
              </a:ext>
            </a:extLst>
          </p:cNvPr>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699162" y="6575300"/>
            <a:ext cx="457727" cy="457727"/>
          </a:xfrm>
          <a:prstGeom prst="rect">
            <a:avLst/>
          </a:prstGeom>
          <a:noFill/>
          <a:ln>
            <a:noFill/>
          </a:ln>
        </p:spPr>
      </p:pic>
      <p:sp>
        <p:nvSpPr>
          <p:cNvPr id="47" name="Google Shape;1317;p91">
            <a:extLst>
              <a:ext uri="{FF2B5EF4-FFF2-40B4-BE49-F238E27FC236}">
                <a16:creationId xmlns:a16="http://schemas.microsoft.com/office/drawing/2014/main" id="{BE0761B1-C604-351D-2C4A-F200FF84B88A}"/>
              </a:ext>
            </a:extLst>
          </p:cNvPr>
          <p:cNvSpPr txBox="1"/>
          <p:nvPr/>
        </p:nvSpPr>
        <p:spPr>
          <a:xfrm>
            <a:off x="4858088" y="4452673"/>
            <a:ext cx="5200314" cy="1708120"/>
          </a:xfrm>
          <a:prstGeom prst="rect">
            <a:avLst/>
          </a:prstGeom>
          <a:noFill/>
          <a:ln>
            <a:noFill/>
          </a:ln>
        </p:spPr>
        <p:txBody>
          <a:bodyPr spcFirstLastPara="1" wrap="square" lIns="91425" tIns="45700" rIns="91425" bIns="45700" anchor="t" anchorCtr="0">
            <a:spAutoFit/>
          </a:bodyPr>
          <a:lstStyle/>
          <a:p>
            <a:pPr marL="342900" marR="0" lvl="0" indent="-342900" algn="l" defTabSz="914400" rtl="0" eaLnBrk="1" fontAlgn="auto" latinLnBrk="0" hangingPunct="1">
              <a:lnSpc>
                <a:spcPct val="150000"/>
              </a:lnSpc>
              <a:spcBef>
                <a:spcPts val="600"/>
              </a:spcBef>
              <a:spcAft>
                <a:spcPts val="0"/>
              </a:spcAft>
              <a:buClr>
                <a:srgbClr val="000000"/>
              </a:buClr>
              <a:buSzPct val="100000"/>
              <a:buFont typeface="Arial"/>
              <a:buChar char="•"/>
              <a:tabLst/>
              <a:defRPr/>
            </a:pPr>
            <a:r>
              <a:rPr kumimoji="0" lang="pt-BR" sz="2000" b="0" i="0" u="none" strike="noStrike" kern="0" cap="none" spc="0" normalizeH="0" baseline="0" noProof="0" dirty="0">
                <a:ln>
                  <a:noFill/>
                </a:ln>
                <a:solidFill>
                  <a:srgbClr val="000000"/>
                </a:solidFill>
                <a:effectLst/>
                <a:uLnTx/>
                <a:uFillTx/>
                <a:latin typeface="Poppins" pitchFamily="2" charset="77"/>
                <a:ea typeface="Poppins Light"/>
                <a:cs typeface="Poppins" pitchFamily="2" charset="77"/>
                <a:sym typeface="Poppins Light"/>
              </a:rPr>
              <a:t>Computador com internet;</a:t>
            </a:r>
          </a:p>
          <a:p>
            <a:pPr marL="342900" marR="0" lvl="0" indent="-342900" algn="l" defTabSz="914400" rtl="0" eaLnBrk="1" fontAlgn="auto" latinLnBrk="0" hangingPunct="1">
              <a:lnSpc>
                <a:spcPct val="150000"/>
              </a:lnSpc>
              <a:spcBef>
                <a:spcPts val="600"/>
              </a:spcBef>
              <a:spcAft>
                <a:spcPts val="0"/>
              </a:spcAft>
              <a:buClr>
                <a:srgbClr val="000000"/>
              </a:buClr>
              <a:buSzPct val="100000"/>
              <a:buFont typeface="Arial"/>
              <a:buChar char="•"/>
              <a:tabLst/>
              <a:defRPr/>
            </a:pPr>
            <a:r>
              <a:rPr kumimoji="0" lang="pt-BR" sz="2000" b="0" i="0" u="none" strike="noStrike" kern="0" cap="none" spc="0" normalizeH="0" baseline="0" noProof="0" dirty="0">
                <a:ln>
                  <a:noFill/>
                </a:ln>
                <a:solidFill>
                  <a:srgbClr val="000000"/>
                </a:solidFill>
                <a:effectLst/>
                <a:uLnTx/>
                <a:uFillTx/>
                <a:latin typeface="Poppins" pitchFamily="2" charset="77"/>
                <a:ea typeface="Poppins Light"/>
                <a:cs typeface="Poppins" pitchFamily="2" charset="77"/>
                <a:sym typeface="Poppins Light"/>
              </a:rPr>
              <a:t>Caderno para anotações;</a:t>
            </a:r>
          </a:p>
          <a:p>
            <a:pPr marL="342900" marR="0" lvl="0" indent="-342900" algn="l" defTabSz="914400" rtl="0" eaLnBrk="1" fontAlgn="auto" latinLnBrk="0" hangingPunct="1">
              <a:lnSpc>
                <a:spcPct val="150000"/>
              </a:lnSpc>
              <a:spcBef>
                <a:spcPts val="600"/>
              </a:spcBef>
              <a:spcAft>
                <a:spcPts val="0"/>
              </a:spcAft>
              <a:buClr>
                <a:srgbClr val="000000"/>
              </a:buClr>
              <a:buSzPct val="100000"/>
              <a:buFont typeface="Arial"/>
              <a:buChar char="•"/>
              <a:tabLst/>
              <a:defRPr/>
            </a:pPr>
            <a:r>
              <a:rPr kumimoji="0" lang="pt-BR" sz="2000" b="0" i="0" u="none" strike="noStrike" kern="0" cap="none" spc="0" normalizeH="0" baseline="0" noProof="0" dirty="0">
                <a:ln>
                  <a:noFill/>
                </a:ln>
                <a:solidFill>
                  <a:srgbClr val="000000"/>
                </a:solidFill>
                <a:effectLst/>
                <a:uLnTx/>
                <a:uFillTx/>
                <a:latin typeface="Poppins" pitchFamily="2" charset="77"/>
                <a:ea typeface="Poppins Light"/>
                <a:cs typeface="Poppins" pitchFamily="2" charset="77"/>
                <a:sym typeface="Poppins Light"/>
              </a:rPr>
              <a:t>1 caneta.</a:t>
            </a:r>
          </a:p>
        </p:txBody>
      </p:sp>
      <p:sp>
        <p:nvSpPr>
          <p:cNvPr id="48" name="Google Shape;1318;p91">
            <a:extLst>
              <a:ext uri="{FF2B5EF4-FFF2-40B4-BE49-F238E27FC236}">
                <a16:creationId xmlns:a16="http://schemas.microsoft.com/office/drawing/2014/main" id="{6896DD48-6ECD-C0A8-DF06-7FF5AC8D24FC}"/>
              </a:ext>
            </a:extLst>
          </p:cNvPr>
          <p:cNvSpPr txBox="1"/>
          <p:nvPr/>
        </p:nvSpPr>
        <p:spPr>
          <a:xfrm>
            <a:off x="11100000" y="4513907"/>
            <a:ext cx="5627582" cy="3170058"/>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marR="0" lvl="0" indent="-457200" algn="l" defTabSz="914400" rtl="0" eaLnBrk="1" fontAlgn="auto" latinLnBrk="0" hangingPunct="1">
              <a:lnSpc>
                <a:spcPct val="100000"/>
              </a:lnSpc>
              <a:spcBef>
                <a:spcPts val="0"/>
              </a:spcBef>
              <a:spcAft>
                <a:spcPts val="0"/>
              </a:spcAft>
              <a:buClr>
                <a:srgbClr val="000000"/>
              </a:buClr>
              <a:buSzPct val="100000"/>
              <a:buFont typeface="Arial"/>
              <a:buAutoNum type="arabicPeriod"/>
              <a:tabLst/>
              <a:defRPr/>
            </a:pPr>
            <a:r>
              <a:rPr kumimoji="0" lang="pt-BR" sz="2000" b="0" i="0" u="none" strike="noStrike" kern="0" cap="none" spc="0" normalizeH="0" baseline="0" noProof="0" dirty="0">
                <a:ln>
                  <a:noFill/>
                </a:ln>
                <a:solidFill>
                  <a:srgbClr val="000000"/>
                </a:solidFill>
                <a:effectLst/>
                <a:uLnTx/>
                <a:uFillTx/>
                <a:latin typeface="Poppins" panose="00000500000000000000" pitchFamily="2" charset="0"/>
                <a:ea typeface="Poppins Light"/>
                <a:cs typeface="Poppins" panose="00000500000000000000" pitchFamily="2" charset="0"/>
                <a:sym typeface="Poppins Light"/>
              </a:rPr>
              <a:t>Leiam com atenção a atividade proposta no roteiro;</a:t>
            </a:r>
          </a:p>
          <a:p>
            <a:pPr marL="457200" marR="0" lvl="0" indent="-457200" algn="l" defTabSz="914400" rtl="0" eaLnBrk="1" fontAlgn="auto" latinLnBrk="0" hangingPunct="1">
              <a:lnSpc>
                <a:spcPct val="100000"/>
              </a:lnSpc>
              <a:spcBef>
                <a:spcPts val="0"/>
              </a:spcBef>
              <a:spcAft>
                <a:spcPts val="0"/>
              </a:spcAft>
              <a:buClr>
                <a:srgbClr val="000000"/>
              </a:buClr>
              <a:buSzPct val="100000"/>
              <a:buFont typeface="Arial"/>
              <a:buAutoNum type="arabicPeriod"/>
              <a:tabLst/>
              <a:defRPr/>
            </a:pPr>
            <a:endParaRPr kumimoji="0" lang="pt-BR" sz="2000" b="0" i="0" u="none" strike="noStrike" kern="0" cap="none" spc="0" normalizeH="0" baseline="0" noProof="0" dirty="0">
              <a:ln>
                <a:noFill/>
              </a:ln>
              <a:solidFill>
                <a:srgbClr val="000000"/>
              </a:solidFill>
              <a:effectLst/>
              <a:uLnTx/>
              <a:uFillTx/>
              <a:latin typeface="Poppins" panose="00000500000000000000" pitchFamily="2" charset="0"/>
              <a:ea typeface="Poppins Light"/>
              <a:cs typeface="Poppins" panose="00000500000000000000" pitchFamily="2" charset="0"/>
              <a:sym typeface="Poppins Light"/>
            </a:endParaRPr>
          </a:p>
          <a:p>
            <a:pPr marL="457200" marR="0" lvl="0" indent="-457200" algn="l" defTabSz="914400" rtl="0" eaLnBrk="1" fontAlgn="auto" latinLnBrk="0" hangingPunct="1">
              <a:lnSpc>
                <a:spcPct val="100000"/>
              </a:lnSpc>
              <a:spcBef>
                <a:spcPts val="0"/>
              </a:spcBef>
              <a:spcAft>
                <a:spcPts val="0"/>
              </a:spcAft>
              <a:buClr>
                <a:srgbClr val="000000"/>
              </a:buClr>
              <a:buSzPct val="100000"/>
              <a:buFont typeface="Arial"/>
              <a:buAutoNum type="arabicPeriod"/>
              <a:tabLst/>
              <a:defRPr/>
            </a:pPr>
            <a:r>
              <a:rPr kumimoji="0" lang="pt-BR" sz="2000" b="0" i="0" u="none" strike="noStrike" kern="0" cap="none" spc="0" normalizeH="0" baseline="0" noProof="0" dirty="0">
                <a:ln>
                  <a:noFill/>
                </a:ln>
                <a:solidFill>
                  <a:srgbClr val="000000"/>
                </a:solidFill>
                <a:effectLst/>
                <a:uLnTx/>
                <a:uFillTx/>
                <a:latin typeface="Poppins" panose="00000500000000000000" pitchFamily="2" charset="0"/>
                <a:ea typeface="Poppins Light"/>
                <a:cs typeface="Poppins" panose="00000500000000000000" pitchFamily="2" charset="0"/>
                <a:sym typeface="Poppins Light"/>
              </a:rPr>
              <a:t>Antes de iniciar a atividade prática, realizem esboços no papel para definir sua intenção e resultado;​</a:t>
            </a:r>
          </a:p>
          <a:p>
            <a:pPr marL="457200" marR="0" lvl="0" indent="-457200" algn="l" defTabSz="914400" rtl="0" eaLnBrk="1" fontAlgn="auto" latinLnBrk="0" hangingPunct="1">
              <a:lnSpc>
                <a:spcPct val="100000"/>
              </a:lnSpc>
              <a:spcBef>
                <a:spcPts val="0"/>
              </a:spcBef>
              <a:spcAft>
                <a:spcPts val="0"/>
              </a:spcAft>
              <a:buClr>
                <a:srgbClr val="000000"/>
              </a:buClr>
              <a:buSzPct val="100000"/>
              <a:buFont typeface="Arial"/>
              <a:buAutoNum type="arabicPeriod"/>
              <a:tabLst/>
              <a:defRPr/>
            </a:pPr>
            <a:endParaRPr kumimoji="0" lang="pt-BR" sz="2000" b="0" i="0" u="none" strike="noStrike" kern="0" cap="none" spc="0" normalizeH="0" baseline="0" noProof="0" dirty="0">
              <a:ln>
                <a:noFill/>
              </a:ln>
              <a:solidFill>
                <a:srgbClr val="000000"/>
              </a:solidFill>
              <a:effectLst/>
              <a:uLnTx/>
              <a:uFillTx/>
              <a:latin typeface="Poppins" panose="00000500000000000000" pitchFamily="2" charset="0"/>
              <a:ea typeface="Poppins Light"/>
              <a:cs typeface="Poppins" panose="00000500000000000000" pitchFamily="2" charset="0"/>
              <a:sym typeface="Poppins Light"/>
            </a:endParaRPr>
          </a:p>
          <a:p>
            <a:pPr marL="457200" marR="0" lvl="0" indent="-457200" algn="l" defTabSz="914400" rtl="0" eaLnBrk="1" fontAlgn="auto" latinLnBrk="0" hangingPunct="1">
              <a:lnSpc>
                <a:spcPct val="100000"/>
              </a:lnSpc>
              <a:spcBef>
                <a:spcPts val="0"/>
              </a:spcBef>
              <a:spcAft>
                <a:spcPts val="0"/>
              </a:spcAft>
              <a:buClr>
                <a:srgbClr val="000000"/>
              </a:buClr>
              <a:buSzPct val="100000"/>
              <a:buFont typeface="Arial"/>
              <a:buAutoNum type="arabicPeriod"/>
              <a:tabLst/>
              <a:defRPr/>
            </a:pPr>
            <a:r>
              <a:rPr kumimoji="0" lang="pt-BR" sz="2000" b="0" i="0" u="none" strike="noStrike" kern="0" cap="none" spc="0" normalizeH="0" baseline="0" noProof="0" dirty="0">
                <a:ln>
                  <a:noFill/>
                </a:ln>
                <a:solidFill>
                  <a:srgbClr val="000000"/>
                </a:solidFill>
                <a:effectLst/>
                <a:uLnTx/>
                <a:uFillTx/>
                <a:latin typeface="Poppins" panose="00000500000000000000" pitchFamily="2" charset="0"/>
                <a:ea typeface="Poppins Light"/>
                <a:cs typeface="Poppins" panose="00000500000000000000" pitchFamily="2" charset="0"/>
                <a:sym typeface="Poppins Light"/>
              </a:rPr>
              <a:t>Utilizem as ferramentas de desenvolvimento disponíveis para a atividade.</a:t>
            </a:r>
          </a:p>
        </p:txBody>
      </p:sp>
      <p:sp>
        <p:nvSpPr>
          <p:cNvPr id="13" name="Espaço Reservado para Texto 42">
            <a:extLst>
              <a:ext uri="{FF2B5EF4-FFF2-40B4-BE49-F238E27FC236}">
                <a16:creationId xmlns:a16="http://schemas.microsoft.com/office/drawing/2014/main" id="{C07A6C14-D6AD-68CD-259B-05D47672FD99}"/>
              </a:ext>
            </a:extLst>
          </p:cNvPr>
          <p:cNvSpPr txBox="1">
            <a:spLocks/>
          </p:cNvSpPr>
          <p:nvPr/>
        </p:nvSpPr>
        <p:spPr>
          <a:xfrm>
            <a:off x="1374115" y="7552113"/>
            <a:ext cx="2378590" cy="64293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pt-BR" sz="1800" b="1" dirty="0">
                <a:latin typeface="Poppins" pitchFamily="2" charset="77"/>
                <a:cs typeface="Poppins" pitchFamily="2" charset="77"/>
              </a:rPr>
              <a:t>Em dupla</a:t>
            </a:r>
          </a:p>
        </p:txBody>
      </p:sp>
      <p:pic>
        <p:nvPicPr>
          <p:cNvPr id="14" name="Gráfico 13">
            <a:extLst>
              <a:ext uri="{FF2B5EF4-FFF2-40B4-BE49-F238E27FC236}">
                <a16:creationId xmlns:a16="http://schemas.microsoft.com/office/drawing/2014/main" id="{18B8E6C3-CE16-F715-5509-FD95FCC517D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4978" y="7455365"/>
            <a:ext cx="504825" cy="457200"/>
          </a:xfrm>
          <a:prstGeom prst="rect">
            <a:avLst/>
          </a:prstGeom>
        </p:spPr>
      </p:pic>
    </p:spTree>
    <p:extLst>
      <p:ext uri="{BB962C8B-B14F-4D97-AF65-F5344CB8AC3E}">
        <p14:creationId xmlns:p14="http://schemas.microsoft.com/office/powerpoint/2010/main" val="10426597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67"/>
        <p:cNvGrpSpPr/>
        <p:nvPr/>
      </p:nvGrpSpPr>
      <p:grpSpPr>
        <a:xfrm>
          <a:off x="0" y="0"/>
          <a:ext cx="0" cy="0"/>
          <a:chOff x="0" y="0"/>
          <a:chExt cx="0" cy="0"/>
        </a:xfrm>
      </p:grpSpPr>
      <p:sp>
        <p:nvSpPr>
          <p:cNvPr id="12" name="Google Shape;849;p64">
            <a:extLst>
              <a:ext uri="{FF2B5EF4-FFF2-40B4-BE49-F238E27FC236}">
                <a16:creationId xmlns:a16="http://schemas.microsoft.com/office/drawing/2014/main" id="{EA35769D-5E89-8BEC-A209-BE3F409112CD}"/>
              </a:ext>
            </a:extLst>
          </p:cNvPr>
          <p:cNvSpPr/>
          <p:nvPr/>
        </p:nvSpPr>
        <p:spPr>
          <a:xfrm>
            <a:off x="4539582" y="4831655"/>
            <a:ext cx="5092617" cy="1233695"/>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Calibri"/>
              <a:ea typeface="Calibri"/>
              <a:cs typeface="Calibri"/>
              <a:sym typeface="Calibri"/>
            </a:endParaRPr>
          </a:p>
        </p:txBody>
      </p:sp>
      <p:sp>
        <p:nvSpPr>
          <p:cNvPr id="13" name="Google Shape;850;p64">
            <a:extLst>
              <a:ext uri="{FF2B5EF4-FFF2-40B4-BE49-F238E27FC236}">
                <a16:creationId xmlns:a16="http://schemas.microsoft.com/office/drawing/2014/main" id="{A54E57C6-161C-AAD7-A54C-D279F544769B}"/>
              </a:ext>
            </a:extLst>
          </p:cNvPr>
          <p:cNvSpPr/>
          <p:nvPr/>
        </p:nvSpPr>
        <p:spPr>
          <a:xfrm>
            <a:off x="10107625" y="4811747"/>
            <a:ext cx="5092617" cy="1233695"/>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Calibri"/>
              <a:ea typeface="Calibri"/>
              <a:cs typeface="Calibri"/>
              <a:sym typeface="Calibri"/>
            </a:endParaRPr>
          </a:p>
        </p:txBody>
      </p:sp>
      <p:sp>
        <p:nvSpPr>
          <p:cNvPr id="14" name="Google Shape;851;p64">
            <a:extLst>
              <a:ext uri="{FF2B5EF4-FFF2-40B4-BE49-F238E27FC236}">
                <a16:creationId xmlns:a16="http://schemas.microsoft.com/office/drawing/2014/main" id="{D36AB42A-F371-3B9A-F7E8-0FD2FBD3B459}"/>
              </a:ext>
            </a:extLst>
          </p:cNvPr>
          <p:cNvSpPr/>
          <p:nvPr/>
        </p:nvSpPr>
        <p:spPr>
          <a:xfrm>
            <a:off x="4539582" y="6465598"/>
            <a:ext cx="5092617" cy="1233695"/>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Calibri"/>
              <a:ea typeface="Calibri"/>
              <a:cs typeface="Calibri"/>
              <a:sym typeface="Calibri"/>
            </a:endParaRPr>
          </a:p>
        </p:txBody>
      </p:sp>
      <p:sp>
        <p:nvSpPr>
          <p:cNvPr id="15" name="Google Shape;852;p64">
            <a:extLst>
              <a:ext uri="{FF2B5EF4-FFF2-40B4-BE49-F238E27FC236}">
                <a16:creationId xmlns:a16="http://schemas.microsoft.com/office/drawing/2014/main" id="{B7F767F6-4174-2AFB-8B12-FB0DC79F474E}"/>
              </a:ext>
            </a:extLst>
          </p:cNvPr>
          <p:cNvSpPr txBox="1"/>
          <p:nvPr/>
        </p:nvSpPr>
        <p:spPr>
          <a:xfrm>
            <a:off x="4985898" y="6798495"/>
            <a:ext cx="4183800" cy="646331"/>
          </a:xfrm>
          <a:prstGeom prst="rect">
            <a:avLst/>
          </a:prstGeom>
          <a:noFill/>
          <a:ln>
            <a:noFill/>
          </a:ln>
        </p:spPr>
        <p:txBody>
          <a:bodyPr spcFirstLastPara="1" wrap="square" lIns="0" tIns="0" rIns="0" bIns="0" anchor="t" anchorCtr="0">
            <a:spAutoFit/>
          </a:bodyPr>
          <a:lstStyle/>
          <a:p>
            <a:pPr algn="ctr">
              <a:lnSpc>
                <a:spcPct val="150018"/>
              </a:lnSpc>
              <a:buSzPts val="2767"/>
            </a:pPr>
            <a:r>
              <a:rPr lang="pt-BR" sz="2800" b="1" dirty="0">
                <a:solidFill>
                  <a:schemeClr val="bg1"/>
                </a:solidFill>
                <a:latin typeface="Poppins"/>
                <a:cs typeface="Poppins"/>
              </a:rPr>
              <a:t>sass install</a:t>
            </a:r>
            <a:endParaRPr lang="pt-BR" sz="2800" b="1" dirty="0">
              <a:solidFill>
                <a:schemeClr val="bg1"/>
              </a:solidFill>
              <a:latin typeface="Poppins" panose="00000500000000000000" pitchFamily="2" charset="0"/>
              <a:cs typeface="Poppins" panose="00000500000000000000" pitchFamily="2" charset="0"/>
            </a:endParaRPr>
          </a:p>
        </p:txBody>
      </p:sp>
      <p:sp>
        <p:nvSpPr>
          <p:cNvPr id="16" name="Google Shape;853;p64">
            <a:extLst>
              <a:ext uri="{FF2B5EF4-FFF2-40B4-BE49-F238E27FC236}">
                <a16:creationId xmlns:a16="http://schemas.microsoft.com/office/drawing/2014/main" id="{7A7839F4-55F0-496C-FE16-084E961F4D0B}"/>
              </a:ext>
            </a:extLst>
          </p:cNvPr>
          <p:cNvSpPr/>
          <p:nvPr/>
        </p:nvSpPr>
        <p:spPr>
          <a:xfrm>
            <a:off x="10107625" y="6445690"/>
            <a:ext cx="5092617" cy="1233695"/>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Calibri"/>
              <a:ea typeface="Calibri"/>
              <a:cs typeface="Calibri"/>
              <a:sym typeface="Calibri"/>
            </a:endParaRPr>
          </a:p>
        </p:txBody>
      </p:sp>
      <p:sp>
        <p:nvSpPr>
          <p:cNvPr id="17" name="Google Shape;854;p64">
            <a:extLst>
              <a:ext uri="{FF2B5EF4-FFF2-40B4-BE49-F238E27FC236}">
                <a16:creationId xmlns:a16="http://schemas.microsoft.com/office/drawing/2014/main" id="{E6166458-67DF-A1BA-55AC-1F93D54ED353}"/>
              </a:ext>
            </a:extLst>
          </p:cNvPr>
          <p:cNvSpPr txBox="1"/>
          <p:nvPr/>
        </p:nvSpPr>
        <p:spPr>
          <a:xfrm>
            <a:off x="10553941" y="6778587"/>
            <a:ext cx="4183800" cy="430887"/>
          </a:xfrm>
          <a:prstGeom prst="rect">
            <a:avLst/>
          </a:prstGeom>
          <a:noFill/>
          <a:ln>
            <a:noFill/>
          </a:ln>
        </p:spPr>
        <p:txBody>
          <a:bodyPr spcFirstLastPara="1" wrap="square" lIns="0" tIns="0" rIns="0" bIns="0" anchor="t" anchorCtr="0">
            <a:spAutoFit/>
          </a:bodyPr>
          <a:lstStyle/>
          <a:p>
            <a:pPr algn="ctr"/>
            <a:r>
              <a:rPr lang="pt-BR" sz="2800" b="1" dirty="0">
                <a:solidFill>
                  <a:schemeClr val="bg1"/>
                </a:solidFill>
                <a:latin typeface="Poppins"/>
                <a:cs typeface="Poppins"/>
              </a:rPr>
              <a:t>npm sass install -g</a:t>
            </a:r>
          </a:p>
        </p:txBody>
      </p:sp>
      <p:sp>
        <p:nvSpPr>
          <p:cNvPr id="18" name="Google Shape;855;p64">
            <a:extLst>
              <a:ext uri="{FF2B5EF4-FFF2-40B4-BE49-F238E27FC236}">
                <a16:creationId xmlns:a16="http://schemas.microsoft.com/office/drawing/2014/main" id="{E56D8818-40F0-C689-0CEF-D7AE8A161C1B}"/>
              </a:ext>
            </a:extLst>
          </p:cNvPr>
          <p:cNvSpPr txBox="1"/>
          <p:nvPr/>
        </p:nvSpPr>
        <p:spPr>
          <a:xfrm>
            <a:off x="4993990" y="5105428"/>
            <a:ext cx="4183800" cy="646331"/>
          </a:xfrm>
          <a:prstGeom prst="rect">
            <a:avLst/>
          </a:prstGeom>
          <a:noFill/>
          <a:ln>
            <a:noFill/>
          </a:ln>
        </p:spPr>
        <p:txBody>
          <a:bodyPr spcFirstLastPara="1" wrap="square" lIns="0" tIns="0" rIns="0" bIns="0" anchor="t" anchorCtr="0">
            <a:spAutoFit/>
          </a:bodyPr>
          <a:lstStyle/>
          <a:p>
            <a:pPr algn="ctr">
              <a:lnSpc>
                <a:spcPct val="150018"/>
              </a:lnSpc>
              <a:buSzPts val="2767"/>
            </a:pPr>
            <a:r>
              <a:rPr lang="pt-BR" sz="2800" b="1" dirty="0">
                <a:solidFill>
                  <a:schemeClr val="bg1"/>
                </a:solidFill>
                <a:latin typeface="Poppins"/>
                <a:cs typeface="Poppins"/>
              </a:rPr>
              <a:t>npm install sass</a:t>
            </a:r>
            <a:endParaRPr lang="pt-BR" sz="2800" b="1" dirty="0">
              <a:solidFill>
                <a:schemeClr val="bg1"/>
              </a:solidFill>
              <a:latin typeface="Poppins" panose="00000500000000000000" pitchFamily="2" charset="0"/>
              <a:cs typeface="Poppins" panose="00000500000000000000" pitchFamily="2" charset="0"/>
            </a:endParaRPr>
          </a:p>
        </p:txBody>
      </p:sp>
      <p:sp>
        <p:nvSpPr>
          <p:cNvPr id="19" name="Google Shape;856;p64">
            <a:extLst>
              <a:ext uri="{FF2B5EF4-FFF2-40B4-BE49-F238E27FC236}">
                <a16:creationId xmlns:a16="http://schemas.microsoft.com/office/drawing/2014/main" id="{8801C580-7A6F-405E-8463-C89B1F60C9B1}"/>
              </a:ext>
            </a:extLst>
          </p:cNvPr>
          <p:cNvSpPr txBox="1"/>
          <p:nvPr/>
        </p:nvSpPr>
        <p:spPr>
          <a:xfrm>
            <a:off x="10562033" y="5105427"/>
            <a:ext cx="4183800" cy="646331"/>
          </a:xfrm>
          <a:prstGeom prst="rect">
            <a:avLst/>
          </a:prstGeom>
          <a:noFill/>
          <a:ln>
            <a:noFill/>
          </a:ln>
        </p:spPr>
        <p:txBody>
          <a:bodyPr spcFirstLastPara="1" wrap="square" lIns="0" tIns="0" rIns="0" bIns="0" anchor="t" anchorCtr="0">
            <a:spAutoFit/>
          </a:bodyPr>
          <a:lstStyle/>
          <a:p>
            <a:pPr algn="ctr">
              <a:lnSpc>
                <a:spcPct val="150018"/>
              </a:lnSpc>
              <a:buSzPts val="2767"/>
            </a:pPr>
            <a:r>
              <a:rPr lang="pt-BR" sz="2800" b="1" dirty="0">
                <a:solidFill>
                  <a:schemeClr val="bg1"/>
                </a:solidFill>
                <a:latin typeface="Poppins"/>
                <a:cs typeface="Poppins"/>
              </a:rPr>
              <a:t>npm install -g </a:t>
            </a:r>
            <a:r>
              <a:rPr lang="pt-BR" sz="2800" b="1" dirty="0" err="1">
                <a:solidFill>
                  <a:schemeClr val="bg1"/>
                </a:solidFill>
                <a:latin typeface="Poppins"/>
                <a:cs typeface="Poppins"/>
              </a:rPr>
              <a:t>sass</a:t>
            </a:r>
            <a:endParaRPr lang="pt-BR" sz="2750" b="1" i="0" u="none" strike="noStrike" cap="none" dirty="0">
              <a:solidFill>
                <a:schemeClr val="bg1"/>
              </a:solidFill>
              <a:latin typeface="Arial"/>
              <a:ea typeface="Arial"/>
              <a:cs typeface="Arial"/>
              <a:sym typeface="Arial"/>
            </a:endParaRPr>
          </a:p>
        </p:txBody>
      </p:sp>
      <p:sp>
        <p:nvSpPr>
          <p:cNvPr id="4" name="Google Shape;812;p61">
            <a:extLst>
              <a:ext uri="{FF2B5EF4-FFF2-40B4-BE49-F238E27FC236}">
                <a16:creationId xmlns:a16="http://schemas.microsoft.com/office/drawing/2014/main" id="{F6F4DC17-FFFF-6346-AEA1-5DB31E7098C5}"/>
              </a:ext>
            </a:extLst>
          </p:cNvPr>
          <p:cNvSpPr/>
          <p:nvPr/>
        </p:nvSpPr>
        <p:spPr>
          <a:xfrm flipH="1">
            <a:off x="17208696" y="0"/>
            <a:ext cx="1079303" cy="1077425"/>
          </a:xfrm>
          <a:custGeom>
            <a:avLst/>
            <a:gdLst/>
            <a:ahLst/>
            <a:cxnLst/>
            <a:rect l="l" t="t" r="r" b="b"/>
            <a:pathLst>
              <a:path w="1124452" h="1216244" extrusionOk="0">
                <a:moveTo>
                  <a:pt x="0" y="0"/>
                </a:moveTo>
                <a:lnTo>
                  <a:pt x="1124452" y="0"/>
                </a:lnTo>
                <a:lnTo>
                  <a:pt x="1124452" y="0"/>
                </a:lnTo>
                <a:lnTo>
                  <a:pt x="1124452" y="803180"/>
                </a:lnTo>
                <a:cubicBezTo>
                  <a:pt x="1124452" y="1031308"/>
                  <a:pt x="939516" y="1216244"/>
                  <a:pt x="711388" y="1216244"/>
                </a:cubicBezTo>
                <a:lnTo>
                  <a:pt x="0" y="1216244"/>
                </a:lnTo>
                <a:lnTo>
                  <a:pt x="0" y="1216244"/>
                </a:lnTo>
                <a:lnTo>
                  <a:pt x="0" y="0"/>
                </a:lnTo>
                <a:lnTo>
                  <a:pt x="0" y="0"/>
                </a:lnTo>
                <a:close/>
              </a:path>
            </a:pathLst>
          </a:custGeom>
          <a:solidFill>
            <a:srgbClr val="529AC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pic>
        <p:nvPicPr>
          <p:cNvPr id="6" name="Gráfico 5">
            <a:extLst>
              <a:ext uri="{FF2B5EF4-FFF2-40B4-BE49-F238E27FC236}">
                <a16:creationId xmlns:a16="http://schemas.microsoft.com/office/drawing/2014/main" id="{C63DFD66-DCAF-2929-9A9E-31D30026198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527659" y="368881"/>
            <a:ext cx="653903" cy="585071"/>
          </a:xfrm>
          <a:prstGeom prst="rect">
            <a:avLst/>
          </a:prstGeom>
        </p:spPr>
      </p:pic>
      <p:sp>
        <p:nvSpPr>
          <p:cNvPr id="7" name="Google Shape;833;p62">
            <a:extLst>
              <a:ext uri="{FF2B5EF4-FFF2-40B4-BE49-F238E27FC236}">
                <a16:creationId xmlns:a16="http://schemas.microsoft.com/office/drawing/2014/main" id="{15D4CF06-B3BF-AD1B-3CA8-4EDA5A4D52C6}"/>
              </a:ext>
            </a:extLst>
          </p:cNvPr>
          <p:cNvSpPr txBox="1"/>
          <p:nvPr/>
        </p:nvSpPr>
        <p:spPr>
          <a:xfrm>
            <a:off x="17204671" y="-1417"/>
            <a:ext cx="1082575" cy="298085"/>
          </a:xfrm>
          <a:prstGeom prst="rect">
            <a:avLst/>
          </a:prstGeom>
          <a:noFill/>
          <a:ln>
            <a:noFill/>
          </a:ln>
        </p:spPr>
        <p:txBody>
          <a:bodyPr spcFirstLastPara="1" wrap="square" lIns="91425" tIns="45700" rIns="91425" bIns="45700" anchor="t" anchorCtr="0">
            <a:noAutofit/>
          </a:bodyPr>
          <a:lstStyle/>
          <a:p>
            <a:pPr marL="0" marR="0" lvl="0" indent="0" algn="ctr" rtl="0">
              <a:lnSpc>
                <a:spcPct val="107000"/>
              </a:lnSpc>
              <a:spcBef>
                <a:spcPts val="0"/>
              </a:spcBef>
              <a:spcAft>
                <a:spcPts val="0"/>
              </a:spcAft>
              <a:buClr>
                <a:srgbClr val="000000"/>
              </a:buClr>
              <a:buSzPts val="2700"/>
              <a:buFont typeface="Arial"/>
              <a:buNone/>
            </a:pPr>
            <a:r>
              <a:rPr lang="pt-BR" b="1" i="0" u="none" strike="noStrike" cap="none" dirty="0">
                <a:solidFill>
                  <a:schemeClr val="lt1"/>
                </a:solidFill>
                <a:latin typeface="Poppins" panose="00000500000000000000" pitchFamily="2" charset="0"/>
                <a:ea typeface="Poppins"/>
                <a:cs typeface="Poppins" panose="00000500000000000000" pitchFamily="2" charset="0"/>
                <a:sym typeface="Poppins"/>
              </a:rPr>
              <a:t>Registro</a:t>
            </a:r>
            <a:endParaRPr sz="1200" dirty="0">
              <a:latin typeface="Poppins" panose="00000500000000000000" pitchFamily="2" charset="0"/>
              <a:cs typeface="Poppins" panose="00000500000000000000" pitchFamily="2" charset="0"/>
            </a:endParaRPr>
          </a:p>
          <a:p>
            <a:pPr marL="0" marR="0" lvl="0" indent="0" algn="r" rtl="0">
              <a:lnSpc>
                <a:spcPct val="107000"/>
              </a:lnSpc>
              <a:spcBef>
                <a:spcPts val="1073"/>
              </a:spcBef>
              <a:spcAft>
                <a:spcPts val="0"/>
              </a:spcAft>
              <a:buClr>
                <a:srgbClr val="000000"/>
              </a:buClr>
              <a:buSzPts val="2700"/>
              <a:buFont typeface="Arial"/>
              <a:buNone/>
            </a:pPr>
            <a:endParaRPr sz="2000" b="0" i="0" u="none" strike="noStrike" cap="none" dirty="0">
              <a:solidFill>
                <a:schemeClr val="lt1"/>
              </a:solidFill>
              <a:latin typeface="Poppins" panose="00000500000000000000" pitchFamily="2" charset="0"/>
              <a:ea typeface="Poppins Light"/>
              <a:cs typeface="Poppins" panose="00000500000000000000" pitchFamily="2" charset="0"/>
              <a:sym typeface="Poppins Light"/>
            </a:endParaRPr>
          </a:p>
        </p:txBody>
      </p:sp>
      <p:sp>
        <p:nvSpPr>
          <p:cNvPr id="11" name="Espaço Reservado para Texto 10">
            <a:extLst>
              <a:ext uri="{FF2B5EF4-FFF2-40B4-BE49-F238E27FC236}">
                <a16:creationId xmlns:a16="http://schemas.microsoft.com/office/drawing/2014/main" id="{7BF57810-9FEF-4033-D5D3-F67A1276D007}"/>
              </a:ext>
            </a:extLst>
          </p:cNvPr>
          <p:cNvSpPr>
            <a:spLocks noGrp="1"/>
          </p:cNvSpPr>
          <p:nvPr>
            <p:ph type="body" sz="quarter" idx="10"/>
          </p:nvPr>
        </p:nvSpPr>
        <p:spPr>
          <a:xfrm>
            <a:off x="4539582" y="1870890"/>
            <a:ext cx="10660731" cy="773112"/>
          </a:xfrm>
          <a:prstGeom prst="rect">
            <a:avLst/>
          </a:prstGeom>
        </p:spPr>
        <p:txBody>
          <a:bodyPr>
            <a:noAutofit/>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3800" b="1" i="0">
                <a:solidFill>
                  <a:schemeClr val="bg1"/>
                </a:solidFill>
                <a:latin typeface="Poppins" pitchFamily="2" charset="77"/>
                <a:cs typeface="Poppins" pitchFamily="2" charset="77"/>
              </a:defRPr>
            </a:lvl5pPr>
          </a:lstStyle>
          <a:p>
            <a:pPr lvl="4"/>
            <a:r>
              <a:rPr lang="pt-BR" dirty="0"/>
              <a:t>Após configurar o ambiente de desenvolvimento, qual comando deve ser usado para instalar o SASS globalmente? </a:t>
            </a:r>
          </a:p>
          <a:p>
            <a:pPr lvl="4"/>
            <a:endParaRPr lang="pt-BR" dirty="0"/>
          </a:p>
        </p:txBody>
      </p:sp>
      <p:sp>
        <p:nvSpPr>
          <p:cNvPr id="20" name="Espaço Reservado para Texto 10">
            <a:extLst>
              <a:ext uri="{FF2B5EF4-FFF2-40B4-BE49-F238E27FC236}">
                <a16:creationId xmlns:a16="http://schemas.microsoft.com/office/drawing/2014/main" id="{D63567CE-A64E-EE88-B571-C062FF6182BE}"/>
              </a:ext>
            </a:extLst>
          </p:cNvPr>
          <p:cNvSpPr>
            <a:spLocks noGrp="1"/>
          </p:cNvSpPr>
          <p:nvPr>
            <p:ph type="body" sz="quarter" idx="11"/>
          </p:nvPr>
        </p:nvSpPr>
        <p:spPr>
          <a:xfrm>
            <a:off x="4539582" y="3881605"/>
            <a:ext cx="5793138" cy="695584"/>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2200" b="0" i="0">
                <a:solidFill>
                  <a:schemeClr val="bg1"/>
                </a:solidFill>
                <a:latin typeface="Poppins" pitchFamily="2" charset="77"/>
                <a:cs typeface="Poppins" pitchFamily="2" charset="77"/>
              </a:defRPr>
            </a:lvl5pPr>
          </a:lstStyle>
          <a:p>
            <a:pPr lvl="4"/>
            <a:r>
              <a:rPr lang="pt-BR" dirty="0"/>
              <a:t>Indique a alternativa correta.</a:t>
            </a:r>
          </a:p>
        </p:txBody>
      </p:sp>
    </p:spTree>
    <p:extLst>
      <p:ext uri="{BB962C8B-B14F-4D97-AF65-F5344CB8AC3E}">
        <p14:creationId xmlns:p14="http://schemas.microsoft.com/office/powerpoint/2010/main" val="36334108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Shape 867">
          <a:extLst>
            <a:ext uri="{FF2B5EF4-FFF2-40B4-BE49-F238E27FC236}">
              <a16:creationId xmlns:a16="http://schemas.microsoft.com/office/drawing/2014/main" id="{D98713A6-336C-5986-260A-18E766D762A1}"/>
            </a:ext>
          </a:extLst>
        </p:cNvPr>
        <p:cNvGrpSpPr/>
        <p:nvPr/>
      </p:nvGrpSpPr>
      <p:grpSpPr>
        <a:xfrm>
          <a:off x="0" y="0"/>
          <a:ext cx="0" cy="0"/>
          <a:chOff x="0" y="0"/>
          <a:chExt cx="0" cy="0"/>
        </a:xfrm>
      </p:grpSpPr>
      <p:sp>
        <p:nvSpPr>
          <p:cNvPr id="12" name="Google Shape;849;p64">
            <a:extLst>
              <a:ext uri="{FF2B5EF4-FFF2-40B4-BE49-F238E27FC236}">
                <a16:creationId xmlns:a16="http://schemas.microsoft.com/office/drawing/2014/main" id="{4D1FCC38-660A-02EA-C9B3-B056ABED5966}"/>
              </a:ext>
            </a:extLst>
          </p:cNvPr>
          <p:cNvSpPr/>
          <p:nvPr/>
        </p:nvSpPr>
        <p:spPr>
          <a:xfrm>
            <a:off x="4539582" y="4831655"/>
            <a:ext cx="5092617" cy="1233695"/>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Calibri"/>
              <a:ea typeface="Calibri"/>
              <a:cs typeface="Calibri"/>
              <a:sym typeface="Calibri"/>
            </a:endParaRPr>
          </a:p>
        </p:txBody>
      </p:sp>
      <p:sp>
        <p:nvSpPr>
          <p:cNvPr id="13" name="Google Shape;850;p64">
            <a:extLst>
              <a:ext uri="{FF2B5EF4-FFF2-40B4-BE49-F238E27FC236}">
                <a16:creationId xmlns:a16="http://schemas.microsoft.com/office/drawing/2014/main" id="{C7EA2D45-B5F8-DC9F-851D-BEFD23066C7D}"/>
              </a:ext>
            </a:extLst>
          </p:cNvPr>
          <p:cNvSpPr/>
          <p:nvPr/>
        </p:nvSpPr>
        <p:spPr>
          <a:xfrm>
            <a:off x="10107625" y="4811747"/>
            <a:ext cx="5092617" cy="1233695"/>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2D050"/>
          </a:solidFill>
          <a:ln w="762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Calibri"/>
              <a:ea typeface="Calibri"/>
              <a:cs typeface="Calibri"/>
              <a:sym typeface="Calibri"/>
            </a:endParaRPr>
          </a:p>
        </p:txBody>
      </p:sp>
      <p:sp>
        <p:nvSpPr>
          <p:cNvPr id="14" name="Google Shape;851;p64">
            <a:extLst>
              <a:ext uri="{FF2B5EF4-FFF2-40B4-BE49-F238E27FC236}">
                <a16:creationId xmlns:a16="http://schemas.microsoft.com/office/drawing/2014/main" id="{36B49BC9-9553-68DF-4E80-6322B197DCE1}"/>
              </a:ext>
            </a:extLst>
          </p:cNvPr>
          <p:cNvSpPr/>
          <p:nvPr/>
        </p:nvSpPr>
        <p:spPr>
          <a:xfrm>
            <a:off x="4539582" y="6465598"/>
            <a:ext cx="5092617" cy="1233695"/>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Calibri"/>
              <a:ea typeface="Calibri"/>
              <a:cs typeface="Calibri"/>
              <a:sym typeface="Calibri"/>
            </a:endParaRPr>
          </a:p>
        </p:txBody>
      </p:sp>
      <p:sp>
        <p:nvSpPr>
          <p:cNvPr id="16" name="Google Shape;853;p64">
            <a:extLst>
              <a:ext uri="{FF2B5EF4-FFF2-40B4-BE49-F238E27FC236}">
                <a16:creationId xmlns:a16="http://schemas.microsoft.com/office/drawing/2014/main" id="{C9348E14-6BD4-1357-33BF-CC180964AE06}"/>
              </a:ext>
            </a:extLst>
          </p:cNvPr>
          <p:cNvSpPr/>
          <p:nvPr/>
        </p:nvSpPr>
        <p:spPr>
          <a:xfrm>
            <a:off x="10107625" y="6445690"/>
            <a:ext cx="5092617" cy="1233695"/>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Calibri"/>
              <a:ea typeface="Calibri"/>
              <a:cs typeface="Calibri"/>
              <a:sym typeface="Calibri"/>
            </a:endParaRPr>
          </a:p>
        </p:txBody>
      </p:sp>
      <p:sp>
        <p:nvSpPr>
          <p:cNvPr id="4" name="Google Shape;812;p61">
            <a:extLst>
              <a:ext uri="{FF2B5EF4-FFF2-40B4-BE49-F238E27FC236}">
                <a16:creationId xmlns:a16="http://schemas.microsoft.com/office/drawing/2014/main" id="{6773C115-602E-F2A6-4750-112EC29F791A}"/>
              </a:ext>
            </a:extLst>
          </p:cNvPr>
          <p:cNvSpPr/>
          <p:nvPr/>
        </p:nvSpPr>
        <p:spPr>
          <a:xfrm flipH="1">
            <a:off x="17208696" y="0"/>
            <a:ext cx="1079303" cy="1077425"/>
          </a:xfrm>
          <a:custGeom>
            <a:avLst/>
            <a:gdLst/>
            <a:ahLst/>
            <a:cxnLst/>
            <a:rect l="l" t="t" r="r" b="b"/>
            <a:pathLst>
              <a:path w="1124452" h="1216244" extrusionOk="0">
                <a:moveTo>
                  <a:pt x="0" y="0"/>
                </a:moveTo>
                <a:lnTo>
                  <a:pt x="1124452" y="0"/>
                </a:lnTo>
                <a:lnTo>
                  <a:pt x="1124452" y="0"/>
                </a:lnTo>
                <a:lnTo>
                  <a:pt x="1124452" y="803180"/>
                </a:lnTo>
                <a:cubicBezTo>
                  <a:pt x="1124452" y="1031308"/>
                  <a:pt x="939516" y="1216244"/>
                  <a:pt x="711388" y="1216244"/>
                </a:cubicBezTo>
                <a:lnTo>
                  <a:pt x="0" y="1216244"/>
                </a:lnTo>
                <a:lnTo>
                  <a:pt x="0" y="1216244"/>
                </a:lnTo>
                <a:lnTo>
                  <a:pt x="0" y="0"/>
                </a:lnTo>
                <a:lnTo>
                  <a:pt x="0" y="0"/>
                </a:lnTo>
                <a:close/>
              </a:path>
            </a:pathLst>
          </a:custGeom>
          <a:solidFill>
            <a:srgbClr val="529AC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pic>
        <p:nvPicPr>
          <p:cNvPr id="6" name="Gráfico 5">
            <a:extLst>
              <a:ext uri="{FF2B5EF4-FFF2-40B4-BE49-F238E27FC236}">
                <a16:creationId xmlns:a16="http://schemas.microsoft.com/office/drawing/2014/main" id="{618610DE-BF54-162F-6BD1-C0A0A3B8044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527659" y="368881"/>
            <a:ext cx="653903" cy="585071"/>
          </a:xfrm>
          <a:prstGeom prst="rect">
            <a:avLst/>
          </a:prstGeom>
        </p:spPr>
      </p:pic>
      <p:sp>
        <p:nvSpPr>
          <p:cNvPr id="7" name="Google Shape;833;p62">
            <a:extLst>
              <a:ext uri="{FF2B5EF4-FFF2-40B4-BE49-F238E27FC236}">
                <a16:creationId xmlns:a16="http://schemas.microsoft.com/office/drawing/2014/main" id="{BB13BBF9-A7CE-8C02-F22E-A2A75F4E1348}"/>
              </a:ext>
            </a:extLst>
          </p:cNvPr>
          <p:cNvSpPr txBox="1"/>
          <p:nvPr/>
        </p:nvSpPr>
        <p:spPr>
          <a:xfrm>
            <a:off x="17204671" y="-1417"/>
            <a:ext cx="1082575" cy="298085"/>
          </a:xfrm>
          <a:prstGeom prst="rect">
            <a:avLst/>
          </a:prstGeom>
          <a:noFill/>
          <a:ln>
            <a:noFill/>
          </a:ln>
        </p:spPr>
        <p:txBody>
          <a:bodyPr spcFirstLastPara="1" wrap="square" lIns="91425" tIns="45700" rIns="91425" bIns="45700" anchor="t" anchorCtr="0">
            <a:noAutofit/>
          </a:bodyPr>
          <a:lstStyle/>
          <a:p>
            <a:pPr marL="0" marR="0" lvl="0" indent="0" algn="ctr" rtl="0">
              <a:lnSpc>
                <a:spcPct val="107000"/>
              </a:lnSpc>
              <a:spcBef>
                <a:spcPts val="0"/>
              </a:spcBef>
              <a:spcAft>
                <a:spcPts val="0"/>
              </a:spcAft>
              <a:buClr>
                <a:srgbClr val="000000"/>
              </a:buClr>
              <a:buSzPts val="2700"/>
              <a:buFont typeface="Arial"/>
              <a:buNone/>
            </a:pPr>
            <a:r>
              <a:rPr lang="pt-BR" b="1" i="0" u="none" strike="noStrike" cap="none" dirty="0">
                <a:solidFill>
                  <a:schemeClr val="lt1"/>
                </a:solidFill>
                <a:latin typeface="Poppins" panose="00000500000000000000" pitchFamily="2" charset="0"/>
                <a:ea typeface="Poppins"/>
                <a:cs typeface="Poppins" panose="00000500000000000000" pitchFamily="2" charset="0"/>
                <a:sym typeface="Poppins"/>
              </a:rPr>
              <a:t>Registro</a:t>
            </a:r>
            <a:endParaRPr sz="1200" dirty="0">
              <a:latin typeface="Poppins" panose="00000500000000000000" pitchFamily="2" charset="0"/>
              <a:cs typeface="Poppins" panose="00000500000000000000" pitchFamily="2" charset="0"/>
            </a:endParaRPr>
          </a:p>
          <a:p>
            <a:pPr marL="0" marR="0" lvl="0" indent="0" algn="r" rtl="0">
              <a:lnSpc>
                <a:spcPct val="107000"/>
              </a:lnSpc>
              <a:spcBef>
                <a:spcPts val="1073"/>
              </a:spcBef>
              <a:spcAft>
                <a:spcPts val="0"/>
              </a:spcAft>
              <a:buClr>
                <a:srgbClr val="000000"/>
              </a:buClr>
              <a:buSzPts val="2700"/>
              <a:buFont typeface="Arial"/>
              <a:buNone/>
            </a:pPr>
            <a:endParaRPr sz="2000" b="0" i="0" u="none" strike="noStrike" cap="none" dirty="0">
              <a:solidFill>
                <a:schemeClr val="lt1"/>
              </a:solidFill>
              <a:latin typeface="Poppins" panose="00000500000000000000" pitchFamily="2" charset="0"/>
              <a:ea typeface="Poppins Light"/>
              <a:cs typeface="Poppins" panose="00000500000000000000" pitchFamily="2" charset="0"/>
              <a:sym typeface="Poppins Light"/>
            </a:endParaRPr>
          </a:p>
        </p:txBody>
      </p:sp>
      <p:sp>
        <p:nvSpPr>
          <p:cNvPr id="3" name="Google Shape;1434;p98">
            <a:extLst>
              <a:ext uri="{FF2B5EF4-FFF2-40B4-BE49-F238E27FC236}">
                <a16:creationId xmlns:a16="http://schemas.microsoft.com/office/drawing/2014/main" id="{90901B14-1D82-3DB6-97E1-CF4CCD2ECC31}"/>
              </a:ext>
            </a:extLst>
          </p:cNvPr>
          <p:cNvSpPr/>
          <p:nvPr/>
        </p:nvSpPr>
        <p:spPr>
          <a:xfrm>
            <a:off x="3672644" y="6724677"/>
            <a:ext cx="771900" cy="845400"/>
          </a:xfrm>
          <a:prstGeom prst="mathMultiply">
            <a:avLst>
              <a:gd name="adj1" fmla="val 23520"/>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Calibri"/>
              <a:ea typeface="Calibri"/>
              <a:cs typeface="Calibri"/>
              <a:sym typeface="Calibri"/>
            </a:endParaRPr>
          </a:p>
        </p:txBody>
      </p:sp>
      <p:sp>
        <p:nvSpPr>
          <p:cNvPr id="8" name="Google Shape;1435;p98">
            <a:extLst>
              <a:ext uri="{FF2B5EF4-FFF2-40B4-BE49-F238E27FC236}">
                <a16:creationId xmlns:a16="http://schemas.microsoft.com/office/drawing/2014/main" id="{9FD76F00-80C9-C32C-B707-9B706920B70A}"/>
              </a:ext>
            </a:extLst>
          </p:cNvPr>
          <p:cNvSpPr/>
          <p:nvPr/>
        </p:nvSpPr>
        <p:spPr>
          <a:xfrm>
            <a:off x="3656207" y="5100104"/>
            <a:ext cx="771900" cy="845400"/>
          </a:xfrm>
          <a:prstGeom prst="mathMultiply">
            <a:avLst>
              <a:gd name="adj1" fmla="val 23520"/>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Calibri"/>
              <a:ea typeface="Calibri"/>
              <a:cs typeface="Calibri"/>
              <a:sym typeface="Calibri"/>
            </a:endParaRPr>
          </a:p>
        </p:txBody>
      </p:sp>
      <p:sp>
        <p:nvSpPr>
          <p:cNvPr id="9" name="Google Shape;1436;p98">
            <a:extLst>
              <a:ext uri="{FF2B5EF4-FFF2-40B4-BE49-F238E27FC236}">
                <a16:creationId xmlns:a16="http://schemas.microsoft.com/office/drawing/2014/main" id="{E013079C-2188-FD91-E8B8-894B37166A33}"/>
              </a:ext>
            </a:extLst>
          </p:cNvPr>
          <p:cNvSpPr/>
          <p:nvPr/>
        </p:nvSpPr>
        <p:spPr>
          <a:xfrm>
            <a:off x="15409356" y="6639837"/>
            <a:ext cx="771900" cy="845400"/>
          </a:xfrm>
          <a:prstGeom prst="mathMultiply">
            <a:avLst>
              <a:gd name="adj1" fmla="val 23520"/>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Calibri"/>
              <a:ea typeface="Calibri"/>
              <a:cs typeface="Calibri"/>
              <a:sym typeface="Calibri"/>
            </a:endParaRPr>
          </a:p>
        </p:txBody>
      </p:sp>
      <p:sp>
        <p:nvSpPr>
          <p:cNvPr id="10" name="Google Shape;1437;p98">
            <a:extLst>
              <a:ext uri="{FF2B5EF4-FFF2-40B4-BE49-F238E27FC236}">
                <a16:creationId xmlns:a16="http://schemas.microsoft.com/office/drawing/2014/main" id="{93394F96-66FC-0DDF-4A6C-BA980A73178C}"/>
              </a:ext>
            </a:extLst>
          </p:cNvPr>
          <p:cNvSpPr/>
          <p:nvPr/>
        </p:nvSpPr>
        <p:spPr>
          <a:xfrm rot="-3043640">
            <a:off x="15457656" y="5319474"/>
            <a:ext cx="578188" cy="398876"/>
          </a:xfrm>
          <a:prstGeom prst="corner">
            <a:avLst>
              <a:gd name="adj1" fmla="val 36796"/>
              <a:gd name="adj2" fmla="val 29665"/>
            </a:avLst>
          </a:prstGeom>
          <a:solidFill>
            <a:srgbClr val="92D05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Calibri"/>
              <a:ea typeface="Calibri"/>
              <a:cs typeface="Calibri"/>
              <a:sym typeface="Calibri"/>
            </a:endParaRPr>
          </a:p>
        </p:txBody>
      </p:sp>
      <p:sp>
        <p:nvSpPr>
          <p:cNvPr id="2" name="Google Shape;852;p64">
            <a:extLst>
              <a:ext uri="{FF2B5EF4-FFF2-40B4-BE49-F238E27FC236}">
                <a16:creationId xmlns:a16="http://schemas.microsoft.com/office/drawing/2014/main" id="{0A063E41-E93A-DAF0-82D4-C35F8B2AD5CE}"/>
              </a:ext>
            </a:extLst>
          </p:cNvPr>
          <p:cNvSpPr txBox="1"/>
          <p:nvPr/>
        </p:nvSpPr>
        <p:spPr>
          <a:xfrm>
            <a:off x="4985898" y="6798495"/>
            <a:ext cx="4183800" cy="646331"/>
          </a:xfrm>
          <a:prstGeom prst="rect">
            <a:avLst/>
          </a:prstGeom>
          <a:noFill/>
          <a:ln>
            <a:noFill/>
          </a:ln>
        </p:spPr>
        <p:txBody>
          <a:bodyPr spcFirstLastPara="1" wrap="square" lIns="0" tIns="0" rIns="0" bIns="0" anchor="t" anchorCtr="0">
            <a:spAutoFit/>
          </a:bodyPr>
          <a:lstStyle/>
          <a:p>
            <a:pPr algn="ctr">
              <a:lnSpc>
                <a:spcPct val="150018"/>
              </a:lnSpc>
              <a:buSzPts val="2767"/>
            </a:pPr>
            <a:r>
              <a:rPr lang="pt-BR" sz="2800" b="1" dirty="0">
                <a:solidFill>
                  <a:schemeClr val="bg1"/>
                </a:solidFill>
                <a:latin typeface="Poppins"/>
                <a:cs typeface="Poppins"/>
              </a:rPr>
              <a:t>sass install</a:t>
            </a:r>
            <a:endParaRPr lang="pt-BR" sz="2800" b="1" dirty="0">
              <a:solidFill>
                <a:schemeClr val="bg1"/>
              </a:solidFill>
              <a:latin typeface="Poppins" panose="00000500000000000000" pitchFamily="2" charset="0"/>
              <a:cs typeface="Poppins" panose="00000500000000000000" pitchFamily="2" charset="0"/>
            </a:endParaRPr>
          </a:p>
        </p:txBody>
      </p:sp>
      <p:sp>
        <p:nvSpPr>
          <p:cNvPr id="5" name="Google Shape;854;p64">
            <a:extLst>
              <a:ext uri="{FF2B5EF4-FFF2-40B4-BE49-F238E27FC236}">
                <a16:creationId xmlns:a16="http://schemas.microsoft.com/office/drawing/2014/main" id="{EE168D45-E914-A725-8B78-54D97525EA9A}"/>
              </a:ext>
            </a:extLst>
          </p:cNvPr>
          <p:cNvSpPr txBox="1"/>
          <p:nvPr/>
        </p:nvSpPr>
        <p:spPr>
          <a:xfrm>
            <a:off x="10553941" y="6778587"/>
            <a:ext cx="4183800" cy="430887"/>
          </a:xfrm>
          <a:prstGeom prst="rect">
            <a:avLst/>
          </a:prstGeom>
          <a:noFill/>
          <a:ln>
            <a:noFill/>
          </a:ln>
        </p:spPr>
        <p:txBody>
          <a:bodyPr spcFirstLastPara="1" wrap="square" lIns="0" tIns="0" rIns="0" bIns="0" anchor="t" anchorCtr="0">
            <a:spAutoFit/>
          </a:bodyPr>
          <a:lstStyle/>
          <a:p>
            <a:pPr algn="ctr"/>
            <a:r>
              <a:rPr lang="pt-BR" sz="2800" b="1" dirty="0">
                <a:solidFill>
                  <a:schemeClr val="bg1"/>
                </a:solidFill>
                <a:latin typeface="Poppins"/>
                <a:cs typeface="Poppins"/>
              </a:rPr>
              <a:t>npm sass install -g</a:t>
            </a:r>
          </a:p>
        </p:txBody>
      </p:sp>
      <p:sp>
        <p:nvSpPr>
          <p:cNvPr id="11" name="Google Shape;855;p64">
            <a:extLst>
              <a:ext uri="{FF2B5EF4-FFF2-40B4-BE49-F238E27FC236}">
                <a16:creationId xmlns:a16="http://schemas.microsoft.com/office/drawing/2014/main" id="{69033EE7-FABE-8B1C-B224-BD3D30D58A83}"/>
              </a:ext>
            </a:extLst>
          </p:cNvPr>
          <p:cNvSpPr txBox="1"/>
          <p:nvPr/>
        </p:nvSpPr>
        <p:spPr>
          <a:xfrm>
            <a:off x="4985898" y="5168865"/>
            <a:ext cx="4183800" cy="646331"/>
          </a:xfrm>
          <a:prstGeom prst="rect">
            <a:avLst/>
          </a:prstGeom>
          <a:noFill/>
          <a:ln>
            <a:noFill/>
          </a:ln>
        </p:spPr>
        <p:txBody>
          <a:bodyPr spcFirstLastPara="1" wrap="square" lIns="0" tIns="0" rIns="0" bIns="0" anchor="t" anchorCtr="0">
            <a:spAutoFit/>
          </a:bodyPr>
          <a:lstStyle/>
          <a:p>
            <a:pPr algn="ctr">
              <a:lnSpc>
                <a:spcPct val="150018"/>
              </a:lnSpc>
              <a:buSzPts val="2767"/>
            </a:pPr>
            <a:r>
              <a:rPr lang="pt-BR" sz="2800" b="1" dirty="0">
                <a:solidFill>
                  <a:schemeClr val="bg1"/>
                </a:solidFill>
                <a:latin typeface="Poppins"/>
                <a:cs typeface="Poppins"/>
              </a:rPr>
              <a:t>npm install sass</a:t>
            </a:r>
            <a:endParaRPr lang="pt-BR" sz="2800" b="1" dirty="0">
              <a:solidFill>
                <a:schemeClr val="bg1"/>
              </a:solidFill>
              <a:latin typeface="Poppins" panose="00000500000000000000" pitchFamily="2" charset="0"/>
              <a:cs typeface="Poppins" panose="00000500000000000000" pitchFamily="2" charset="0"/>
            </a:endParaRPr>
          </a:p>
        </p:txBody>
      </p:sp>
      <p:sp>
        <p:nvSpPr>
          <p:cNvPr id="20" name="Google Shape;856;p64">
            <a:extLst>
              <a:ext uri="{FF2B5EF4-FFF2-40B4-BE49-F238E27FC236}">
                <a16:creationId xmlns:a16="http://schemas.microsoft.com/office/drawing/2014/main" id="{776ECC69-01AA-8C1F-5661-AEAF5103D125}"/>
              </a:ext>
            </a:extLst>
          </p:cNvPr>
          <p:cNvSpPr txBox="1"/>
          <p:nvPr/>
        </p:nvSpPr>
        <p:spPr>
          <a:xfrm>
            <a:off x="10553941" y="5148957"/>
            <a:ext cx="4183800" cy="1281120"/>
          </a:xfrm>
          <a:prstGeom prst="rect">
            <a:avLst/>
          </a:prstGeom>
          <a:noFill/>
          <a:ln>
            <a:noFill/>
          </a:ln>
        </p:spPr>
        <p:txBody>
          <a:bodyPr spcFirstLastPara="1" wrap="square" lIns="0" tIns="0" rIns="0" bIns="0" anchor="t" anchorCtr="0">
            <a:spAutoFit/>
          </a:bodyPr>
          <a:lstStyle/>
          <a:p>
            <a:pPr algn="ctr">
              <a:lnSpc>
                <a:spcPct val="150018"/>
              </a:lnSpc>
              <a:buSzPts val="2767"/>
            </a:pPr>
            <a:r>
              <a:rPr lang="pt-BR" sz="2800" b="1" dirty="0">
                <a:solidFill>
                  <a:schemeClr val="bg1"/>
                </a:solidFill>
                <a:latin typeface="Poppins"/>
                <a:cs typeface="Poppins"/>
              </a:rPr>
              <a:t>npm install -g sass</a:t>
            </a:r>
            <a:endParaRPr lang="pt-BR" sz="2800" b="1" dirty="0">
              <a:solidFill>
                <a:schemeClr val="bg1"/>
              </a:solidFill>
              <a:latin typeface="Poppins" panose="00000500000000000000" pitchFamily="2" charset="0"/>
              <a:cs typeface="Poppins" panose="00000500000000000000" pitchFamily="2" charset="0"/>
            </a:endParaRPr>
          </a:p>
          <a:p>
            <a:pPr marL="0" marR="0" lvl="0" indent="0" algn="ctr" rtl="0">
              <a:lnSpc>
                <a:spcPct val="150018"/>
              </a:lnSpc>
              <a:spcBef>
                <a:spcPts val="0"/>
              </a:spcBef>
              <a:spcAft>
                <a:spcPts val="0"/>
              </a:spcAft>
              <a:buClr>
                <a:srgbClr val="000000"/>
              </a:buClr>
              <a:buSzPts val="2767"/>
              <a:buFont typeface="Arial"/>
              <a:buNone/>
            </a:pPr>
            <a:endParaRPr lang="pt-BR" sz="2750" b="1" i="0" u="none" strike="noStrike" cap="none" dirty="0">
              <a:solidFill>
                <a:schemeClr val="bg1"/>
              </a:solidFill>
              <a:latin typeface="Arial"/>
              <a:ea typeface="Arial"/>
              <a:cs typeface="Arial"/>
              <a:sym typeface="Arial"/>
            </a:endParaRPr>
          </a:p>
        </p:txBody>
      </p:sp>
      <p:sp>
        <p:nvSpPr>
          <p:cNvPr id="21" name="Espaço Reservado para Texto 10">
            <a:extLst>
              <a:ext uri="{FF2B5EF4-FFF2-40B4-BE49-F238E27FC236}">
                <a16:creationId xmlns:a16="http://schemas.microsoft.com/office/drawing/2014/main" id="{265325A7-5906-2E70-DD5E-26113FE6C440}"/>
              </a:ext>
            </a:extLst>
          </p:cNvPr>
          <p:cNvSpPr>
            <a:spLocks noGrp="1"/>
          </p:cNvSpPr>
          <p:nvPr>
            <p:ph type="body" sz="quarter" idx="10"/>
          </p:nvPr>
        </p:nvSpPr>
        <p:spPr>
          <a:xfrm>
            <a:off x="4539582" y="1870890"/>
            <a:ext cx="10660731" cy="773112"/>
          </a:xfrm>
          <a:prstGeom prst="rect">
            <a:avLst/>
          </a:prstGeom>
        </p:spPr>
        <p:txBody>
          <a:bodyPr>
            <a:noAutofit/>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3800" b="1" i="0">
                <a:solidFill>
                  <a:schemeClr val="bg1"/>
                </a:solidFill>
                <a:latin typeface="Poppins" pitchFamily="2" charset="77"/>
                <a:cs typeface="Poppins" pitchFamily="2" charset="77"/>
              </a:defRPr>
            </a:lvl5pPr>
          </a:lstStyle>
          <a:p>
            <a:pPr lvl="4"/>
            <a:r>
              <a:rPr lang="pt-BR" dirty="0"/>
              <a:t>Após configurar o ambiente de desenvolvimento, qual comando deve ser usado para instalar o SASS globalmente? </a:t>
            </a:r>
          </a:p>
          <a:p>
            <a:pPr lvl="4"/>
            <a:endParaRPr lang="pt-BR" dirty="0"/>
          </a:p>
        </p:txBody>
      </p:sp>
      <p:sp>
        <p:nvSpPr>
          <p:cNvPr id="24" name="Espaço Reservado para Texto 10">
            <a:extLst>
              <a:ext uri="{FF2B5EF4-FFF2-40B4-BE49-F238E27FC236}">
                <a16:creationId xmlns:a16="http://schemas.microsoft.com/office/drawing/2014/main" id="{E4928552-3110-587D-F402-06E6AD4D146F}"/>
              </a:ext>
            </a:extLst>
          </p:cNvPr>
          <p:cNvSpPr>
            <a:spLocks noGrp="1"/>
          </p:cNvSpPr>
          <p:nvPr>
            <p:ph type="body" sz="quarter" idx="11"/>
          </p:nvPr>
        </p:nvSpPr>
        <p:spPr>
          <a:xfrm>
            <a:off x="4539582" y="3881605"/>
            <a:ext cx="10660730" cy="695584"/>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2200" b="0" i="0">
                <a:solidFill>
                  <a:schemeClr val="bg1"/>
                </a:solidFill>
                <a:latin typeface="Poppins" pitchFamily="2" charset="77"/>
                <a:cs typeface="Poppins" pitchFamily="2" charset="77"/>
              </a:defRPr>
            </a:lvl5pPr>
          </a:lstStyle>
          <a:p>
            <a:pPr lvl="4"/>
            <a:r>
              <a:rPr lang="pt-BR" dirty="0"/>
              <a:t>Indique a alternativa correta.</a:t>
            </a:r>
          </a:p>
        </p:txBody>
      </p:sp>
    </p:spTree>
    <p:extLst>
      <p:ext uri="{BB962C8B-B14F-4D97-AF65-F5344CB8AC3E}">
        <p14:creationId xmlns:p14="http://schemas.microsoft.com/office/powerpoint/2010/main" val="3480242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67"/>
        <p:cNvGrpSpPr/>
        <p:nvPr/>
      </p:nvGrpSpPr>
      <p:grpSpPr>
        <a:xfrm>
          <a:off x="0" y="0"/>
          <a:ext cx="0" cy="0"/>
          <a:chOff x="0" y="0"/>
          <a:chExt cx="0" cy="0"/>
        </a:xfrm>
      </p:grpSpPr>
      <p:sp>
        <p:nvSpPr>
          <p:cNvPr id="12" name="Google Shape;849;p64">
            <a:extLst>
              <a:ext uri="{FF2B5EF4-FFF2-40B4-BE49-F238E27FC236}">
                <a16:creationId xmlns:a16="http://schemas.microsoft.com/office/drawing/2014/main" id="{EA35769D-5E89-8BEC-A209-BE3F409112CD}"/>
              </a:ext>
            </a:extLst>
          </p:cNvPr>
          <p:cNvSpPr/>
          <p:nvPr/>
        </p:nvSpPr>
        <p:spPr>
          <a:xfrm>
            <a:off x="4539582" y="4831655"/>
            <a:ext cx="5092617" cy="1233695"/>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Calibri"/>
              <a:ea typeface="Calibri"/>
              <a:cs typeface="Calibri"/>
              <a:sym typeface="Calibri"/>
            </a:endParaRPr>
          </a:p>
        </p:txBody>
      </p:sp>
      <p:sp>
        <p:nvSpPr>
          <p:cNvPr id="13" name="Google Shape;850;p64">
            <a:extLst>
              <a:ext uri="{FF2B5EF4-FFF2-40B4-BE49-F238E27FC236}">
                <a16:creationId xmlns:a16="http://schemas.microsoft.com/office/drawing/2014/main" id="{A54E57C6-161C-AAD7-A54C-D279F544769B}"/>
              </a:ext>
            </a:extLst>
          </p:cNvPr>
          <p:cNvSpPr/>
          <p:nvPr/>
        </p:nvSpPr>
        <p:spPr>
          <a:xfrm>
            <a:off x="10107625" y="4811747"/>
            <a:ext cx="5092617" cy="1233695"/>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Calibri"/>
              <a:ea typeface="Calibri"/>
              <a:cs typeface="Calibri"/>
              <a:sym typeface="Calibri"/>
            </a:endParaRPr>
          </a:p>
        </p:txBody>
      </p:sp>
      <p:sp>
        <p:nvSpPr>
          <p:cNvPr id="14" name="Google Shape;851;p64">
            <a:extLst>
              <a:ext uri="{FF2B5EF4-FFF2-40B4-BE49-F238E27FC236}">
                <a16:creationId xmlns:a16="http://schemas.microsoft.com/office/drawing/2014/main" id="{D36AB42A-F371-3B9A-F7E8-0FD2FBD3B459}"/>
              </a:ext>
            </a:extLst>
          </p:cNvPr>
          <p:cNvSpPr/>
          <p:nvPr/>
        </p:nvSpPr>
        <p:spPr>
          <a:xfrm>
            <a:off x="4539582" y="6465598"/>
            <a:ext cx="5092617" cy="1233695"/>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Calibri"/>
              <a:ea typeface="Calibri"/>
              <a:cs typeface="Calibri"/>
              <a:sym typeface="Calibri"/>
            </a:endParaRPr>
          </a:p>
        </p:txBody>
      </p:sp>
      <p:sp>
        <p:nvSpPr>
          <p:cNvPr id="16" name="Google Shape;853;p64">
            <a:extLst>
              <a:ext uri="{FF2B5EF4-FFF2-40B4-BE49-F238E27FC236}">
                <a16:creationId xmlns:a16="http://schemas.microsoft.com/office/drawing/2014/main" id="{7A7839F4-55F0-496C-FE16-084E961F4D0B}"/>
              </a:ext>
            </a:extLst>
          </p:cNvPr>
          <p:cNvSpPr/>
          <p:nvPr/>
        </p:nvSpPr>
        <p:spPr>
          <a:xfrm>
            <a:off x="10107625" y="6445690"/>
            <a:ext cx="5092617" cy="1233695"/>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Calibri"/>
              <a:ea typeface="Calibri"/>
              <a:cs typeface="Calibri"/>
              <a:sym typeface="Calibri"/>
            </a:endParaRPr>
          </a:p>
        </p:txBody>
      </p:sp>
      <p:sp>
        <p:nvSpPr>
          <p:cNvPr id="17" name="Google Shape;854;p64">
            <a:extLst>
              <a:ext uri="{FF2B5EF4-FFF2-40B4-BE49-F238E27FC236}">
                <a16:creationId xmlns:a16="http://schemas.microsoft.com/office/drawing/2014/main" id="{E6166458-67DF-A1BA-55AC-1F93D54ED353}"/>
              </a:ext>
            </a:extLst>
          </p:cNvPr>
          <p:cNvSpPr txBox="1"/>
          <p:nvPr/>
        </p:nvSpPr>
        <p:spPr>
          <a:xfrm>
            <a:off x="10562033" y="6809487"/>
            <a:ext cx="4183800" cy="430887"/>
          </a:xfrm>
          <a:prstGeom prst="rect">
            <a:avLst/>
          </a:prstGeom>
          <a:noFill/>
          <a:ln>
            <a:noFill/>
          </a:ln>
        </p:spPr>
        <p:txBody>
          <a:bodyPr spcFirstLastPara="1" wrap="square" lIns="0" tIns="0" rIns="0" bIns="0" anchor="t" anchorCtr="0">
            <a:spAutoFit/>
          </a:bodyPr>
          <a:lstStyle/>
          <a:p>
            <a:pPr algn="ctr"/>
            <a:r>
              <a:rPr lang="pt-BR" sz="2800" b="1" dirty="0">
                <a:solidFill>
                  <a:schemeClr val="bg1"/>
                </a:solidFill>
                <a:latin typeface="Poppins"/>
                <a:cs typeface="Poppins"/>
              </a:rPr>
              <a:t>fade-out($color, 10%)</a:t>
            </a:r>
          </a:p>
        </p:txBody>
      </p:sp>
      <p:sp>
        <p:nvSpPr>
          <p:cNvPr id="18" name="Google Shape;855;p64">
            <a:extLst>
              <a:ext uri="{FF2B5EF4-FFF2-40B4-BE49-F238E27FC236}">
                <a16:creationId xmlns:a16="http://schemas.microsoft.com/office/drawing/2014/main" id="{E56D8818-40F0-C689-0CEF-D7AE8A161C1B}"/>
              </a:ext>
            </a:extLst>
          </p:cNvPr>
          <p:cNvSpPr txBox="1"/>
          <p:nvPr/>
        </p:nvSpPr>
        <p:spPr>
          <a:xfrm>
            <a:off x="4985898" y="5212407"/>
            <a:ext cx="4183800" cy="430887"/>
          </a:xfrm>
          <a:prstGeom prst="rect">
            <a:avLst/>
          </a:prstGeom>
          <a:noFill/>
          <a:ln>
            <a:noFill/>
          </a:ln>
        </p:spPr>
        <p:txBody>
          <a:bodyPr spcFirstLastPara="1" wrap="square" lIns="0" tIns="0" rIns="0" bIns="0" anchor="t" anchorCtr="0">
            <a:spAutoFit/>
          </a:bodyPr>
          <a:lstStyle/>
          <a:p>
            <a:pPr algn="ctr"/>
            <a:r>
              <a:rPr lang="pt-BR" sz="2800" b="1" dirty="0">
                <a:solidFill>
                  <a:schemeClr val="bg1"/>
                </a:solidFill>
                <a:latin typeface="Poppins"/>
                <a:cs typeface="Poppins"/>
              </a:rPr>
              <a:t>darken($color, 10%)</a:t>
            </a:r>
          </a:p>
        </p:txBody>
      </p:sp>
      <p:sp>
        <p:nvSpPr>
          <p:cNvPr id="19" name="Google Shape;856;p64">
            <a:extLst>
              <a:ext uri="{FF2B5EF4-FFF2-40B4-BE49-F238E27FC236}">
                <a16:creationId xmlns:a16="http://schemas.microsoft.com/office/drawing/2014/main" id="{8801C580-7A6F-405E-8463-C89B1F60C9B1}"/>
              </a:ext>
            </a:extLst>
          </p:cNvPr>
          <p:cNvSpPr txBox="1"/>
          <p:nvPr/>
        </p:nvSpPr>
        <p:spPr>
          <a:xfrm>
            <a:off x="10553941" y="5017615"/>
            <a:ext cx="4183800" cy="861774"/>
          </a:xfrm>
          <a:prstGeom prst="rect">
            <a:avLst/>
          </a:prstGeom>
          <a:noFill/>
          <a:ln>
            <a:noFill/>
          </a:ln>
        </p:spPr>
        <p:txBody>
          <a:bodyPr spcFirstLastPara="1" wrap="square" lIns="0" tIns="0" rIns="0" bIns="0" anchor="t" anchorCtr="0">
            <a:spAutoFit/>
          </a:bodyPr>
          <a:lstStyle/>
          <a:p>
            <a:pPr algn="ctr"/>
            <a:r>
              <a:rPr lang="pt-BR" sz="2800" b="1" dirty="0">
                <a:solidFill>
                  <a:schemeClr val="bg1"/>
                </a:solidFill>
                <a:latin typeface="Poppins"/>
                <a:cs typeface="Poppins"/>
              </a:rPr>
              <a:t>semi-color($color, $lightness: -10%)</a:t>
            </a:r>
          </a:p>
        </p:txBody>
      </p:sp>
      <p:sp>
        <p:nvSpPr>
          <p:cNvPr id="4" name="Google Shape;812;p61">
            <a:extLst>
              <a:ext uri="{FF2B5EF4-FFF2-40B4-BE49-F238E27FC236}">
                <a16:creationId xmlns:a16="http://schemas.microsoft.com/office/drawing/2014/main" id="{F6F4DC17-FFFF-6346-AEA1-5DB31E7098C5}"/>
              </a:ext>
            </a:extLst>
          </p:cNvPr>
          <p:cNvSpPr/>
          <p:nvPr/>
        </p:nvSpPr>
        <p:spPr>
          <a:xfrm flipH="1">
            <a:off x="17208696" y="0"/>
            <a:ext cx="1079303" cy="1077425"/>
          </a:xfrm>
          <a:custGeom>
            <a:avLst/>
            <a:gdLst/>
            <a:ahLst/>
            <a:cxnLst/>
            <a:rect l="l" t="t" r="r" b="b"/>
            <a:pathLst>
              <a:path w="1124452" h="1216244" extrusionOk="0">
                <a:moveTo>
                  <a:pt x="0" y="0"/>
                </a:moveTo>
                <a:lnTo>
                  <a:pt x="1124452" y="0"/>
                </a:lnTo>
                <a:lnTo>
                  <a:pt x="1124452" y="0"/>
                </a:lnTo>
                <a:lnTo>
                  <a:pt x="1124452" y="803180"/>
                </a:lnTo>
                <a:cubicBezTo>
                  <a:pt x="1124452" y="1031308"/>
                  <a:pt x="939516" y="1216244"/>
                  <a:pt x="711388" y="1216244"/>
                </a:cubicBezTo>
                <a:lnTo>
                  <a:pt x="0" y="1216244"/>
                </a:lnTo>
                <a:lnTo>
                  <a:pt x="0" y="1216244"/>
                </a:lnTo>
                <a:lnTo>
                  <a:pt x="0" y="0"/>
                </a:lnTo>
                <a:lnTo>
                  <a:pt x="0" y="0"/>
                </a:lnTo>
                <a:close/>
              </a:path>
            </a:pathLst>
          </a:custGeom>
          <a:solidFill>
            <a:srgbClr val="529AC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pic>
        <p:nvPicPr>
          <p:cNvPr id="6" name="Gráfico 5">
            <a:extLst>
              <a:ext uri="{FF2B5EF4-FFF2-40B4-BE49-F238E27FC236}">
                <a16:creationId xmlns:a16="http://schemas.microsoft.com/office/drawing/2014/main" id="{C63DFD66-DCAF-2929-9A9E-31D30026198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527659" y="368881"/>
            <a:ext cx="653903" cy="585071"/>
          </a:xfrm>
          <a:prstGeom prst="rect">
            <a:avLst/>
          </a:prstGeom>
        </p:spPr>
      </p:pic>
      <p:sp>
        <p:nvSpPr>
          <p:cNvPr id="7" name="Google Shape;833;p62">
            <a:extLst>
              <a:ext uri="{FF2B5EF4-FFF2-40B4-BE49-F238E27FC236}">
                <a16:creationId xmlns:a16="http://schemas.microsoft.com/office/drawing/2014/main" id="{15D4CF06-B3BF-AD1B-3CA8-4EDA5A4D52C6}"/>
              </a:ext>
            </a:extLst>
          </p:cNvPr>
          <p:cNvSpPr txBox="1"/>
          <p:nvPr/>
        </p:nvSpPr>
        <p:spPr>
          <a:xfrm>
            <a:off x="17204671" y="-1417"/>
            <a:ext cx="1082575" cy="298085"/>
          </a:xfrm>
          <a:prstGeom prst="rect">
            <a:avLst/>
          </a:prstGeom>
          <a:noFill/>
          <a:ln>
            <a:noFill/>
          </a:ln>
        </p:spPr>
        <p:txBody>
          <a:bodyPr spcFirstLastPara="1" wrap="square" lIns="91425" tIns="45700" rIns="91425" bIns="45700" anchor="t" anchorCtr="0">
            <a:noAutofit/>
          </a:bodyPr>
          <a:lstStyle/>
          <a:p>
            <a:pPr marL="0" marR="0" lvl="0" indent="0" algn="ctr" rtl="0">
              <a:lnSpc>
                <a:spcPct val="107000"/>
              </a:lnSpc>
              <a:spcBef>
                <a:spcPts val="0"/>
              </a:spcBef>
              <a:spcAft>
                <a:spcPts val="0"/>
              </a:spcAft>
              <a:buClr>
                <a:srgbClr val="000000"/>
              </a:buClr>
              <a:buSzPts val="2700"/>
              <a:buFont typeface="Arial"/>
              <a:buNone/>
            </a:pPr>
            <a:r>
              <a:rPr lang="pt-BR" b="1" i="0" u="none" strike="noStrike" cap="none" dirty="0">
                <a:solidFill>
                  <a:schemeClr val="lt1"/>
                </a:solidFill>
                <a:latin typeface="Poppins" panose="00000500000000000000" pitchFamily="2" charset="0"/>
                <a:ea typeface="Poppins"/>
                <a:cs typeface="Poppins" panose="00000500000000000000" pitchFamily="2" charset="0"/>
                <a:sym typeface="Poppins"/>
              </a:rPr>
              <a:t>Registro</a:t>
            </a:r>
            <a:endParaRPr sz="1200" dirty="0">
              <a:latin typeface="Poppins" panose="00000500000000000000" pitchFamily="2" charset="0"/>
              <a:cs typeface="Poppins" panose="00000500000000000000" pitchFamily="2" charset="0"/>
            </a:endParaRPr>
          </a:p>
          <a:p>
            <a:pPr marL="0" marR="0" lvl="0" indent="0" algn="r" rtl="0">
              <a:lnSpc>
                <a:spcPct val="107000"/>
              </a:lnSpc>
              <a:spcBef>
                <a:spcPts val="1073"/>
              </a:spcBef>
              <a:spcAft>
                <a:spcPts val="0"/>
              </a:spcAft>
              <a:buClr>
                <a:srgbClr val="000000"/>
              </a:buClr>
              <a:buSzPts val="2700"/>
              <a:buFont typeface="Arial"/>
              <a:buNone/>
            </a:pPr>
            <a:endParaRPr sz="2000" b="0" i="0" u="none" strike="noStrike" cap="none" dirty="0">
              <a:solidFill>
                <a:schemeClr val="lt1"/>
              </a:solidFill>
              <a:latin typeface="Poppins" panose="00000500000000000000" pitchFamily="2" charset="0"/>
              <a:ea typeface="Poppins Light"/>
              <a:cs typeface="Poppins" panose="00000500000000000000" pitchFamily="2" charset="0"/>
              <a:sym typeface="Poppins Light"/>
            </a:endParaRPr>
          </a:p>
        </p:txBody>
      </p:sp>
      <p:sp>
        <p:nvSpPr>
          <p:cNvPr id="11" name="Espaço Reservado para Texto 10">
            <a:extLst>
              <a:ext uri="{FF2B5EF4-FFF2-40B4-BE49-F238E27FC236}">
                <a16:creationId xmlns:a16="http://schemas.microsoft.com/office/drawing/2014/main" id="{7BF57810-9FEF-4033-D5D3-F67A1276D007}"/>
              </a:ext>
            </a:extLst>
          </p:cNvPr>
          <p:cNvSpPr>
            <a:spLocks noGrp="1"/>
          </p:cNvSpPr>
          <p:nvPr>
            <p:ph type="body" sz="quarter" idx="10"/>
          </p:nvPr>
        </p:nvSpPr>
        <p:spPr>
          <a:xfrm>
            <a:off x="4539582" y="2093913"/>
            <a:ext cx="10660731" cy="773112"/>
          </a:xfrm>
          <a:prstGeom prst="rect">
            <a:avLst/>
          </a:prstGeom>
        </p:spPr>
        <p:txBody>
          <a:bodyPr>
            <a:noAutofit/>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3800" b="1" i="0">
                <a:solidFill>
                  <a:schemeClr val="bg1"/>
                </a:solidFill>
                <a:latin typeface="Poppins" pitchFamily="2" charset="77"/>
                <a:cs typeface="Poppins" pitchFamily="2" charset="77"/>
              </a:defRPr>
            </a:lvl5pPr>
          </a:lstStyle>
          <a:p>
            <a:pPr lvl="4"/>
            <a:r>
              <a:rPr lang="pt-BR" dirty="0"/>
              <a:t>No arquivo style.scss, como é possível alterar a luminosidade de uma cor utilizando SASS? </a:t>
            </a:r>
          </a:p>
          <a:p>
            <a:pPr lvl="4"/>
            <a:endParaRPr lang="pt-BR" dirty="0"/>
          </a:p>
        </p:txBody>
      </p:sp>
      <p:sp>
        <p:nvSpPr>
          <p:cNvPr id="20" name="Espaço Reservado para Texto 10">
            <a:extLst>
              <a:ext uri="{FF2B5EF4-FFF2-40B4-BE49-F238E27FC236}">
                <a16:creationId xmlns:a16="http://schemas.microsoft.com/office/drawing/2014/main" id="{D63567CE-A64E-EE88-B571-C062FF6182BE}"/>
              </a:ext>
            </a:extLst>
          </p:cNvPr>
          <p:cNvSpPr>
            <a:spLocks noGrp="1"/>
          </p:cNvSpPr>
          <p:nvPr>
            <p:ph type="body" sz="quarter" idx="11"/>
          </p:nvPr>
        </p:nvSpPr>
        <p:spPr>
          <a:xfrm>
            <a:off x="4539582" y="4047702"/>
            <a:ext cx="10660730" cy="773113"/>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2200" b="0" i="0">
                <a:solidFill>
                  <a:schemeClr val="bg1"/>
                </a:solidFill>
                <a:latin typeface="Poppins" pitchFamily="2" charset="77"/>
                <a:cs typeface="Poppins" pitchFamily="2" charset="77"/>
              </a:defRPr>
            </a:lvl5pPr>
          </a:lstStyle>
          <a:p>
            <a:pPr lvl="4"/>
            <a:r>
              <a:rPr lang="pt-BR" dirty="0"/>
              <a:t>Indique a alternativa correta.</a:t>
            </a:r>
          </a:p>
        </p:txBody>
      </p:sp>
      <p:sp>
        <p:nvSpPr>
          <p:cNvPr id="2" name="Google Shape;852;p64">
            <a:extLst>
              <a:ext uri="{FF2B5EF4-FFF2-40B4-BE49-F238E27FC236}">
                <a16:creationId xmlns:a16="http://schemas.microsoft.com/office/drawing/2014/main" id="{B7F767F6-4174-2AFB-8B12-FB0DC79F474E}"/>
              </a:ext>
            </a:extLst>
          </p:cNvPr>
          <p:cNvSpPr txBox="1"/>
          <p:nvPr/>
        </p:nvSpPr>
        <p:spPr>
          <a:xfrm>
            <a:off x="4960200" y="6651558"/>
            <a:ext cx="4183800" cy="861774"/>
          </a:xfrm>
          <a:prstGeom prst="rect">
            <a:avLst/>
          </a:prstGeom>
          <a:noFill/>
          <a:ln>
            <a:noFill/>
          </a:ln>
        </p:spPr>
        <p:txBody>
          <a:bodyPr spcFirstLastPara="1" wrap="square" lIns="0" tIns="0" rIns="0" bIns="0" anchor="t" anchorCtr="0">
            <a:spAutoFit/>
          </a:bodyPr>
          <a:lstStyle/>
          <a:p>
            <a:pPr algn="ctr"/>
            <a:r>
              <a:rPr lang="pt-BR" sz="2800" b="1" dirty="0" err="1">
                <a:solidFill>
                  <a:schemeClr val="bg1"/>
                </a:solidFill>
                <a:effectLst/>
                <a:latin typeface="Poppins" panose="00000500000000000000" pitchFamily="2" charset="0"/>
                <a:ea typeface="Calibri" panose="020F0502020204030204" pitchFamily="34" charset="0"/>
                <a:cs typeface="Poppins" panose="00000500000000000000" pitchFamily="2" charset="0"/>
              </a:rPr>
              <a:t>color.adjust</a:t>
            </a:r>
            <a:r>
              <a:rPr lang="pt-BR" sz="2800" b="1" dirty="0">
                <a:solidFill>
                  <a:schemeClr val="bg1"/>
                </a:solidFill>
                <a:effectLst/>
                <a:latin typeface="Poppins" panose="00000500000000000000" pitchFamily="2" charset="0"/>
                <a:ea typeface="Calibri" panose="020F0502020204030204" pitchFamily="34" charset="0"/>
                <a:cs typeface="Poppins" panose="00000500000000000000" pitchFamily="2" charset="0"/>
              </a:rPr>
              <a:t>($color, $</a:t>
            </a:r>
            <a:r>
              <a:rPr lang="pt-BR" sz="2800" b="1" dirty="0" err="1">
                <a:solidFill>
                  <a:schemeClr val="bg1"/>
                </a:solidFill>
                <a:effectLst/>
                <a:latin typeface="Poppins" panose="00000500000000000000" pitchFamily="2" charset="0"/>
                <a:ea typeface="Calibri" panose="020F0502020204030204" pitchFamily="34" charset="0"/>
                <a:cs typeface="Poppins" panose="00000500000000000000" pitchFamily="2" charset="0"/>
              </a:rPr>
              <a:t>lightness</a:t>
            </a:r>
            <a:r>
              <a:rPr lang="pt-BR" sz="2800" b="1" dirty="0">
                <a:solidFill>
                  <a:schemeClr val="bg1"/>
                </a:solidFill>
                <a:effectLst/>
                <a:latin typeface="Poppins" panose="00000500000000000000" pitchFamily="2" charset="0"/>
                <a:ea typeface="Calibri" panose="020F0502020204030204" pitchFamily="34" charset="0"/>
                <a:cs typeface="Poppins" panose="00000500000000000000" pitchFamily="2" charset="0"/>
              </a:rPr>
              <a:t>: -10%)</a:t>
            </a:r>
            <a:endParaRPr lang="pt-BR" sz="2800" b="1" dirty="0">
              <a:solidFill>
                <a:schemeClr val="bg1"/>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18156319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Shape 867">
          <a:extLst>
            <a:ext uri="{FF2B5EF4-FFF2-40B4-BE49-F238E27FC236}">
              <a16:creationId xmlns:a16="http://schemas.microsoft.com/office/drawing/2014/main" id="{D98713A6-336C-5986-260A-18E766D762A1}"/>
            </a:ext>
          </a:extLst>
        </p:cNvPr>
        <p:cNvGrpSpPr/>
        <p:nvPr/>
      </p:nvGrpSpPr>
      <p:grpSpPr>
        <a:xfrm>
          <a:off x="0" y="0"/>
          <a:ext cx="0" cy="0"/>
          <a:chOff x="0" y="0"/>
          <a:chExt cx="0" cy="0"/>
        </a:xfrm>
      </p:grpSpPr>
      <p:sp>
        <p:nvSpPr>
          <p:cNvPr id="12" name="Google Shape;849;p64">
            <a:extLst>
              <a:ext uri="{FF2B5EF4-FFF2-40B4-BE49-F238E27FC236}">
                <a16:creationId xmlns:a16="http://schemas.microsoft.com/office/drawing/2014/main" id="{4D1FCC38-660A-02EA-C9B3-B056ABED5966}"/>
              </a:ext>
            </a:extLst>
          </p:cNvPr>
          <p:cNvSpPr/>
          <p:nvPr/>
        </p:nvSpPr>
        <p:spPr>
          <a:xfrm>
            <a:off x="4539582" y="4831655"/>
            <a:ext cx="5092617" cy="1233695"/>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Calibri"/>
              <a:ea typeface="Calibri"/>
              <a:cs typeface="Calibri"/>
              <a:sym typeface="Calibri"/>
            </a:endParaRPr>
          </a:p>
        </p:txBody>
      </p:sp>
      <p:sp>
        <p:nvSpPr>
          <p:cNvPr id="13" name="Google Shape;850;p64">
            <a:extLst>
              <a:ext uri="{FF2B5EF4-FFF2-40B4-BE49-F238E27FC236}">
                <a16:creationId xmlns:a16="http://schemas.microsoft.com/office/drawing/2014/main" id="{C7EA2D45-B5F8-DC9F-851D-BEFD23066C7D}"/>
              </a:ext>
            </a:extLst>
          </p:cNvPr>
          <p:cNvSpPr/>
          <p:nvPr/>
        </p:nvSpPr>
        <p:spPr>
          <a:xfrm>
            <a:off x="10107625" y="4811747"/>
            <a:ext cx="5092617" cy="1233695"/>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Calibri"/>
              <a:ea typeface="Calibri"/>
              <a:cs typeface="Calibri"/>
              <a:sym typeface="Calibri"/>
            </a:endParaRPr>
          </a:p>
        </p:txBody>
      </p:sp>
      <p:sp>
        <p:nvSpPr>
          <p:cNvPr id="14" name="Google Shape;851;p64">
            <a:extLst>
              <a:ext uri="{FF2B5EF4-FFF2-40B4-BE49-F238E27FC236}">
                <a16:creationId xmlns:a16="http://schemas.microsoft.com/office/drawing/2014/main" id="{36B49BC9-9553-68DF-4E80-6322B197DCE1}"/>
              </a:ext>
            </a:extLst>
          </p:cNvPr>
          <p:cNvSpPr/>
          <p:nvPr/>
        </p:nvSpPr>
        <p:spPr>
          <a:xfrm>
            <a:off x="4539582" y="6465598"/>
            <a:ext cx="5092617" cy="1233695"/>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2D050"/>
          </a:solidFill>
          <a:ln w="762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Calibri"/>
              <a:ea typeface="Calibri"/>
              <a:cs typeface="Calibri"/>
              <a:sym typeface="Calibri"/>
            </a:endParaRPr>
          </a:p>
        </p:txBody>
      </p:sp>
      <p:sp>
        <p:nvSpPr>
          <p:cNvPr id="16" name="Google Shape;853;p64">
            <a:extLst>
              <a:ext uri="{FF2B5EF4-FFF2-40B4-BE49-F238E27FC236}">
                <a16:creationId xmlns:a16="http://schemas.microsoft.com/office/drawing/2014/main" id="{C9348E14-6BD4-1357-33BF-CC180964AE06}"/>
              </a:ext>
            </a:extLst>
          </p:cNvPr>
          <p:cNvSpPr/>
          <p:nvPr/>
        </p:nvSpPr>
        <p:spPr>
          <a:xfrm>
            <a:off x="10107625" y="6445690"/>
            <a:ext cx="5092617" cy="1233695"/>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Calibri"/>
              <a:ea typeface="Calibri"/>
              <a:cs typeface="Calibri"/>
              <a:sym typeface="Calibri"/>
            </a:endParaRPr>
          </a:p>
        </p:txBody>
      </p:sp>
      <p:sp>
        <p:nvSpPr>
          <p:cNvPr id="4" name="Google Shape;812;p61">
            <a:extLst>
              <a:ext uri="{FF2B5EF4-FFF2-40B4-BE49-F238E27FC236}">
                <a16:creationId xmlns:a16="http://schemas.microsoft.com/office/drawing/2014/main" id="{6773C115-602E-F2A6-4750-112EC29F791A}"/>
              </a:ext>
            </a:extLst>
          </p:cNvPr>
          <p:cNvSpPr/>
          <p:nvPr/>
        </p:nvSpPr>
        <p:spPr>
          <a:xfrm flipH="1">
            <a:off x="17208696" y="0"/>
            <a:ext cx="1079303" cy="1077425"/>
          </a:xfrm>
          <a:custGeom>
            <a:avLst/>
            <a:gdLst/>
            <a:ahLst/>
            <a:cxnLst/>
            <a:rect l="l" t="t" r="r" b="b"/>
            <a:pathLst>
              <a:path w="1124452" h="1216244" extrusionOk="0">
                <a:moveTo>
                  <a:pt x="0" y="0"/>
                </a:moveTo>
                <a:lnTo>
                  <a:pt x="1124452" y="0"/>
                </a:lnTo>
                <a:lnTo>
                  <a:pt x="1124452" y="0"/>
                </a:lnTo>
                <a:lnTo>
                  <a:pt x="1124452" y="803180"/>
                </a:lnTo>
                <a:cubicBezTo>
                  <a:pt x="1124452" y="1031308"/>
                  <a:pt x="939516" y="1216244"/>
                  <a:pt x="711388" y="1216244"/>
                </a:cubicBezTo>
                <a:lnTo>
                  <a:pt x="0" y="1216244"/>
                </a:lnTo>
                <a:lnTo>
                  <a:pt x="0" y="1216244"/>
                </a:lnTo>
                <a:lnTo>
                  <a:pt x="0" y="0"/>
                </a:lnTo>
                <a:lnTo>
                  <a:pt x="0" y="0"/>
                </a:lnTo>
                <a:close/>
              </a:path>
            </a:pathLst>
          </a:custGeom>
          <a:solidFill>
            <a:srgbClr val="529AC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pic>
        <p:nvPicPr>
          <p:cNvPr id="6" name="Gráfico 5">
            <a:extLst>
              <a:ext uri="{FF2B5EF4-FFF2-40B4-BE49-F238E27FC236}">
                <a16:creationId xmlns:a16="http://schemas.microsoft.com/office/drawing/2014/main" id="{618610DE-BF54-162F-6BD1-C0A0A3B8044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527659" y="368881"/>
            <a:ext cx="653903" cy="585071"/>
          </a:xfrm>
          <a:prstGeom prst="rect">
            <a:avLst/>
          </a:prstGeom>
        </p:spPr>
      </p:pic>
      <p:sp>
        <p:nvSpPr>
          <p:cNvPr id="7" name="Google Shape;833;p62">
            <a:extLst>
              <a:ext uri="{FF2B5EF4-FFF2-40B4-BE49-F238E27FC236}">
                <a16:creationId xmlns:a16="http://schemas.microsoft.com/office/drawing/2014/main" id="{BB13BBF9-A7CE-8C02-F22E-A2A75F4E1348}"/>
              </a:ext>
            </a:extLst>
          </p:cNvPr>
          <p:cNvSpPr txBox="1"/>
          <p:nvPr/>
        </p:nvSpPr>
        <p:spPr>
          <a:xfrm>
            <a:off x="17204671" y="-1417"/>
            <a:ext cx="1082575" cy="298085"/>
          </a:xfrm>
          <a:prstGeom prst="rect">
            <a:avLst/>
          </a:prstGeom>
          <a:noFill/>
          <a:ln>
            <a:noFill/>
          </a:ln>
        </p:spPr>
        <p:txBody>
          <a:bodyPr spcFirstLastPara="1" wrap="square" lIns="91425" tIns="45700" rIns="91425" bIns="45700" anchor="t" anchorCtr="0">
            <a:noAutofit/>
          </a:bodyPr>
          <a:lstStyle/>
          <a:p>
            <a:pPr marL="0" marR="0" lvl="0" indent="0" algn="ctr" rtl="0">
              <a:lnSpc>
                <a:spcPct val="107000"/>
              </a:lnSpc>
              <a:spcBef>
                <a:spcPts val="0"/>
              </a:spcBef>
              <a:spcAft>
                <a:spcPts val="0"/>
              </a:spcAft>
              <a:buClr>
                <a:srgbClr val="000000"/>
              </a:buClr>
              <a:buSzPts val="2700"/>
              <a:buFont typeface="Arial"/>
              <a:buNone/>
            </a:pPr>
            <a:r>
              <a:rPr lang="pt-BR" b="1" i="0" u="none" strike="noStrike" cap="none" dirty="0">
                <a:solidFill>
                  <a:schemeClr val="lt1"/>
                </a:solidFill>
                <a:latin typeface="Poppins" panose="00000500000000000000" pitchFamily="2" charset="0"/>
                <a:ea typeface="Poppins"/>
                <a:cs typeface="Poppins" panose="00000500000000000000" pitchFamily="2" charset="0"/>
                <a:sym typeface="Poppins"/>
              </a:rPr>
              <a:t>Registro</a:t>
            </a:r>
            <a:endParaRPr sz="1200" dirty="0">
              <a:latin typeface="Poppins" panose="00000500000000000000" pitchFamily="2" charset="0"/>
              <a:cs typeface="Poppins" panose="00000500000000000000" pitchFamily="2" charset="0"/>
            </a:endParaRPr>
          </a:p>
          <a:p>
            <a:pPr marL="0" marR="0" lvl="0" indent="0" algn="r" rtl="0">
              <a:lnSpc>
                <a:spcPct val="107000"/>
              </a:lnSpc>
              <a:spcBef>
                <a:spcPts val="1073"/>
              </a:spcBef>
              <a:spcAft>
                <a:spcPts val="0"/>
              </a:spcAft>
              <a:buClr>
                <a:srgbClr val="000000"/>
              </a:buClr>
              <a:buSzPts val="2700"/>
              <a:buFont typeface="Arial"/>
              <a:buNone/>
            </a:pPr>
            <a:endParaRPr sz="2000" b="0" i="0" u="none" strike="noStrike" cap="none" dirty="0">
              <a:solidFill>
                <a:schemeClr val="lt1"/>
              </a:solidFill>
              <a:latin typeface="Poppins" panose="00000500000000000000" pitchFamily="2" charset="0"/>
              <a:ea typeface="Poppins Light"/>
              <a:cs typeface="Poppins" panose="00000500000000000000" pitchFamily="2" charset="0"/>
              <a:sym typeface="Poppins Light"/>
            </a:endParaRPr>
          </a:p>
        </p:txBody>
      </p:sp>
      <p:sp>
        <p:nvSpPr>
          <p:cNvPr id="3" name="Google Shape;1434;p98">
            <a:extLst>
              <a:ext uri="{FF2B5EF4-FFF2-40B4-BE49-F238E27FC236}">
                <a16:creationId xmlns:a16="http://schemas.microsoft.com/office/drawing/2014/main" id="{90901B14-1D82-3DB6-97E1-CF4CCD2ECC31}"/>
              </a:ext>
            </a:extLst>
          </p:cNvPr>
          <p:cNvSpPr/>
          <p:nvPr/>
        </p:nvSpPr>
        <p:spPr>
          <a:xfrm>
            <a:off x="15363042" y="6691295"/>
            <a:ext cx="771900" cy="845400"/>
          </a:xfrm>
          <a:prstGeom prst="mathMultiply">
            <a:avLst>
              <a:gd name="adj1" fmla="val 23520"/>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Calibri"/>
              <a:ea typeface="Calibri"/>
              <a:cs typeface="Calibri"/>
              <a:sym typeface="Calibri"/>
            </a:endParaRPr>
          </a:p>
        </p:txBody>
      </p:sp>
      <p:sp>
        <p:nvSpPr>
          <p:cNvPr id="8" name="Google Shape;1435;p98">
            <a:extLst>
              <a:ext uri="{FF2B5EF4-FFF2-40B4-BE49-F238E27FC236}">
                <a16:creationId xmlns:a16="http://schemas.microsoft.com/office/drawing/2014/main" id="{9FD76F00-80C9-C32C-B707-9B706920B70A}"/>
              </a:ext>
            </a:extLst>
          </p:cNvPr>
          <p:cNvSpPr/>
          <p:nvPr/>
        </p:nvSpPr>
        <p:spPr>
          <a:xfrm>
            <a:off x="3656207" y="5100104"/>
            <a:ext cx="771900" cy="845400"/>
          </a:xfrm>
          <a:prstGeom prst="mathMultiply">
            <a:avLst>
              <a:gd name="adj1" fmla="val 23520"/>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Calibri"/>
              <a:ea typeface="Calibri"/>
              <a:cs typeface="Calibri"/>
              <a:sym typeface="Calibri"/>
            </a:endParaRPr>
          </a:p>
        </p:txBody>
      </p:sp>
      <p:sp>
        <p:nvSpPr>
          <p:cNvPr id="9" name="Google Shape;1436;p98">
            <a:extLst>
              <a:ext uri="{FF2B5EF4-FFF2-40B4-BE49-F238E27FC236}">
                <a16:creationId xmlns:a16="http://schemas.microsoft.com/office/drawing/2014/main" id="{E013079C-2188-FD91-E8B8-894B37166A33}"/>
              </a:ext>
            </a:extLst>
          </p:cNvPr>
          <p:cNvSpPr/>
          <p:nvPr/>
        </p:nvSpPr>
        <p:spPr>
          <a:xfrm>
            <a:off x="15363042" y="5045639"/>
            <a:ext cx="771900" cy="845400"/>
          </a:xfrm>
          <a:prstGeom prst="mathMultiply">
            <a:avLst>
              <a:gd name="adj1" fmla="val 23520"/>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Calibri"/>
              <a:ea typeface="Calibri"/>
              <a:cs typeface="Calibri"/>
              <a:sym typeface="Calibri"/>
            </a:endParaRPr>
          </a:p>
        </p:txBody>
      </p:sp>
      <p:sp>
        <p:nvSpPr>
          <p:cNvPr id="10" name="Google Shape;1437;p98">
            <a:extLst>
              <a:ext uri="{FF2B5EF4-FFF2-40B4-BE49-F238E27FC236}">
                <a16:creationId xmlns:a16="http://schemas.microsoft.com/office/drawing/2014/main" id="{93394F96-66FC-0DDF-4A6C-BA980A73178C}"/>
              </a:ext>
            </a:extLst>
          </p:cNvPr>
          <p:cNvSpPr/>
          <p:nvPr/>
        </p:nvSpPr>
        <p:spPr>
          <a:xfrm rot="-3043640">
            <a:off x="3590467" y="6914557"/>
            <a:ext cx="578188" cy="398876"/>
          </a:xfrm>
          <a:prstGeom prst="corner">
            <a:avLst>
              <a:gd name="adj1" fmla="val 36796"/>
              <a:gd name="adj2" fmla="val 29665"/>
            </a:avLst>
          </a:prstGeom>
          <a:solidFill>
            <a:srgbClr val="92D05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Calibri"/>
              <a:ea typeface="Calibri"/>
              <a:cs typeface="Calibri"/>
              <a:sym typeface="Calibri"/>
            </a:endParaRPr>
          </a:p>
        </p:txBody>
      </p:sp>
      <p:sp>
        <p:nvSpPr>
          <p:cNvPr id="5" name="Google Shape;854;p64">
            <a:extLst>
              <a:ext uri="{FF2B5EF4-FFF2-40B4-BE49-F238E27FC236}">
                <a16:creationId xmlns:a16="http://schemas.microsoft.com/office/drawing/2014/main" id="{FE04D4F9-89F7-8101-738F-C8100BFE0CE9}"/>
              </a:ext>
            </a:extLst>
          </p:cNvPr>
          <p:cNvSpPr txBox="1"/>
          <p:nvPr/>
        </p:nvSpPr>
        <p:spPr>
          <a:xfrm>
            <a:off x="10562033" y="6867001"/>
            <a:ext cx="4183800" cy="430887"/>
          </a:xfrm>
          <a:prstGeom prst="rect">
            <a:avLst/>
          </a:prstGeom>
          <a:noFill/>
          <a:ln>
            <a:noFill/>
          </a:ln>
        </p:spPr>
        <p:txBody>
          <a:bodyPr spcFirstLastPara="1" wrap="square" lIns="0" tIns="0" rIns="0" bIns="0" anchor="t" anchorCtr="0">
            <a:spAutoFit/>
          </a:bodyPr>
          <a:lstStyle/>
          <a:p>
            <a:pPr algn="ctr"/>
            <a:r>
              <a:rPr lang="pt-BR" sz="2800" b="1" dirty="0">
                <a:solidFill>
                  <a:schemeClr val="bg1"/>
                </a:solidFill>
                <a:latin typeface="Poppins"/>
                <a:cs typeface="Poppins"/>
              </a:rPr>
              <a:t>fade-out($color, 10%)</a:t>
            </a:r>
          </a:p>
        </p:txBody>
      </p:sp>
      <p:sp>
        <p:nvSpPr>
          <p:cNvPr id="11" name="Google Shape;855;p64">
            <a:extLst>
              <a:ext uri="{FF2B5EF4-FFF2-40B4-BE49-F238E27FC236}">
                <a16:creationId xmlns:a16="http://schemas.microsoft.com/office/drawing/2014/main" id="{2021FDBE-479F-E0A9-8844-F88C512D823F}"/>
              </a:ext>
            </a:extLst>
          </p:cNvPr>
          <p:cNvSpPr txBox="1"/>
          <p:nvPr/>
        </p:nvSpPr>
        <p:spPr>
          <a:xfrm>
            <a:off x="4985898" y="5255949"/>
            <a:ext cx="4183800" cy="430887"/>
          </a:xfrm>
          <a:prstGeom prst="rect">
            <a:avLst/>
          </a:prstGeom>
          <a:noFill/>
          <a:ln>
            <a:noFill/>
          </a:ln>
        </p:spPr>
        <p:txBody>
          <a:bodyPr spcFirstLastPara="1" wrap="square" lIns="0" tIns="0" rIns="0" bIns="0" anchor="t" anchorCtr="0">
            <a:spAutoFit/>
          </a:bodyPr>
          <a:lstStyle/>
          <a:p>
            <a:pPr algn="ctr"/>
            <a:r>
              <a:rPr lang="pt-BR" sz="2800" b="1" dirty="0">
                <a:solidFill>
                  <a:schemeClr val="bg1"/>
                </a:solidFill>
                <a:latin typeface="Poppins"/>
                <a:cs typeface="Poppins"/>
              </a:rPr>
              <a:t>darken($color, 10%)</a:t>
            </a:r>
          </a:p>
        </p:txBody>
      </p:sp>
      <p:sp>
        <p:nvSpPr>
          <p:cNvPr id="20" name="Google Shape;856;p64">
            <a:extLst>
              <a:ext uri="{FF2B5EF4-FFF2-40B4-BE49-F238E27FC236}">
                <a16:creationId xmlns:a16="http://schemas.microsoft.com/office/drawing/2014/main" id="{139AA581-C9C1-4C5B-96B7-F2551B80C075}"/>
              </a:ext>
            </a:extLst>
          </p:cNvPr>
          <p:cNvSpPr txBox="1"/>
          <p:nvPr/>
        </p:nvSpPr>
        <p:spPr>
          <a:xfrm>
            <a:off x="10553941" y="5017615"/>
            <a:ext cx="4183800" cy="861774"/>
          </a:xfrm>
          <a:prstGeom prst="rect">
            <a:avLst/>
          </a:prstGeom>
          <a:noFill/>
          <a:ln>
            <a:noFill/>
          </a:ln>
        </p:spPr>
        <p:txBody>
          <a:bodyPr spcFirstLastPara="1" wrap="square" lIns="0" tIns="0" rIns="0" bIns="0" anchor="t" anchorCtr="0">
            <a:spAutoFit/>
          </a:bodyPr>
          <a:lstStyle/>
          <a:p>
            <a:pPr algn="ctr"/>
            <a:r>
              <a:rPr lang="pt-BR" sz="2800" b="1" dirty="0">
                <a:solidFill>
                  <a:schemeClr val="bg1"/>
                </a:solidFill>
                <a:latin typeface="Poppins"/>
                <a:cs typeface="Poppins"/>
              </a:rPr>
              <a:t>semi-color($color, $lightness: -10%)</a:t>
            </a:r>
          </a:p>
        </p:txBody>
      </p:sp>
      <p:sp>
        <p:nvSpPr>
          <p:cNvPr id="21" name="Espaço Reservado para Texto 10">
            <a:extLst>
              <a:ext uri="{FF2B5EF4-FFF2-40B4-BE49-F238E27FC236}">
                <a16:creationId xmlns:a16="http://schemas.microsoft.com/office/drawing/2014/main" id="{DE690EE6-1BDC-4B7B-FB08-BB213C8FEAE1}"/>
              </a:ext>
            </a:extLst>
          </p:cNvPr>
          <p:cNvSpPr>
            <a:spLocks noGrp="1"/>
          </p:cNvSpPr>
          <p:nvPr>
            <p:ph type="body" sz="quarter" idx="10"/>
          </p:nvPr>
        </p:nvSpPr>
        <p:spPr>
          <a:xfrm>
            <a:off x="4539582" y="2093913"/>
            <a:ext cx="10660731" cy="773112"/>
          </a:xfrm>
          <a:prstGeom prst="rect">
            <a:avLst/>
          </a:prstGeom>
        </p:spPr>
        <p:txBody>
          <a:bodyPr>
            <a:noAutofit/>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3800" b="1" i="0">
                <a:solidFill>
                  <a:schemeClr val="bg1"/>
                </a:solidFill>
                <a:latin typeface="Poppins" pitchFamily="2" charset="77"/>
                <a:cs typeface="Poppins" pitchFamily="2" charset="77"/>
              </a:defRPr>
            </a:lvl5pPr>
          </a:lstStyle>
          <a:p>
            <a:pPr lvl="4"/>
            <a:r>
              <a:rPr lang="pt-BR" dirty="0"/>
              <a:t>No arquivo style.scss, como é possível alterar a luminosidade de uma cor utilizando SASS? </a:t>
            </a:r>
          </a:p>
          <a:p>
            <a:pPr lvl="4"/>
            <a:endParaRPr lang="pt-BR" dirty="0"/>
          </a:p>
        </p:txBody>
      </p:sp>
      <p:sp>
        <p:nvSpPr>
          <p:cNvPr id="24" name="Espaço Reservado para Texto 10">
            <a:extLst>
              <a:ext uri="{FF2B5EF4-FFF2-40B4-BE49-F238E27FC236}">
                <a16:creationId xmlns:a16="http://schemas.microsoft.com/office/drawing/2014/main" id="{0DD5E8EA-7ADD-EC0C-242E-2E376EE6EAA7}"/>
              </a:ext>
            </a:extLst>
          </p:cNvPr>
          <p:cNvSpPr>
            <a:spLocks noGrp="1"/>
          </p:cNvSpPr>
          <p:nvPr>
            <p:ph type="body" sz="quarter" idx="11"/>
          </p:nvPr>
        </p:nvSpPr>
        <p:spPr>
          <a:xfrm>
            <a:off x="4539582" y="4047702"/>
            <a:ext cx="10660730" cy="773113"/>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2200" b="0" i="0">
                <a:solidFill>
                  <a:schemeClr val="bg1"/>
                </a:solidFill>
                <a:latin typeface="Poppins" pitchFamily="2" charset="77"/>
                <a:cs typeface="Poppins" pitchFamily="2" charset="77"/>
              </a:defRPr>
            </a:lvl5pPr>
          </a:lstStyle>
          <a:p>
            <a:pPr lvl="4"/>
            <a:r>
              <a:rPr lang="pt-BR" dirty="0"/>
              <a:t>Indique a alternativa correta.</a:t>
            </a:r>
          </a:p>
        </p:txBody>
      </p:sp>
      <p:sp>
        <p:nvSpPr>
          <p:cNvPr id="15" name="Google Shape;852;p64">
            <a:extLst>
              <a:ext uri="{FF2B5EF4-FFF2-40B4-BE49-F238E27FC236}">
                <a16:creationId xmlns:a16="http://schemas.microsoft.com/office/drawing/2014/main" id="{5DB82ED7-6C3B-5143-6B40-8F9848ACE749}"/>
              </a:ext>
            </a:extLst>
          </p:cNvPr>
          <p:cNvSpPr txBox="1"/>
          <p:nvPr/>
        </p:nvSpPr>
        <p:spPr>
          <a:xfrm>
            <a:off x="4960200" y="6651558"/>
            <a:ext cx="4183800" cy="861774"/>
          </a:xfrm>
          <a:prstGeom prst="rect">
            <a:avLst/>
          </a:prstGeom>
          <a:noFill/>
          <a:ln>
            <a:noFill/>
          </a:ln>
        </p:spPr>
        <p:txBody>
          <a:bodyPr spcFirstLastPara="1" wrap="square" lIns="0" tIns="0" rIns="0" bIns="0" anchor="t" anchorCtr="0">
            <a:spAutoFit/>
          </a:bodyPr>
          <a:lstStyle/>
          <a:p>
            <a:pPr algn="ctr"/>
            <a:r>
              <a:rPr lang="pt-BR" sz="2800" b="1" dirty="0" err="1">
                <a:solidFill>
                  <a:schemeClr val="bg1"/>
                </a:solidFill>
                <a:effectLst/>
                <a:latin typeface="Poppins" panose="00000500000000000000" pitchFamily="2" charset="0"/>
                <a:ea typeface="Calibri" panose="020F0502020204030204" pitchFamily="34" charset="0"/>
                <a:cs typeface="Poppins" panose="00000500000000000000" pitchFamily="2" charset="0"/>
              </a:rPr>
              <a:t>color.adjust</a:t>
            </a:r>
            <a:r>
              <a:rPr lang="pt-BR" sz="2800" b="1" dirty="0">
                <a:solidFill>
                  <a:schemeClr val="bg1"/>
                </a:solidFill>
                <a:effectLst/>
                <a:latin typeface="Poppins" panose="00000500000000000000" pitchFamily="2" charset="0"/>
                <a:ea typeface="Calibri" panose="020F0502020204030204" pitchFamily="34" charset="0"/>
                <a:cs typeface="Poppins" panose="00000500000000000000" pitchFamily="2" charset="0"/>
              </a:rPr>
              <a:t>($color, $</a:t>
            </a:r>
            <a:r>
              <a:rPr lang="pt-BR" sz="2800" b="1" dirty="0" err="1">
                <a:solidFill>
                  <a:schemeClr val="bg1"/>
                </a:solidFill>
                <a:effectLst/>
                <a:latin typeface="Poppins" panose="00000500000000000000" pitchFamily="2" charset="0"/>
                <a:ea typeface="Calibri" panose="020F0502020204030204" pitchFamily="34" charset="0"/>
                <a:cs typeface="Poppins" panose="00000500000000000000" pitchFamily="2" charset="0"/>
              </a:rPr>
              <a:t>lightness</a:t>
            </a:r>
            <a:r>
              <a:rPr lang="pt-BR" sz="2800" b="1" dirty="0">
                <a:solidFill>
                  <a:schemeClr val="bg1"/>
                </a:solidFill>
                <a:effectLst/>
                <a:latin typeface="Poppins" panose="00000500000000000000" pitchFamily="2" charset="0"/>
                <a:ea typeface="Calibri" panose="020F0502020204030204" pitchFamily="34" charset="0"/>
                <a:cs typeface="Poppins" panose="00000500000000000000" pitchFamily="2" charset="0"/>
              </a:rPr>
              <a:t>: -10%)</a:t>
            </a:r>
            <a:endParaRPr lang="pt-BR" sz="2800" b="1" dirty="0">
              <a:solidFill>
                <a:schemeClr val="bg1"/>
              </a:solidFill>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19290509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67"/>
        <p:cNvGrpSpPr/>
        <p:nvPr/>
      </p:nvGrpSpPr>
      <p:grpSpPr>
        <a:xfrm>
          <a:off x="0" y="0"/>
          <a:ext cx="0" cy="0"/>
          <a:chOff x="0" y="0"/>
          <a:chExt cx="0" cy="0"/>
        </a:xfrm>
      </p:grpSpPr>
      <p:sp>
        <p:nvSpPr>
          <p:cNvPr id="12" name="Google Shape;849;p64">
            <a:extLst>
              <a:ext uri="{FF2B5EF4-FFF2-40B4-BE49-F238E27FC236}">
                <a16:creationId xmlns:a16="http://schemas.microsoft.com/office/drawing/2014/main" id="{EA35769D-5E89-8BEC-A209-BE3F409112CD}"/>
              </a:ext>
            </a:extLst>
          </p:cNvPr>
          <p:cNvSpPr/>
          <p:nvPr/>
        </p:nvSpPr>
        <p:spPr>
          <a:xfrm>
            <a:off x="4539582" y="4831655"/>
            <a:ext cx="5092617" cy="1233695"/>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Calibri"/>
              <a:ea typeface="Calibri"/>
              <a:cs typeface="Calibri"/>
              <a:sym typeface="Calibri"/>
            </a:endParaRPr>
          </a:p>
        </p:txBody>
      </p:sp>
      <p:sp>
        <p:nvSpPr>
          <p:cNvPr id="13" name="Google Shape;850;p64">
            <a:extLst>
              <a:ext uri="{FF2B5EF4-FFF2-40B4-BE49-F238E27FC236}">
                <a16:creationId xmlns:a16="http://schemas.microsoft.com/office/drawing/2014/main" id="{A54E57C6-161C-AAD7-A54C-D279F544769B}"/>
              </a:ext>
            </a:extLst>
          </p:cNvPr>
          <p:cNvSpPr/>
          <p:nvPr/>
        </p:nvSpPr>
        <p:spPr>
          <a:xfrm>
            <a:off x="10107625" y="4811747"/>
            <a:ext cx="5092617" cy="1233695"/>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Calibri"/>
              <a:ea typeface="Calibri"/>
              <a:cs typeface="Calibri"/>
              <a:sym typeface="Calibri"/>
            </a:endParaRPr>
          </a:p>
        </p:txBody>
      </p:sp>
      <p:sp>
        <p:nvSpPr>
          <p:cNvPr id="14" name="Google Shape;851;p64">
            <a:extLst>
              <a:ext uri="{FF2B5EF4-FFF2-40B4-BE49-F238E27FC236}">
                <a16:creationId xmlns:a16="http://schemas.microsoft.com/office/drawing/2014/main" id="{D36AB42A-F371-3B9A-F7E8-0FD2FBD3B459}"/>
              </a:ext>
            </a:extLst>
          </p:cNvPr>
          <p:cNvSpPr/>
          <p:nvPr/>
        </p:nvSpPr>
        <p:spPr>
          <a:xfrm>
            <a:off x="4539582" y="6465598"/>
            <a:ext cx="5092617" cy="1233695"/>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Calibri"/>
              <a:ea typeface="Calibri"/>
              <a:cs typeface="Calibri"/>
              <a:sym typeface="Calibri"/>
            </a:endParaRPr>
          </a:p>
        </p:txBody>
      </p:sp>
      <p:sp>
        <p:nvSpPr>
          <p:cNvPr id="15" name="Google Shape;852;p64">
            <a:extLst>
              <a:ext uri="{FF2B5EF4-FFF2-40B4-BE49-F238E27FC236}">
                <a16:creationId xmlns:a16="http://schemas.microsoft.com/office/drawing/2014/main" id="{B7F767F6-4174-2AFB-8B12-FB0DC79F474E}"/>
              </a:ext>
            </a:extLst>
          </p:cNvPr>
          <p:cNvSpPr txBox="1"/>
          <p:nvPr/>
        </p:nvSpPr>
        <p:spPr>
          <a:xfrm>
            <a:off x="4993990" y="6528447"/>
            <a:ext cx="4183800" cy="1107996"/>
          </a:xfrm>
          <a:prstGeom prst="rect">
            <a:avLst/>
          </a:prstGeom>
          <a:noFill/>
          <a:ln>
            <a:noFill/>
          </a:ln>
        </p:spPr>
        <p:txBody>
          <a:bodyPr spcFirstLastPara="1" wrap="square" lIns="0" tIns="0" rIns="0" bIns="0" anchor="t" anchorCtr="0">
            <a:spAutoFit/>
          </a:bodyPr>
          <a:lstStyle/>
          <a:p>
            <a:pPr algn="ctr"/>
            <a:r>
              <a:rPr lang="pt-BR" sz="2400" b="1" dirty="0">
                <a:solidFill>
                  <a:schemeClr val="bg1"/>
                </a:solidFill>
                <a:latin typeface="Poppins"/>
                <a:cs typeface="Poppins"/>
              </a:rPr>
              <a:t>Utilizando mixins com o mesmo nome da classe base.</a:t>
            </a:r>
          </a:p>
        </p:txBody>
      </p:sp>
      <p:sp>
        <p:nvSpPr>
          <p:cNvPr id="16" name="Google Shape;853;p64">
            <a:extLst>
              <a:ext uri="{FF2B5EF4-FFF2-40B4-BE49-F238E27FC236}">
                <a16:creationId xmlns:a16="http://schemas.microsoft.com/office/drawing/2014/main" id="{7A7839F4-55F0-496C-FE16-084E961F4D0B}"/>
              </a:ext>
            </a:extLst>
          </p:cNvPr>
          <p:cNvSpPr/>
          <p:nvPr/>
        </p:nvSpPr>
        <p:spPr>
          <a:xfrm>
            <a:off x="10107625" y="6445690"/>
            <a:ext cx="5092617" cy="1233695"/>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Calibri"/>
              <a:ea typeface="Calibri"/>
              <a:cs typeface="Calibri"/>
              <a:sym typeface="Calibri"/>
            </a:endParaRPr>
          </a:p>
        </p:txBody>
      </p:sp>
      <p:sp>
        <p:nvSpPr>
          <p:cNvPr id="17" name="Google Shape;854;p64">
            <a:extLst>
              <a:ext uri="{FF2B5EF4-FFF2-40B4-BE49-F238E27FC236}">
                <a16:creationId xmlns:a16="http://schemas.microsoft.com/office/drawing/2014/main" id="{E6166458-67DF-A1BA-55AC-1F93D54ED353}"/>
              </a:ext>
            </a:extLst>
          </p:cNvPr>
          <p:cNvSpPr txBox="1"/>
          <p:nvPr/>
        </p:nvSpPr>
        <p:spPr>
          <a:xfrm>
            <a:off x="10562033" y="6687854"/>
            <a:ext cx="4183800" cy="738664"/>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000000"/>
              </a:buClr>
              <a:buSzPts val="2767"/>
              <a:buFont typeface="Arial"/>
              <a:buNone/>
            </a:pPr>
            <a:r>
              <a:rPr lang="pt-BR" sz="2400" b="1" dirty="0">
                <a:solidFill>
                  <a:schemeClr val="bg1"/>
                </a:solidFill>
                <a:latin typeface="Poppins"/>
                <a:cs typeface="Poppins"/>
              </a:rPr>
              <a:t>Recriando manualmente os estilos no novo seletor.</a:t>
            </a:r>
            <a:endParaRPr lang="pt-BR" sz="2400" b="1" i="0" u="none" strike="noStrike" cap="none" dirty="0">
              <a:solidFill>
                <a:schemeClr val="bg1"/>
              </a:solidFill>
              <a:latin typeface="Arial"/>
              <a:ea typeface="Arial"/>
              <a:cs typeface="Arial"/>
              <a:sym typeface="Arial"/>
            </a:endParaRPr>
          </a:p>
        </p:txBody>
      </p:sp>
      <p:sp>
        <p:nvSpPr>
          <p:cNvPr id="18" name="Google Shape;855;p64">
            <a:extLst>
              <a:ext uri="{FF2B5EF4-FFF2-40B4-BE49-F238E27FC236}">
                <a16:creationId xmlns:a16="http://schemas.microsoft.com/office/drawing/2014/main" id="{E56D8818-40F0-C689-0CEF-D7AE8A161C1B}"/>
              </a:ext>
            </a:extLst>
          </p:cNvPr>
          <p:cNvSpPr txBox="1"/>
          <p:nvPr/>
        </p:nvSpPr>
        <p:spPr>
          <a:xfrm>
            <a:off x="4993990" y="5079170"/>
            <a:ext cx="4183800" cy="738664"/>
          </a:xfrm>
          <a:prstGeom prst="rect">
            <a:avLst/>
          </a:prstGeom>
          <a:noFill/>
          <a:ln>
            <a:noFill/>
          </a:ln>
        </p:spPr>
        <p:txBody>
          <a:bodyPr spcFirstLastPara="1" wrap="square" lIns="0" tIns="0" rIns="0" bIns="0" anchor="t" anchorCtr="0">
            <a:spAutoFit/>
          </a:bodyPr>
          <a:lstStyle/>
          <a:p>
            <a:pPr algn="ctr"/>
            <a:r>
              <a:rPr lang="pt-BR" sz="2400" b="1" dirty="0">
                <a:solidFill>
                  <a:schemeClr val="bg1"/>
                </a:solidFill>
                <a:latin typeface="Poppins"/>
                <a:cs typeface="Poppins"/>
              </a:rPr>
              <a:t>Usando o operador @extend</a:t>
            </a:r>
          </a:p>
        </p:txBody>
      </p:sp>
      <p:sp>
        <p:nvSpPr>
          <p:cNvPr id="19" name="Google Shape;856;p64">
            <a:extLst>
              <a:ext uri="{FF2B5EF4-FFF2-40B4-BE49-F238E27FC236}">
                <a16:creationId xmlns:a16="http://schemas.microsoft.com/office/drawing/2014/main" id="{8801C580-7A6F-405E-8463-C89B1F60C9B1}"/>
              </a:ext>
            </a:extLst>
          </p:cNvPr>
          <p:cNvSpPr txBox="1"/>
          <p:nvPr/>
        </p:nvSpPr>
        <p:spPr>
          <a:xfrm>
            <a:off x="10562033" y="4885053"/>
            <a:ext cx="4183800" cy="1107996"/>
          </a:xfrm>
          <a:prstGeom prst="rect">
            <a:avLst/>
          </a:prstGeom>
          <a:noFill/>
          <a:ln>
            <a:noFill/>
          </a:ln>
        </p:spPr>
        <p:txBody>
          <a:bodyPr spcFirstLastPara="1" wrap="square" lIns="0" tIns="0" rIns="0" bIns="0" anchor="t" anchorCtr="0">
            <a:spAutoFit/>
          </a:bodyPr>
          <a:lstStyle/>
          <a:p>
            <a:pPr algn="ctr"/>
            <a:r>
              <a:rPr lang="pt-BR" sz="2400" b="1" dirty="0">
                <a:solidFill>
                  <a:schemeClr val="bg1"/>
                </a:solidFill>
                <a:latin typeface="Poppins"/>
                <a:cs typeface="Poppins"/>
              </a:rPr>
              <a:t>Chamando o seletor base diretamente dentro do outro: .button { ... }.</a:t>
            </a:r>
          </a:p>
        </p:txBody>
      </p:sp>
      <p:sp>
        <p:nvSpPr>
          <p:cNvPr id="4" name="Google Shape;812;p61">
            <a:extLst>
              <a:ext uri="{FF2B5EF4-FFF2-40B4-BE49-F238E27FC236}">
                <a16:creationId xmlns:a16="http://schemas.microsoft.com/office/drawing/2014/main" id="{F6F4DC17-FFFF-6346-AEA1-5DB31E7098C5}"/>
              </a:ext>
            </a:extLst>
          </p:cNvPr>
          <p:cNvSpPr/>
          <p:nvPr/>
        </p:nvSpPr>
        <p:spPr>
          <a:xfrm flipH="1">
            <a:off x="17208696" y="0"/>
            <a:ext cx="1079303" cy="1077425"/>
          </a:xfrm>
          <a:custGeom>
            <a:avLst/>
            <a:gdLst/>
            <a:ahLst/>
            <a:cxnLst/>
            <a:rect l="l" t="t" r="r" b="b"/>
            <a:pathLst>
              <a:path w="1124452" h="1216244" extrusionOk="0">
                <a:moveTo>
                  <a:pt x="0" y="0"/>
                </a:moveTo>
                <a:lnTo>
                  <a:pt x="1124452" y="0"/>
                </a:lnTo>
                <a:lnTo>
                  <a:pt x="1124452" y="0"/>
                </a:lnTo>
                <a:lnTo>
                  <a:pt x="1124452" y="803180"/>
                </a:lnTo>
                <a:cubicBezTo>
                  <a:pt x="1124452" y="1031308"/>
                  <a:pt x="939516" y="1216244"/>
                  <a:pt x="711388" y="1216244"/>
                </a:cubicBezTo>
                <a:lnTo>
                  <a:pt x="0" y="1216244"/>
                </a:lnTo>
                <a:lnTo>
                  <a:pt x="0" y="1216244"/>
                </a:lnTo>
                <a:lnTo>
                  <a:pt x="0" y="0"/>
                </a:lnTo>
                <a:lnTo>
                  <a:pt x="0" y="0"/>
                </a:lnTo>
                <a:close/>
              </a:path>
            </a:pathLst>
          </a:custGeom>
          <a:solidFill>
            <a:srgbClr val="529AC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pic>
        <p:nvPicPr>
          <p:cNvPr id="6" name="Gráfico 5">
            <a:extLst>
              <a:ext uri="{FF2B5EF4-FFF2-40B4-BE49-F238E27FC236}">
                <a16:creationId xmlns:a16="http://schemas.microsoft.com/office/drawing/2014/main" id="{C63DFD66-DCAF-2929-9A9E-31D30026198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527659" y="368881"/>
            <a:ext cx="653903" cy="585071"/>
          </a:xfrm>
          <a:prstGeom prst="rect">
            <a:avLst/>
          </a:prstGeom>
        </p:spPr>
      </p:pic>
      <p:sp>
        <p:nvSpPr>
          <p:cNvPr id="7" name="Google Shape;833;p62">
            <a:extLst>
              <a:ext uri="{FF2B5EF4-FFF2-40B4-BE49-F238E27FC236}">
                <a16:creationId xmlns:a16="http://schemas.microsoft.com/office/drawing/2014/main" id="{15D4CF06-B3BF-AD1B-3CA8-4EDA5A4D52C6}"/>
              </a:ext>
            </a:extLst>
          </p:cNvPr>
          <p:cNvSpPr txBox="1"/>
          <p:nvPr/>
        </p:nvSpPr>
        <p:spPr>
          <a:xfrm>
            <a:off x="17204671" y="-1417"/>
            <a:ext cx="1082575" cy="298085"/>
          </a:xfrm>
          <a:prstGeom prst="rect">
            <a:avLst/>
          </a:prstGeom>
          <a:noFill/>
          <a:ln>
            <a:noFill/>
          </a:ln>
        </p:spPr>
        <p:txBody>
          <a:bodyPr spcFirstLastPara="1" wrap="square" lIns="91425" tIns="45700" rIns="91425" bIns="45700" anchor="t" anchorCtr="0">
            <a:noAutofit/>
          </a:bodyPr>
          <a:lstStyle/>
          <a:p>
            <a:pPr marL="0" marR="0" lvl="0" indent="0" algn="ctr" rtl="0">
              <a:lnSpc>
                <a:spcPct val="107000"/>
              </a:lnSpc>
              <a:spcBef>
                <a:spcPts val="0"/>
              </a:spcBef>
              <a:spcAft>
                <a:spcPts val="0"/>
              </a:spcAft>
              <a:buClr>
                <a:srgbClr val="000000"/>
              </a:buClr>
              <a:buSzPts val="2700"/>
              <a:buFont typeface="Arial"/>
              <a:buNone/>
            </a:pPr>
            <a:r>
              <a:rPr lang="pt-BR" b="1" i="0" u="none" strike="noStrike" cap="none" dirty="0">
                <a:solidFill>
                  <a:schemeClr val="lt1"/>
                </a:solidFill>
                <a:latin typeface="Poppins" panose="00000500000000000000" pitchFamily="2" charset="0"/>
                <a:ea typeface="Poppins"/>
                <a:cs typeface="Poppins" panose="00000500000000000000" pitchFamily="2" charset="0"/>
                <a:sym typeface="Poppins"/>
              </a:rPr>
              <a:t>Registro</a:t>
            </a:r>
            <a:endParaRPr sz="1200" dirty="0">
              <a:latin typeface="Poppins" panose="00000500000000000000" pitchFamily="2" charset="0"/>
              <a:cs typeface="Poppins" panose="00000500000000000000" pitchFamily="2" charset="0"/>
            </a:endParaRPr>
          </a:p>
          <a:p>
            <a:pPr marL="0" marR="0" lvl="0" indent="0" algn="r" rtl="0">
              <a:lnSpc>
                <a:spcPct val="107000"/>
              </a:lnSpc>
              <a:spcBef>
                <a:spcPts val="1073"/>
              </a:spcBef>
              <a:spcAft>
                <a:spcPts val="0"/>
              </a:spcAft>
              <a:buClr>
                <a:srgbClr val="000000"/>
              </a:buClr>
              <a:buSzPts val="2700"/>
              <a:buFont typeface="Arial"/>
              <a:buNone/>
            </a:pPr>
            <a:endParaRPr sz="2000" b="0" i="0" u="none" strike="noStrike" cap="none" dirty="0">
              <a:solidFill>
                <a:schemeClr val="lt1"/>
              </a:solidFill>
              <a:latin typeface="Poppins" panose="00000500000000000000" pitchFamily="2" charset="0"/>
              <a:ea typeface="Poppins Light"/>
              <a:cs typeface="Poppins" panose="00000500000000000000" pitchFamily="2" charset="0"/>
              <a:sym typeface="Poppins Light"/>
            </a:endParaRPr>
          </a:p>
        </p:txBody>
      </p:sp>
      <p:sp>
        <p:nvSpPr>
          <p:cNvPr id="11" name="Espaço Reservado para Texto 10">
            <a:extLst>
              <a:ext uri="{FF2B5EF4-FFF2-40B4-BE49-F238E27FC236}">
                <a16:creationId xmlns:a16="http://schemas.microsoft.com/office/drawing/2014/main" id="{7BF57810-9FEF-4033-D5D3-F67A1276D007}"/>
              </a:ext>
            </a:extLst>
          </p:cNvPr>
          <p:cNvSpPr>
            <a:spLocks noGrp="1"/>
          </p:cNvSpPr>
          <p:nvPr>
            <p:ph type="body" sz="quarter" idx="10"/>
          </p:nvPr>
        </p:nvSpPr>
        <p:spPr>
          <a:xfrm>
            <a:off x="4539582" y="2093913"/>
            <a:ext cx="10660731" cy="773112"/>
          </a:xfrm>
          <a:prstGeom prst="rect">
            <a:avLst/>
          </a:prstGeom>
        </p:spPr>
        <p:txBody>
          <a:bodyPr>
            <a:noAutofit/>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3800" b="1" i="0">
                <a:solidFill>
                  <a:schemeClr val="bg1"/>
                </a:solidFill>
                <a:latin typeface="Poppins" pitchFamily="2" charset="77"/>
                <a:cs typeface="Poppins" pitchFamily="2" charset="77"/>
              </a:defRPr>
            </a:lvl5pPr>
          </a:lstStyle>
          <a:p>
            <a:pPr lvl="4"/>
            <a:r>
              <a:rPr lang="pt-BR" dirty="0"/>
              <a:t>No LESS, qual das opções a seguir é a forma mais adequada para reutilizar os estilos de uma classe base?</a:t>
            </a:r>
          </a:p>
        </p:txBody>
      </p:sp>
      <p:sp>
        <p:nvSpPr>
          <p:cNvPr id="20" name="Espaço Reservado para Texto 10">
            <a:extLst>
              <a:ext uri="{FF2B5EF4-FFF2-40B4-BE49-F238E27FC236}">
                <a16:creationId xmlns:a16="http://schemas.microsoft.com/office/drawing/2014/main" id="{D63567CE-A64E-EE88-B571-C062FF6182BE}"/>
              </a:ext>
            </a:extLst>
          </p:cNvPr>
          <p:cNvSpPr>
            <a:spLocks noGrp="1"/>
          </p:cNvSpPr>
          <p:nvPr>
            <p:ph type="body" sz="quarter" idx="11"/>
          </p:nvPr>
        </p:nvSpPr>
        <p:spPr>
          <a:xfrm>
            <a:off x="4539512" y="4073656"/>
            <a:ext cx="10660730" cy="681673"/>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2200" b="0" i="0">
                <a:solidFill>
                  <a:schemeClr val="bg1"/>
                </a:solidFill>
                <a:latin typeface="Poppins" pitchFamily="2" charset="77"/>
                <a:cs typeface="Poppins" pitchFamily="2" charset="77"/>
              </a:defRPr>
            </a:lvl5pPr>
          </a:lstStyle>
          <a:p>
            <a:pPr lvl="4"/>
            <a:r>
              <a:rPr lang="pt-BR" dirty="0"/>
              <a:t>Indique a alternativa correta.</a:t>
            </a:r>
          </a:p>
        </p:txBody>
      </p:sp>
    </p:spTree>
    <p:extLst>
      <p:ext uri="{BB962C8B-B14F-4D97-AF65-F5344CB8AC3E}">
        <p14:creationId xmlns:p14="http://schemas.microsoft.com/office/powerpoint/2010/main" val="28719510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Shape 867">
          <a:extLst>
            <a:ext uri="{FF2B5EF4-FFF2-40B4-BE49-F238E27FC236}">
              <a16:creationId xmlns:a16="http://schemas.microsoft.com/office/drawing/2014/main" id="{D98713A6-336C-5986-260A-18E766D762A1}"/>
            </a:ext>
          </a:extLst>
        </p:cNvPr>
        <p:cNvGrpSpPr/>
        <p:nvPr/>
      </p:nvGrpSpPr>
      <p:grpSpPr>
        <a:xfrm>
          <a:off x="0" y="0"/>
          <a:ext cx="0" cy="0"/>
          <a:chOff x="0" y="0"/>
          <a:chExt cx="0" cy="0"/>
        </a:xfrm>
      </p:grpSpPr>
      <p:sp>
        <p:nvSpPr>
          <p:cNvPr id="12" name="Google Shape;849;p64">
            <a:extLst>
              <a:ext uri="{FF2B5EF4-FFF2-40B4-BE49-F238E27FC236}">
                <a16:creationId xmlns:a16="http://schemas.microsoft.com/office/drawing/2014/main" id="{4D1FCC38-660A-02EA-C9B3-B056ABED5966}"/>
              </a:ext>
            </a:extLst>
          </p:cNvPr>
          <p:cNvSpPr/>
          <p:nvPr/>
        </p:nvSpPr>
        <p:spPr>
          <a:xfrm>
            <a:off x="4539582" y="4831655"/>
            <a:ext cx="5092617" cy="1233695"/>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Calibri"/>
              <a:ea typeface="Calibri"/>
              <a:cs typeface="Calibri"/>
              <a:sym typeface="Calibri"/>
            </a:endParaRPr>
          </a:p>
        </p:txBody>
      </p:sp>
      <p:sp>
        <p:nvSpPr>
          <p:cNvPr id="13" name="Google Shape;850;p64">
            <a:extLst>
              <a:ext uri="{FF2B5EF4-FFF2-40B4-BE49-F238E27FC236}">
                <a16:creationId xmlns:a16="http://schemas.microsoft.com/office/drawing/2014/main" id="{C7EA2D45-B5F8-DC9F-851D-BEFD23066C7D}"/>
              </a:ext>
            </a:extLst>
          </p:cNvPr>
          <p:cNvSpPr/>
          <p:nvPr/>
        </p:nvSpPr>
        <p:spPr>
          <a:xfrm>
            <a:off x="10107625" y="4811747"/>
            <a:ext cx="5092617" cy="1233695"/>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Calibri"/>
              <a:ea typeface="Calibri"/>
              <a:cs typeface="Calibri"/>
              <a:sym typeface="Calibri"/>
            </a:endParaRPr>
          </a:p>
        </p:txBody>
      </p:sp>
      <p:sp>
        <p:nvSpPr>
          <p:cNvPr id="14" name="Google Shape;851;p64">
            <a:extLst>
              <a:ext uri="{FF2B5EF4-FFF2-40B4-BE49-F238E27FC236}">
                <a16:creationId xmlns:a16="http://schemas.microsoft.com/office/drawing/2014/main" id="{36B49BC9-9553-68DF-4E80-6322B197DCE1}"/>
              </a:ext>
            </a:extLst>
          </p:cNvPr>
          <p:cNvSpPr/>
          <p:nvPr/>
        </p:nvSpPr>
        <p:spPr>
          <a:xfrm>
            <a:off x="4539582" y="6465598"/>
            <a:ext cx="5092617" cy="1233695"/>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2D050"/>
          </a:solidFill>
          <a:ln w="762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Calibri"/>
              <a:ea typeface="Calibri"/>
              <a:cs typeface="Calibri"/>
              <a:sym typeface="Calibri"/>
            </a:endParaRPr>
          </a:p>
        </p:txBody>
      </p:sp>
      <p:sp>
        <p:nvSpPr>
          <p:cNvPr id="16" name="Google Shape;853;p64">
            <a:extLst>
              <a:ext uri="{FF2B5EF4-FFF2-40B4-BE49-F238E27FC236}">
                <a16:creationId xmlns:a16="http://schemas.microsoft.com/office/drawing/2014/main" id="{C9348E14-6BD4-1357-33BF-CC180964AE06}"/>
              </a:ext>
            </a:extLst>
          </p:cNvPr>
          <p:cNvSpPr/>
          <p:nvPr/>
        </p:nvSpPr>
        <p:spPr>
          <a:xfrm>
            <a:off x="10107625" y="6445690"/>
            <a:ext cx="5092617" cy="1233695"/>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Calibri"/>
              <a:ea typeface="Calibri"/>
              <a:cs typeface="Calibri"/>
              <a:sym typeface="Calibri"/>
            </a:endParaRPr>
          </a:p>
        </p:txBody>
      </p:sp>
      <p:sp>
        <p:nvSpPr>
          <p:cNvPr id="4" name="Google Shape;812;p61">
            <a:extLst>
              <a:ext uri="{FF2B5EF4-FFF2-40B4-BE49-F238E27FC236}">
                <a16:creationId xmlns:a16="http://schemas.microsoft.com/office/drawing/2014/main" id="{6773C115-602E-F2A6-4750-112EC29F791A}"/>
              </a:ext>
            </a:extLst>
          </p:cNvPr>
          <p:cNvSpPr/>
          <p:nvPr/>
        </p:nvSpPr>
        <p:spPr>
          <a:xfrm flipH="1">
            <a:off x="17208696" y="0"/>
            <a:ext cx="1079303" cy="1077425"/>
          </a:xfrm>
          <a:custGeom>
            <a:avLst/>
            <a:gdLst/>
            <a:ahLst/>
            <a:cxnLst/>
            <a:rect l="l" t="t" r="r" b="b"/>
            <a:pathLst>
              <a:path w="1124452" h="1216244" extrusionOk="0">
                <a:moveTo>
                  <a:pt x="0" y="0"/>
                </a:moveTo>
                <a:lnTo>
                  <a:pt x="1124452" y="0"/>
                </a:lnTo>
                <a:lnTo>
                  <a:pt x="1124452" y="0"/>
                </a:lnTo>
                <a:lnTo>
                  <a:pt x="1124452" y="803180"/>
                </a:lnTo>
                <a:cubicBezTo>
                  <a:pt x="1124452" y="1031308"/>
                  <a:pt x="939516" y="1216244"/>
                  <a:pt x="711388" y="1216244"/>
                </a:cubicBezTo>
                <a:lnTo>
                  <a:pt x="0" y="1216244"/>
                </a:lnTo>
                <a:lnTo>
                  <a:pt x="0" y="1216244"/>
                </a:lnTo>
                <a:lnTo>
                  <a:pt x="0" y="0"/>
                </a:lnTo>
                <a:lnTo>
                  <a:pt x="0" y="0"/>
                </a:lnTo>
                <a:close/>
              </a:path>
            </a:pathLst>
          </a:custGeom>
          <a:solidFill>
            <a:srgbClr val="529AC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pic>
        <p:nvPicPr>
          <p:cNvPr id="6" name="Gráfico 5">
            <a:extLst>
              <a:ext uri="{FF2B5EF4-FFF2-40B4-BE49-F238E27FC236}">
                <a16:creationId xmlns:a16="http://schemas.microsoft.com/office/drawing/2014/main" id="{618610DE-BF54-162F-6BD1-C0A0A3B8044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527659" y="368881"/>
            <a:ext cx="653903" cy="585071"/>
          </a:xfrm>
          <a:prstGeom prst="rect">
            <a:avLst/>
          </a:prstGeom>
        </p:spPr>
      </p:pic>
      <p:sp>
        <p:nvSpPr>
          <p:cNvPr id="7" name="Google Shape;833;p62">
            <a:extLst>
              <a:ext uri="{FF2B5EF4-FFF2-40B4-BE49-F238E27FC236}">
                <a16:creationId xmlns:a16="http://schemas.microsoft.com/office/drawing/2014/main" id="{BB13BBF9-A7CE-8C02-F22E-A2A75F4E1348}"/>
              </a:ext>
            </a:extLst>
          </p:cNvPr>
          <p:cNvSpPr txBox="1"/>
          <p:nvPr/>
        </p:nvSpPr>
        <p:spPr>
          <a:xfrm>
            <a:off x="17204671" y="-1417"/>
            <a:ext cx="1082575" cy="298085"/>
          </a:xfrm>
          <a:prstGeom prst="rect">
            <a:avLst/>
          </a:prstGeom>
          <a:noFill/>
          <a:ln>
            <a:noFill/>
          </a:ln>
        </p:spPr>
        <p:txBody>
          <a:bodyPr spcFirstLastPara="1" wrap="square" lIns="91425" tIns="45700" rIns="91425" bIns="45700" anchor="t" anchorCtr="0">
            <a:noAutofit/>
          </a:bodyPr>
          <a:lstStyle/>
          <a:p>
            <a:pPr marL="0" marR="0" lvl="0" indent="0" algn="ctr" rtl="0">
              <a:lnSpc>
                <a:spcPct val="107000"/>
              </a:lnSpc>
              <a:spcBef>
                <a:spcPts val="0"/>
              </a:spcBef>
              <a:spcAft>
                <a:spcPts val="0"/>
              </a:spcAft>
              <a:buClr>
                <a:srgbClr val="000000"/>
              </a:buClr>
              <a:buSzPts val="2700"/>
              <a:buFont typeface="Arial"/>
              <a:buNone/>
            </a:pPr>
            <a:r>
              <a:rPr lang="pt-BR" b="1" i="0" u="none" strike="noStrike" cap="none" dirty="0">
                <a:solidFill>
                  <a:schemeClr val="lt1"/>
                </a:solidFill>
                <a:latin typeface="Poppins" panose="00000500000000000000" pitchFamily="2" charset="0"/>
                <a:ea typeface="Poppins"/>
                <a:cs typeface="Poppins" panose="00000500000000000000" pitchFamily="2" charset="0"/>
                <a:sym typeface="Poppins"/>
              </a:rPr>
              <a:t>Registro</a:t>
            </a:r>
            <a:endParaRPr sz="1200" dirty="0">
              <a:latin typeface="Poppins" panose="00000500000000000000" pitchFamily="2" charset="0"/>
              <a:cs typeface="Poppins" panose="00000500000000000000" pitchFamily="2" charset="0"/>
            </a:endParaRPr>
          </a:p>
          <a:p>
            <a:pPr marL="0" marR="0" lvl="0" indent="0" algn="r" rtl="0">
              <a:lnSpc>
                <a:spcPct val="107000"/>
              </a:lnSpc>
              <a:spcBef>
                <a:spcPts val="1073"/>
              </a:spcBef>
              <a:spcAft>
                <a:spcPts val="0"/>
              </a:spcAft>
              <a:buClr>
                <a:srgbClr val="000000"/>
              </a:buClr>
              <a:buSzPts val="2700"/>
              <a:buFont typeface="Arial"/>
              <a:buNone/>
            </a:pPr>
            <a:endParaRPr sz="2000" b="0" i="0" u="none" strike="noStrike" cap="none" dirty="0">
              <a:solidFill>
                <a:schemeClr val="lt1"/>
              </a:solidFill>
              <a:latin typeface="Poppins" panose="00000500000000000000" pitchFamily="2" charset="0"/>
              <a:ea typeface="Poppins Light"/>
              <a:cs typeface="Poppins" panose="00000500000000000000" pitchFamily="2" charset="0"/>
              <a:sym typeface="Poppins Light"/>
            </a:endParaRPr>
          </a:p>
        </p:txBody>
      </p:sp>
      <p:sp>
        <p:nvSpPr>
          <p:cNvPr id="3" name="Google Shape;1434;p98">
            <a:extLst>
              <a:ext uri="{FF2B5EF4-FFF2-40B4-BE49-F238E27FC236}">
                <a16:creationId xmlns:a16="http://schemas.microsoft.com/office/drawing/2014/main" id="{90901B14-1D82-3DB6-97E1-CF4CCD2ECC31}"/>
              </a:ext>
            </a:extLst>
          </p:cNvPr>
          <p:cNvSpPr/>
          <p:nvPr/>
        </p:nvSpPr>
        <p:spPr>
          <a:xfrm>
            <a:off x="3455278" y="5057009"/>
            <a:ext cx="771900" cy="845400"/>
          </a:xfrm>
          <a:prstGeom prst="mathMultiply">
            <a:avLst>
              <a:gd name="adj1" fmla="val 23520"/>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Calibri"/>
              <a:ea typeface="Calibri"/>
              <a:cs typeface="Calibri"/>
              <a:sym typeface="Calibri"/>
            </a:endParaRPr>
          </a:p>
        </p:txBody>
      </p:sp>
      <p:sp>
        <p:nvSpPr>
          <p:cNvPr id="8" name="Google Shape;1435;p98">
            <a:extLst>
              <a:ext uri="{FF2B5EF4-FFF2-40B4-BE49-F238E27FC236}">
                <a16:creationId xmlns:a16="http://schemas.microsoft.com/office/drawing/2014/main" id="{9FD76F00-80C9-C32C-B707-9B706920B70A}"/>
              </a:ext>
            </a:extLst>
          </p:cNvPr>
          <p:cNvSpPr/>
          <p:nvPr/>
        </p:nvSpPr>
        <p:spPr>
          <a:xfrm>
            <a:off x="15363042" y="6659744"/>
            <a:ext cx="771900" cy="845400"/>
          </a:xfrm>
          <a:prstGeom prst="mathMultiply">
            <a:avLst>
              <a:gd name="adj1" fmla="val 23520"/>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Calibri"/>
              <a:ea typeface="Calibri"/>
              <a:cs typeface="Calibri"/>
              <a:sym typeface="Calibri"/>
            </a:endParaRPr>
          </a:p>
        </p:txBody>
      </p:sp>
      <p:sp>
        <p:nvSpPr>
          <p:cNvPr id="9" name="Google Shape;1436;p98">
            <a:extLst>
              <a:ext uri="{FF2B5EF4-FFF2-40B4-BE49-F238E27FC236}">
                <a16:creationId xmlns:a16="http://schemas.microsoft.com/office/drawing/2014/main" id="{E013079C-2188-FD91-E8B8-894B37166A33}"/>
              </a:ext>
            </a:extLst>
          </p:cNvPr>
          <p:cNvSpPr/>
          <p:nvPr/>
        </p:nvSpPr>
        <p:spPr>
          <a:xfrm>
            <a:off x="15363042" y="5045639"/>
            <a:ext cx="771900" cy="845400"/>
          </a:xfrm>
          <a:prstGeom prst="mathMultiply">
            <a:avLst>
              <a:gd name="adj1" fmla="val 23520"/>
            </a:avLst>
          </a:prstGeom>
          <a:solidFill>
            <a:srgbClr val="FF00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Calibri"/>
              <a:ea typeface="Calibri"/>
              <a:cs typeface="Calibri"/>
              <a:sym typeface="Calibri"/>
            </a:endParaRPr>
          </a:p>
        </p:txBody>
      </p:sp>
      <p:sp>
        <p:nvSpPr>
          <p:cNvPr id="10" name="Google Shape;1437;p98">
            <a:extLst>
              <a:ext uri="{FF2B5EF4-FFF2-40B4-BE49-F238E27FC236}">
                <a16:creationId xmlns:a16="http://schemas.microsoft.com/office/drawing/2014/main" id="{93394F96-66FC-0DDF-4A6C-BA980A73178C}"/>
              </a:ext>
            </a:extLst>
          </p:cNvPr>
          <p:cNvSpPr/>
          <p:nvPr/>
        </p:nvSpPr>
        <p:spPr>
          <a:xfrm rot="-3043640">
            <a:off x="3499754" y="6883006"/>
            <a:ext cx="578188" cy="398876"/>
          </a:xfrm>
          <a:prstGeom prst="corner">
            <a:avLst>
              <a:gd name="adj1" fmla="val 36796"/>
              <a:gd name="adj2" fmla="val 29665"/>
            </a:avLst>
          </a:prstGeom>
          <a:solidFill>
            <a:srgbClr val="92D05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endParaRPr sz="1200" b="0" i="0" u="none" strike="noStrike" cap="none" dirty="0">
              <a:solidFill>
                <a:srgbClr val="000000"/>
              </a:solidFill>
              <a:latin typeface="Calibri"/>
              <a:ea typeface="Calibri"/>
              <a:cs typeface="Calibri"/>
              <a:sym typeface="Calibri"/>
            </a:endParaRPr>
          </a:p>
        </p:txBody>
      </p:sp>
      <p:sp>
        <p:nvSpPr>
          <p:cNvPr id="26" name="Google Shape;852;p64">
            <a:extLst>
              <a:ext uri="{FF2B5EF4-FFF2-40B4-BE49-F238E27FC236}">
                <a16:creationId xmlns:a16="http://schemas.microsoft.com/office/drawing/2014/main" id="{C621A744-10CC-E967-EAB2-A23783F31041}"/>
              </a:ext>
            </a:extLst>
          </p:cNvPr>
          <p:cNvSpPr txBox="1"/>
          <p:nvPr/>
        </p:nvSpPr>
        <p:spPr>
          <a:xfrm>
            <a:off x="4981142" y="6551648"/>
            <a:ext cx="4183800" cy="1107996"/>
          </a:xfrm>
          <a:prstGeom prst="rect">
            <a:avLst/>
          </a:prstGeom>
          <a:noFill/>
          <a:ln>
            <a:noFill/>
          </a:ln>
        </p:spPr>
        <p:txBody>
          <a:bodyPr spcFirstLastPara="1" wrap="square" lIns="0" tIns="0" rIns="0" bIns="0" anchor="t" anchorCtr="0">
            <a:spAutoFit/>
          </a:bodyPr>
          <a:lstStyle/>
          <a:p>
            <a:pPr algn="ctr"/>
            <a:r>
              <a:rPr lang="pt-BR" sz="2400" b="1" dirty="0">
                <a:solidFill>
                  <a:schemeClr val="bg1"/>
                </a:solidFill>
                <a:latin typeface="Poppins"/>
                <a:cs typeface="Poppins"/>
              </a:rPr>
              <a:t>Utilizando mixins com o mesmo nome da classe base.</a:t>
            </a:r>
          </a:p>
        </p:txBody>
      </p:sp>
      <p:sp>
        <p:nvSpPr>
          <p:cNvPr id="27" name="Google Shape;854;p64">
            <a:extLst>
              <a:ext uri="{FF2B5EF4-FFF2-40B4-BE49-F238E27FC236}">
                <a16:creationId xmlns:a16="http://schemas.microsoft.com/office/drawing/2014/main" id="{472A4D76-B199-E512-E7B8-DC3FE8B85DDB}"/>
              </a:ext>
            </a:extLst>
          </p:cNvPr>
          <p:cNvSpPr txBox="1"/>
          <p:nvPr/>
        </p:nvSpPr>
        <p:spPr>
          <a:xfrm>
            <a:off x="10562033" y="6665552"/>
            <a:ext cx="4183800" cy="738664"/>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Clr>
                <a:srgbClr val="000000"/>
              </a:buClr>
              <a:buSzPts val="2767"/>
              <a:buFont typeface="Arial"/>
              <a:buNone/>
            </a:pPr>
            <a:r>
              <a:rPr lang="pt-BR" sz="2400" b="1" dirty="0">
                <a:solidFill>
                  <a:schemeClr val="bg1"/>
                </a:solidFill>
                <a:latin typeface="Poppins"/>
                <a:cs typeface="Poppins"/>
              </a:rPr>
              <a:t>Recriando manualmente os estilos no novo seletor.</a:t>
            </a:r>
            <a:endParaRPr lang="pt-BR" sz="2400" b="1" i="0" u="none" strike="noStrike" cap="none" dirty="0">
              <a:solidFill>
                <a:schemeClr val="bg1"/>
              </a:solidFill>
              <a:latin typeface="Arial"/>
              <a:ea typeface="Arial"/>
              <a:cs typeface="Arial"/>
              <a:sym typeface="Arial"/>
            </a:endParaRPr>
          </a:p>
        </p:txBody>
      </p:sp>
      <p:sp>
        <p:nvSpPr>
          <p:cNvPr id="28" name="Google Shape;855;p64">
            <a:extLst>
              <a:ext uri="{FF2B5EF4-FFF2-40B4-BE49-F238E27FC236}">
                <a16:creationId xmlns:a16="http://schemas.microsoft.com/office/drawing/2014/main" id="{3D2BE4B6-42AF-3E63-BA08-805B0C947481}"/>
              </a:ext>
            </a:extLst>
          </p:cNvPr>
          <p:cNvSpPr txBox="1"/>
          <p:nvPr/>
        </p:nvSpPr>
        <p:spPr>
          <a:xfrm>
            <a:off x="4981142" y="5103786"/>
            <a:ext cx="4183800" cy="738664"/>
          </a:xfrm>
          <a:prstGeom prst="rect">
            <a:avLst/>
          </a:prstGeom>
          <a:noFill/>
          <a:ln>
            <a:noFill/>
          </a:ln>
        </p:spPr>
        <p:txBody>
          <a:bodyPr spcFirstLastPara="1" wrap="square" lIns="0" tIns="0" rIns="0" bIns="0" anchor="t" anchorCtr="0">
            <a:spAutoFit/>
          </a:bodyPr>
          <a:lstStyle/>
          <a:p>
            <a:pPr algn="ctr"/>
            <a:r>
              <a:rPr lang="pt-BR" sz="2400" b="1" dirty="0">
                <a:solidFill>
                  <a:schemeClr val="bg1"/>
                </a:solidFill>
                <a:latin typeface="Poppins"/>
                <a:cs typeface="Poppins"/>
              </a:rPr>
              <a:t>Usando o operador @extend</a:t>
            </a:r>
          </a:p>
        </p:txBody>
      </p:sp>
      <p:sp>
        <p:nvSpPr>
          <p:cNvPr id="29" name="Google Shape;856;p64">
            <a:extLst>
              <a:ext uri="{FF2B5EF4-FFF2-40B4-BE49-F238E27FC236}">
                <a16:creationId xmlns:a16="http://schemas.microsoft.com/office/drawing/2014/main" id="{D874E4BF-614A-9D41-F2F9-5E8DFD367252}"/>
              </a:ext>
            </a:extLst>
          </p:cNvPr>
          <p:cNvSpPr txBox="1"/>
          <p:nvPr/>
        </p:nvSpPr>
        <p:spPr>
          <a:xfrm>
            <a:off x="10562033" y="4862751"/>
            <a:ext cx="4183800" cy="1107996"/>
          </a:xfrm>
          <a:prstGeom prst="rect">
            <a:avLst/>
          </a:prstGeom>
          <a:noFill/>
          <a:ln>
            <a:noFill/>
          </a:ln>
        </p:spPr>
        <p:txBody>
          <a:bodyPr spcFirstLastPara="1" wrap="square" lIns="0" tIns="0" rIns="0" bIns="0" anchor="t" anchorCtr="0">
            <a:spAutoFit/>
          </a:bodyPr>
          <a:lstStyle/>
          <a:p>
            <a:pPr algn="ctr"/>
            <a:r>
              <a:rPr lang="pt-BR" sz="2400" b="1" dirty="0">
                <a:solidFill>
                  <a:schemeClr val="bg1"/>
                </a:solidFill>
                <a:latin typeface="Poppins"/>
                <a:cs typeface="Poppins"/>
              </a:rPr>
              <a:t>Chamando o seletor base diretamente dentro do outro: .button { ... }.</a:t>
            </a:r>
          </a:p>
        </p:txBody>
      </p:sp>
      <p:sp>
        <p:nvSpPr>
          <p:cNvPr id="17" name="Espaço Reservado para Texto 10">
            <a:extLst>
              <a:ext uri="{FF2B5EF4-FFF2-40B4-BE49-F238E27FC236}">
                <a16:creationId xmlns:a16="http://schemas.microsoft.com/office/drawing/2014/main" id="{BF4D162A-D4D5-881E-9A5C-A8C5A5AFC132}"/>
              </a:ext>
            </a:extLst>
          </p:cNvPr>
          <p:cNvSpPr>
            <a:spLocks noGrp="1"/>
          </p:cNvSpPr>
          <p:nvPr>
            <p:ph type="body" sz="quarter" idx="10"/>
          </p:nvPr>
        </p:nvSpPr>
        <p:spPr>
          <a:xfrm>
            <a:off x="4539582" y="2093913"/>
            <a:ext cx="10660731" cy="773112"/>
          </a:xfrm>
          <a:prstGeom prst="rect">
            <a:avLst/>
          </a:prstGeom>
        </p:spPr>
        <p:txBody>
          <a:bodyPr>
            <a:noAutofit/>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3800" b="1" i="0">
                <a:solidFill>
                  <a:schemeClr val="bg1"/>
                </a:solidFill>
                <a:latin typeface="Poppins" pitchFamily="2" charset="77"/>
                <a:cs typeface="Poppins" pitchFamily="2" charset="77"/>
              </a:defRPr>
            </a:lvl5pPr>
          </a:lstStyle>
          <a:p>
            <a:pPr lvl="4"/>
            <a:r>
              <a:rPr lang="pt-BR" dirty="0"/>
              <a:t>No LESS, qual das opções a seguir é a forma mais adequada para reutilizar os estilos de uma classe base?</a:t>
            </a:r>
          </a:p>
        </p:txBody>
      </p:sp>
      <p:sp>
        <p:nvSpPr>
          <p:cNvPr id="18" name="Espaço Reservado para Texto 10">
            <a:extLst>
              <a:ext uri="{FF2B5EF4-FFF2-40B4-BE49-F238E27FC236}">
                <a16:creationId xmlns:a16="http://schemas.microsoft.com/office/drawing/2014/main" id="{DFD200DA-E5A0-C2BE-E77F-947D06F6F222}"/>
              </a:ext>
            </a:extLst>
          </p:cNvPr>
          <p:cNvSpPr>
            <a:spLocks noGrp="1"/>
          </p:cNvSpPr>
          <p:nvPr>
            <p:ph type="body" sz="quarter" idx="11"/>
          </p:nvPr>
        </p:nvSpPr>
        <p:spPr>
          <a:xfrm>
            <a:off x="4539512" y="4073656"/>
            <a:ext cx="10660730" cy="681673"/>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2200" b="0" i="0">
                <a:solidFill>
                  <a:schemeClr val="bg1"/>
                </a:solidFill>
                <a:latin typeface="Poppins" pitchFamily="2" charset="77"/>
                <a:cs typeface="Poppins" pitchFamily="2" charset="77"/>
              </a:defRPr>
            </a:lvl5pPr>
          </a:lstStyle>
          <a:p>
            <a:pPr lvl="4"/>
            <a:r>
              <a:rPr lang="pt-BR" dirty="0"/>
              <a:t>Indique a alternativa correta.</a:t>
            </a:r>
          </a:p>
        </p:txBody>
      </p:sp>
    </p:spTree>
    <p:extLst>
      <p:ext uri="{BB962C8B-B14F-4D97-AF65-F5344CB8AC3E}">
        <p14:creationId xmlns:p14="http://schemas.microsoft.com/office/powerpoint/2010/main" val="34702338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25">
          <a:extLst>
            <a:ext uri="{FF2B5EF4-FFF2-40B4-BE49-F238E27FC236}">
              <a16:creationId xmlns:a16="http://schemas.microsoft.com/office/drawing/2014/main" id="{00F765D8-99DE-2A83-E736-0AFC49BC4DA2}"/>
            </a:ext>
          </a:extLst>
        </p:cNvPr>
        <p:cNvGrpSpPr/>
        <p:nvPr/>
      </p:nvGrpSpPr>
      <p:grpSpPr>
        <a:xfrm>
          <a:off x="0" y="0"/>
          <a:ext cx="0" cy="0"/>
          <a:chOff x="0" y="0"/>
          <a:chExt cx="0" cy="0"/>
        </a:xfrm>
      </p:grpSpPr>
      <p:sp>
        <p:nvSpPr>
          <p:cNvPr id="6" name="Espaço Reservado para Texto 5">
            <a:extLst>
              <a:ext uri="{FF2B5EF4-FFF2-40B4-BE49-F238E27FC236}">
                <a16:creationId xmlns:a16="http://schemas.microsoft.com/office/drawing/2014/main" id="{F961B4F0-12EC-E2F2-C0DD-1EBE393A91A4}"/>
              </a:ext>
            </a:extLst>
          </p:cNvPr>
          <p:cNvSpPr>
            <a:spLocks noGrp="1"/>
          </p:cNvSpPr>
          <p:nvPr>
            <p:ph type="body" idx="2"/>
          </p:nvPr>
        </p:nvSpPr>
        <p:spPr>
          <a:xfrm>
            <a:off x="7301898" y="2716966"/>
            <a:ext cx="9531863" cy="1416321"/>
          </a:xfrm>
        </p:spPr>
        <p:txBody>
          <a:bodyPr>
            <a:noAutofit/>
          </a:bodyPr>
          <a:lstStyle/>
          <a:p>
            <a:pPr marL="0" indent="0"/>
            <a:r>
              <a:rPr lang="pt-BR" sz="2400" dirty="0"/>
              <a:t>Aprendemos a instalar e configurar SASS e LESS no ambiente de desenvolvimento, facilitando a criação de estilos organizados e escaláveis.</a:t>
            </a:r>
            <a:endParaRPr lang="pt-BR" sz="2400" dirty="0">
              <a:latin typeface="Poppins" pitchFamily="2" charset="77"/>
              <a:cs typeface="Poppins" pitchFamily="2" charset="77"/>
            </a:endParaRPr>
          </a:p>
        </p:txBody>
      </p:sp>
      <p:sp>
        <p:nvSpPr>
          <p:cNvPr id="7" name="Espaço Reservado para Texto 6">
            <a:extLst>
              <a:ext uri="{FF2B5EF4-FFF2-40B4-BE49-F238E27FC236}">
                <a16:creationId xmlns:a16="http://schemas.microsoft.com/office/drawing/2014/main" id="{5C1AB578-B64F-815F-9CC9-04A9D46F2868}"/>
              </a:ext>
            </a:extLst>
          </p:cNvPr>
          <p:cNvSpPr>
            <a:spLocks noGrp="1"/>
          </p:cNvSpPr>
          <p:nvPr>
            <p:ph type="body" idx="3"/>
          </p:nvPr>
        </p:nvSpPr>
        <p:spPr>
          <a:xfrm>
            <a:off x="7301898" y="4506189"/>
            <a:ext cx="9531863" cy="1416321"/>
          </a:xfrm>
        </p:spPr>
        <p:txBody>
          <a:bodyPr>
            <a:noAutofit/>
          </a:bodyPr>
          <a:lstStyle/>
          <a:p>
            <a:pPr marL="0" indent="0"/>
            <a:r>
              <a:rPr lang="pt-BR" sz="2400" dirty="0"/>
              <a:t>Exploramos o uso de variáveis, mixins, aninhamento e manipulação de cores, otimizando a escrita do CSS com práticas modernas.</a:t>
            </a:r>
            <a:endParaRPr lang="pt-BR" sz="2400" dirty="0">
              <a:latin typeface="Poppins" pitchFamily="2" charset="77"/>
              <a:cs typeface="Poppins" pitchFamily="2" charset="77"/>
            </a:endParaRPr>
          </a:p>
        </p:txBody>
      </p:sp>
      <p:sp>
        <p:nvSpPr>
          <p:cNvPr id="8" name="Espaço Reservado para Texto 7">
            <a:extLst>
              <a:ext uri="{FF2B5EF4-FFF2-40B4-BE49-F238E27FC236}">
                <a16:creationId xmlns:a16="http://schemas.microsoft.com/office/drawing/2014/main" id="{FE1B0984-4E19-7545-B025-4C4C1638EDB1}"/>
              </a:ext>
            </a:extLst>
          </p:cNvPr>
          <p:cNvSpPr>
            <a:spLocks noGrp="1"/>
          </p:cNvSpPr>
          <p:nvPr>
            <p:ph type="body" idx="4"/>
          </p:nvPr>
        </p:nvSpPr>
        <p:spPr>
          <a:xfrm>
            <a:off x="7301898" y="6295412"/>
            <a:ext cx="9781770" cy="842068"/>
          </a:xfrm>
        </p:spPr>
        <p:txBody>
          <a:bodyPr>
            <a:noAutofit/>
          </a:bodyPr>
          <a:lstStyle/>
          <a:p>
            <a:pPr marL="0" indent="0"/>
            <a:r>
              <a:rPr lang="pt-BR" sz="2400" dirty="0"/>
              <a:t>Compreendemos como compilar arquivos pré-processados para CSS final e integrá-los corretamente em um projeto web.</a:t>
            </a:r>
            <a:endParaRPr lang="pt-BR" sz="2400" dirty="0">
              <a:latin typeface="Poppins" pitchFamily="2" charset="77"/>
              <a:cs typeface="Poppins" pitchFamily="2" charset="77"/>
            </a:endParaRPr>
          </a:p>
        </p:txBody>
      </p:sp>
      <p:sp>
        <p:nvSpPr>
          <p:cNvPr id="3" name="Google Shape;741;p22">
            <a:extLst>
              <a:ext uri="{FF2B5EF4-FFF2-40B4-BE49-F238E27FC236}">
                <a16:creationId xmlns:a16="http://schemas.microsoft.com/office/drawing/2014/main" id="{99EAAB3A-500F-3303-113F-2DE38B40643E}"/>
              </a:ext>
            </a:extLst>
          </p:cNvPr>
          <p:cNvSpPr txBox="1">
            <a:spLocks/>
          </p:cNvSpPr>
          <p:nvPr/>
        </p:nvSpPr>
        <p:spPr>
          <a:xfrm>
            <a:off x="7015381" y="1101032"/>
            <a:ext cx="8160900" cy="842068"/>
          </a:xfrm>
          <a:prstGeom prst="rect">
            <a:avLst/>
          </a:prstGeom>
          <a:noFill/>
          <a:ln>
            <a:noFill/>
          </a:ln>
        </p:spPr>
        <p:txBody>
          <a:bodyPr spcFirstLastPara="1" wrap="square" lIns="91425" tIns="45700" rIns="91425" bIns="45700" anchor="t" anchorCtr="0">
            <a:normAutofit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spcBef>
                <a:spcPts val="900"/>
              </a:spcBef>
              <a:buClr>
                <a:schemeClr val="dk1"/>
              </a:buClr>
              <a:buSzPts val="4500"/>
              <a:buFont typeface="Poppins"/>
              <a:buNone/>
            </a:pPr>
            <a:r>
              <a:rPr lang="pt-BR" sz="4500" b="1" dirty="0">
                <a:solidFill>
                  <a:srgbClr val="FF161F"/>
                </a:solidFill>
                <a:latin typeface="Poppins"/>
                <a:ea typeface="Poppins"/>
                <a:cs typeface="Poppins"/>
                <a:sym typeface="Poppins"/>
              </a:rPr>
              <a:t>Então ficamos assim...</a:t>
            </a:r>
          </a:p>
        </p:txBody>
      </p:sp>
    </p:spTree>
    <p:extLst>
      <p:ext uri="{BB962C8B-B14F-4D97-AF65-F5344CB8AC3E}">
        <p14:creationId xmlns:p14="http://schemas.microsoft.com/office/powerpoint/2010/main" val="23385663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20"/>
        <p:cNvGrpSpPr/>
        <p:nvPr/>
      </p:nvGrpSpPr>
      <p:grpSpPr>
        <a:xfrm>
          <a:off x="0" y="0"/>
          <a:ext cx="0" cy="0"/>
          <a:chOff x="0" y="0"/>
          <a:chExt cx="0" cy="0"/>
        </a:xfrm>
      </p:grpSpPr>
      <p:sp>
        <p:nvSpPr>
          <p:cNvPr id="3" name="Google Shape;721;p53">
            <a:extLst>
              <a:ext uri="{FF2B5EF4-FFF2-40B4-BE49-F238E27FC236}">
                <a16:creationId xmlns:a16="http://schemas.microsoft.com/office/drawing/2014/main" id="{622C50B5-A2EB-20D7-6B76-58DB77432541}"/>
              </a:ext>
            </a:extLst>
          </p:cNvPr>
          <p:cNvSpPr txBox="1">
            <a:spLocks noGrp="1"/>
          </p:cNvSpPr>
          <p:nvPr>
            <p:ph type="body" idx="1"/>
          </p:nvPr>
        </p:nvSpPr>
        <p:spPr>
          <a:xfrm>
            <a:off x="8694234" y="2679700"/>
            <a:ext cx="8610600" cy="3316155"/>
          </a:xfrm>
          <a:prstGeom prst="rect">
            <a:avLst/>
          </a:prstGeom>
          <a:noFill/>
          <a:ln>
            <a:noFill/>
          </a:ln>
        </p:spPr>
        <p:txBody>
          <a:bodyPr spcFirstLastPara="1" wrap="square" lIns="91425" tIns="45700" rIns="91425" bIns="45700" anchor="t" anchorCtr="0">
            <a:noAutofit/>
          </a:bodyPr>
          <a:lstStyle/>
          <a:p>
            <a:pPr marL="0" indent="0">
              <a:spcBef>
                <a:spcPts val="0"/>
              </a:spcBef>
              <a:spcAft>
                <a:spcPts val="1800"/>
              </a:spcAft>
            </a:pPr>
            <a:r>
              <a:rPr lang="pt-BR" sz="2400" dirty="0">
                <a:latin typeface="Poppins"/>
                <a:cs typeface="Poppins"/>
              </a:rPr>
              <a:t>Quer aprender a usar o SASS de maneira prática e eficiente? Clique no link abaixo e descubra como a extensão Live Sass Compiler pode te ajudar a agilizar o processo de estilização do seu projeto. </a:t>
            </a:r>
            <a:endParaRPr lang="pt-BR" sz="2400" dirty="0">
              <a:latin typeface="Poppins"/>
              <a:cs typeface="Poppins"/>
              <a:hlinkClick r:id="rId3" invalidUrl="http://">
                <a:extLst>
                  <a:ext uri="{A12FA001-AC4F-418D-AE19-62706E023703}">
                    <ahyp:hlinkClr xmlns:ahyp="http://schemas.microsoft.com/office/drawing/2018/hyperlinkcolor" val="tx"/>
                  </a:ext>
                </a:extLst>
              </a:hlinkClick>
            </a:endParaRPr>
          </a:p>
          <a:p>
            <a:pPr marL="0" indent="0">
              <a:spcBef>
                <a:spcPts val="0"/>
              </a:spcBef>
              <a:spcAft>
                <a:spcPts val="1800"/>
              </a:spcAft>
            </a:pPr>
            <a:r>
              <a:rPr lang="pt-BR" sz="2400" dirty="0">
                <a:solidFill>
                  <a:srgbClr val="333333"/>
                </a:solidFill>
                <a:latin typeface="Poppins"/>
                <a:cs typeface="Arial"/>
              </a:rPr>
              <a:t>BUSSOLA [DEV]. </a:t>
            </a:r>
            <a:r>
              <a:rPr lang="pt-BR" sz="2400" b="1" dirty="0">
                <a:solidFill>
                  <a:srgbClr val="333333"/>
                </a:solidFill>
                <a:latin typeface="Poppins"/>
                <a:cs typeface="Arial"/>
              </a:rPr>
              <a:t>Curso de SASS #2 Instalação Live Sass Compiler.</a:t>
            </a:r>
            <a:r>
              <a:rPr lang="pt-BR" sz="2400" dirty="0">
                <a:solidFill>
                  <a:srgbClr val="333333"/>
                </a:solidFill>
                <a:latin typeface="Poppins"/>
                <a:cs typeface="Arial"/>
              </a:rPr>
              <a:t> Disponível em: </a:t>
            </a:r>
            <a:r>
              <a:rPr lang="pt-BR" sz="2400" dirty="0">
                <a:solidFill>
                  <a:srgbClr val="333333"/>
                </a:solidFill>
                <a:latin typeface="Poppins"/>
                <a:cs typeface="Arial"/>
                <a:hlinkClick r:id="rId4"/>
              </a:rPr>
              <a:t>https://www.youtube.com/watch?v=YIEOpKYA9yc</a:t>
            </a:r>
            <a:r>
              <a:rPr lang="pt-BR" sz="2400" dirty="0">
                <a:solidFill>
                  <a:srgbClr val="333333"/>
                </a:solidFill>
                <a:latin typeface="Poppins"/>
                <a:cs typeface="Arial"/>
              </a:rPr>
              <a:t>. Acesso em: 22 abr. 2025.</a:t>
            </a:r>
            <a:br>
              <a:rPr lang="en-US" sz="2400" dirty="0"/>
            </a:br>
            <a:endParaRPr lang="en-US" sz="2400" dirty="0"/>
          </a:p>
          <a:p>
            <a:pPr marL="0" lvl="0" indent="0" algn="l" rtl="0">
              <a:lnSpc>
                <a:spcPct val="100000"/>
              </a:lnSpc>
              <a:spcBef>
                <a:spcPts val="0"/>
              </a:spcBef>
              <a:spcAft>
                <a:spcPts val="1800"/>
              </a:spcAft>
              <a:buClr>
                <a:schemeClr val="lt1"/>
              </a:buClr>
              <a:buSzPts val="2800"/>
              <a:buNone/>
            </a:pPr>
            <a:endParaRPr sz="2400" dirty="0">
              <a:latin typeface="Poppins" pitchFamily="2" charset="77"/>
              <a:cs typeface="Poppins" pitchFamily="2" charset="77"/>
            </a:endParaRPr>
          </a:p>
        </p:txBody>
      </p:sp>
      <p:sp>
        <p:nvSpPr>
          <p:cNvPr id="2" name="Google Shape;145;p12">
            <a:extLst>
              <a:ext uri="{FF2B5EF4-FFF2-40B4-BE49-F238E27FC236}">
                <a16:creationId xmlns:a16="http://schemas.microsoft.com/office/drawing/2014/main" id="{8AFD5CF4-520D-C05E-0436-E4E65A8A0785}"/>
              </a:ext>
            </a:extLst>
          </p:cNvPr>
          <p:cNvSpPr txBox="1"/>
          <p:nvPr/>
        </p:nvSpPr>
        <p:spPr>
          <a:xfrm>
            <a:off x="1536187" y="2679700"/>
            <a:ext cx="4774500" cy="92333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0"/>
              <a:buFont typeface="Arial"/>
              <a:buNone/>
            </a:pPr>
            <a:r>
              <a:rPr lang="pt-BR" sz="6000" b="1" i="0" u="none" strike="noStrike" cap="none" dirty="0">
                <a:solidFill>
                  <a:schemeClr val="bg1"/>
                </a:solidFill>
                <a:latin typeface="Poppins"/>
                <a:ea typeface="Poppins"/>
                <a:cs typeface="Poppins"/>
                <a:sym typeface="Poppins"/>
              </a:rPr>
              <a:t>Saiba mais</a:t>
            </a:r>
            <a:endParaRPr lang="pt-BR" sz="6000" b="0" i="0" u="none" strike="noStrike" cap="none" dirty="0">
              <a:solidFill>
                <a:schemeClr val="bg1"/>
              </a:solidFill>
              <a:latin typeface="Poppins Light"/>
              <a:ea typeface="Poppins Light"/>
              <a:cs typeface="Poppins Light"/>
              <a:sym typeface="Poppins Light"/>
            </a:endParaRPr>
          </a:p>
        </p:txBody>
      </p:sp>
    </p:spTree>
    <p:extLst>
      <p:ext uri="{BB962C8B-B14F-4D97-AF65-F5344CB8AC3E}">
        <p14:creationId xmlns:p14="http://schemas.microsoft.com/office/powerpoint/2010/main" val="41216672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Texto 2">
            <a:extLst>
              <a:ext uri="{FF2B5EF4-FFF2-40B4-BE49-F238E27FC236}">
                <a16:creationId xmlns:a16="http://schemas.microsoft.com/office/drawing/2014/main" id="{A7DCBD77-CF03-242C-0A04-E43124DF9AFE}"/>
              </a:ext>
            </a:extLst>
          </p:cNvPr>
          <p:cNvSpPr>
            <a:spLocks noGrp="1"/>
          </p:cNvSpPr>
          <p:nvPr>
            <p:ph type="body" idx="5"/>
          </p:nvPr>
        </p:nvSpPr>
        <p:spPr>
          <a:xfrm>
            <a:off x="2175793" y="2781299"/>
            <a:ext cx="14283408" cy="5202973"/>
          </a:xfrm>
        </p:spPr>
        <p:txBody>
          <a:bodyPr>
            <a:noAutofit/>
          </a:bodyPr>
          <a:lstStyle/>
          <a:p>
            <a:pPr marL="0" indent="0">
              <a:spcBef>
                <a:spcPts val="0"/>
              </a:spcBef>
              <a:spcAft>
                <a:spcPts val="1800"/>
              </a:spcAft>
            </a:pPr>
            <a:r>
              <a:rPr lang="pt-BR" sz="2400" dirty="0">
                <a:latin typeface="Poppins" panose="00000500000000000000" pitchFamily="2" charset="0"/>
                <a:cs typeface="Poppins" panose="00000500000000000000" pitchFamily="2" charset="0"/>
              </a:rPr>
              <a:t>ALVES, W. P. </a:t>
            </a:r>
            <a:r>
              <a:rPr lang="pt-BR" sz="2400" b="1" dirty="0">
                <a:latin typeface="Poppins" panose="00000500000000000000" pitchFamily="2" charset="0"/>
                <a:cs typeface="Poppins" panose="00000500000000000000" pitchFamily="2" charset="0"/>
              </a:rPr>
              <a:t>HTML &amp; CSS: </a:t>
            </a:r>
            <a:r>
              <a:rPr lang="pt-BR" sz="2400" dirty="0">
                <a:latin typeface="Poppins" panose="00000500000000000000" pitchFamily="2" charset="0"/>
                <a:cs typeface="Poppins" panose="00000500000000000000" pitchFamily="2" charset="0"/>
              </a:rPr>
              <a:t>aprenda como construir páginas web. São Paulo: Expressa, 2021.</a:t>
            </a:r>
          </a:p>
          <a:p>
            <a:pPr marL="0" indent="0">
              <a:spcBef>
                <a:spcPts val="0"/>
              </a:spcBef>
              <a:spcAft>
                <a:spcPts val="1800"/>
              </a:spcAft>
            </a:pPr>
            <a:r>
              <a:rPr lang="pt-BR" sz="2400" dirty="0">
                <a:latin typeface="Poppins" panose="00000500000000000000" pitchFamily="2" charset="0"/>
                <a:cs typeface="Poppins" panose="00000500000000000000" pitchFamily="2" charset="0"/>
              </a:rPr>
              <a:t>BUSSOLA [DEV]. </a:t>
            </a:r>
            <a:r>
              <a:rPr lang="pt-BR" sz="2400" b="1" dirty="0">
                <a:latin typeface="Poppins" panose="00000500000000000000" pitchFamily="2" charset="0"/>
                <a:cs typeface="Poppins" panose="00000500000000000000" pitchFamily="2" charset="0"/>
              </a:rPr>
              <a:t>Curso de SASS #2 Instalação Live Sass Compiler</a:t>
            </a:r>
            <a:r>
              <a:rPr lang="pt-BR" sz="2400" dirty="0">
                <a:latin typeface="Poppins" panose="00000500000000000000" pitchFamily="2" charset="0"/>
                <a:cs typeface="Poppins" panose="00000500000000000000" pitchFamily="2" charset="0"/>
              </a:rPr>
              <a:t>. Disponível em: </a:t>
            </a:r>
            <a:r>
              <a:rPr lang="pt-BR" sz="2400" dirty="0">
                <a:latin typeface="Poppins" panose="00000500000000000000" pitchFamily="2" charset="0"/>
                <a:cs typeface="Poppins" panose="00000500000000000000" pitchFamily="2" charset="0"/>
                <a:hlinkClick r:id="rId3"/>
              </a:rPr>
              <a:t>https://www.youtube.com/watch?v=YIEOpKYA9yc</a:t>
            </a:r>
            <a:r>
              <a:rPr lang="pt-BR" sz="2400" dirty="0">
                <a:latin typeface="Poppins" panose="00000500000000000000" pitchFamily="2" charset="0"/>
                <a:cs typeface="Poppins" panose="00000500000000000000" pitchFamily="2" charset="0"/>
              </a:rPr>
              <a:t>. Acesso em: 22 abr. 2025.</a:t>
            </a:r>
          </a:p>
          <a:p>
            <a:pPr marL="0" indent="0">
              <a:spcBef>
                <a:spcPts val="0"/>
              </a:spcBef>
              <a:spcAft>
                <a:spcPts val="1800"/>
              </a:spcAft>
            </a:pPr>
            <a:r>
              <a:rPr lang="pt-BR" sz="2400" dirty="0">
                <a:latin typeface="Poppins" panose="00000500000000000000" pitchFamily="2" charset="0"/>
                <a:cs typeface="Poppins" panose="00000500000000000000" pitchFamily="2" charset="0"/>
              </a:rPr>
              <a:t>CROOM, J. Sass vs. LESS vs. Stylus: preprocessor shootout. </a:t>
            </a:r>
            <a:r>
              <a:rPr lang="pt-BR" sz="2400" b="1" dirty="0">
                <a:latin typeface="Poppins" panose="00000500000000000000" pitchFamily="2" charset="0"/>
                <a:cs typeface="Poppins" panose="00000500000000000000" pitchFamily="2" charset="0"/>
              </a:rPr>
              <a:t>Envato Tuts+, </a:t>
            </a:r>
            <a:r>
              <a:rPr lang="pt-BR" sz="2400" dirty="0">
                <a:latin typeface="Poppins" panose="00000500000000000000" pitchFamily="2" charset="0"/>
                <a:cs typeface="Poppins" panose="00000500000000000000" pitchFamily="2" charset="0"/>
              </a:rPr>
              <a:t>9 mar. 2012. Disponível em: </a:t>
            </a:r>
            <a:r>
              <a:rPr lang="pt-BR" sz="2400" dirty="0">
                <a:latin typeface="Poppins" panose="00000500000000000000" pitchFamily="2" charset="0"/>
                <a:cs typeface="Poppins" panose="00000500000000000000" pitchFamily="2" charset="0"/>
                <a:hlinkClick r:id="rId4"/>
              </a:rPr>
              <a:t>https://webdesign.tutsplus.com/sass-vs-less-vs-stylus-preprocessor-shootout--net-24320t</a:t>
            </a:r>
            <a:r>
              <a:rPr lang="pt-BR" sz="2400" dirty="0">
                <a:latin typeface="Poppins" panose="00000500000000000000" pitchFamily="2" charset="0"/>
                <a:cs typeface="Poppins" panose="00000500000000000000" pitchFamily="2" charset="0"/>
              </a:rPr>
              <a:t>. Acesso em: 22 abr. 2025. </a:t>
            </a:r>
          </a:p>
          <a:p>
            <a:pPr marL="0" indent="0">
              <a:spcBef>
                <a:spcPts val="0"/>
              </a:spcBef>
              <a:spcAft>
                <a:spcPts val="1800"/>
              </a:spcAft>
            </a:pPr>
            <a:r>
              <a:rPr lang="pt-BR" sz="2400" dirty="0">
                <a:latin typeface="Poppins" panose="00000500000000000000" pitchFamily="2" charset="0"/>
                <a:cs typeface="Poppins" panose="00000500000000000000" pitchFamily="2" charset="0"/>
              </a:rPr>
              <a:t>RIBEIRO, E. O que são pré-processadores CSS e por quê usar? </a:t>
            </a:r>
            <a:r>
              <a:rPr lang="pt-BR" sz="2400" b="1" dirty="0">
                <a:latin typeface="Poppins" panose="00000500000000000000" pitchFamily="2" charset="0"/>
                <a:cs typeface="Poppins" panose="00000500000000000000" pitchFamily="2" charset="0"/>
              </a:rPr>
              <a:t>Zup,</a:t>
            </a:r>
            <a:r>
              <a:rPr lang="pt-BR" sz="2400" dirty="0">
                <a:latin typeface="Poppins" panose="00000500000000000000" pitchFamily="2" charset="0"/>
                <a:cs typeface="Poppins" panose="00000500000000000000" pitchFamily="2" charset="0"/>
              </a:rPr>
              <a:t> 22 jan. 2020. Disponível em: </a:t>
            </a:r>
            <a:r>
              <a:rPr lang="pt-BR" sz="2400" dirty="0">
                <a:latin typeface="Poppins" panose="00000500000000000000" pitchFamily="2" charset="0"/>
                <a:cs typeface="Poppins" panose="00000500000000000000" pitchFamily="2" charset="0"/>
                <a:hlinkClick r:id="rId5"/>
              </a:rPr>
              <a:t>https://zup.com.br/blog/o-que-sao-pre-processadores-css</a:t>
            </a:r>
            <a:r>
              <a:rPr lang="pt-BR" sz="2400" dirty="0">
                <a:latin typeface="Poppins" panose="00000500000000000000" pitchFamily="2" charset="0"/>
                <a:cs typeface="Poppins" panose="00000500000000000000" pitchFamily="2" charset="0"/>
              </a:rPr>
              <a:t>. Acesso em: 22 abr. 2025. </a:t>
            </a:r>
          </a:p>
          <a:p>
            <a:pPr marL="0" indent="0">
              <a:spcBef>
                <a:spcPts val="0"/>
              </a:spcBef>
              <a:spcAft>
                <a:spcPts val="1800"/>
              </a:spcAft>
            </a:pPr>
            <a:r>
              <a:rPr lang="pt-BR" sz="2400" dirty="0">
                <a:latin typeface="Poppins" panose="00000500000000000000" pitchFamily="2" charset="0"/>
                <a:cs typeface="Poppins" panose="00000500000000000000" pitchFamily="2" charset="0"/>
              </a:rPr>
              <a:t>Identidade visual: imagens © Getty Images.</a:t>
            </a:r>
            <a:endParaRPr lang="en-US" sz="2400" dirty="0">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42497828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8F7D820-59D9-B36F-70F9-9069AA799D71}"/>
            </a:ext>
          </a:extLst>
        </p:cNvPr>
        <p:cNvGrpSpPr/>
        <p:nvPr/>
      </p:nvGrpSpPr>
      <p:grpSpPr>
        <a:xfrm>
          <a:off x="0" y="0"/>
          <a:ext cx="0" cy="0"/>
          <a:chOff x="0" y="0"/>
          <a:chExt cx="0" cy="0"/>
        </a:xfrm>
      </p:grpSpPr>
      <p:sp>
        <p:nvSpPr>
          <p:cNvPr id="2" name="Google Shape;643;p43">
            <a:extLst>
              <a:ext uri="{FF2B5EF4-FFF2-40B4-BE49-F238E27FC236}">
                <a16:creationId xmlns:a16="http://schemas.microsoft.com/office/drawing/2014/main" id="{E707B44A-1813-17B4-62E8-86DF5025AF2A}"/>
              </a:ext>
            </a:extLst>
          </p:cNvPr>
          <p:cNvSpPr txBox="1">
            <a:spLocks/>
          </p:cNvSpPr>
          <p:nvPr/>
        </p:nvSpPr>
        <p:spPr>
          <a:xfrm>
            <a:off x="937698" y="3829934"/>
            <a:ext cx="10222120" cy="80314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ctr" rtl="0">
              <a:lnSpc>
                <a:spcPct val="100000"/>
              </a:lnSpc>
              <a:spcBef>
                <a:spcPts val="900"/>
              </a:spcBef>
              <a:spcAft>
                <a:spcPts val="0"/>
              </a:spcAft>
              <a:buClr>
                <a:schemeClr val="dk1"/>
              </a:buClr>
              <a:buSzPts val="4500"/>
              <a:buFont typeface="Arial"/>
              <a:buNone/>
              <a:defRPr sz="4500" b="1"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0"/>
              </a:spcBef>
            </a:pPr>
            <a:r>
              <a:rPr lang="pt-BR" dirty="0">
                <a:solidFill>
                  <a:srgbClr val="FF161F"/>
                </a:solidFill>
              </a:rPr>
              <a:t>Orientações ao professor</a:t>
            </a:r>
          </a:p>
        </p:txBody>
      </p:sp>
    </p:spTree>
    <p:extLst>
      <p:ext uri="{BB962C8B-B14F-4D97-AF65-F5344CB8AC3E}">
        <p14:creationId xmlns:p14="http://schemas.microsoft.com/office/powerpoint/2010/main" val="9167719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Retângulo 4">
            <a:extLst>
              <a:ext uri="{FF2B5EF4-FFF2-40B4-BE49-F238E27FC236}">
                <a16:creationId xmlns:a16="http://schemas.microsoft.com/office/drawing/2014/main" id="{EAED0FCA-E30E-FCCE-6375-4A0D838E30DB}"/>
              </a:ext>
            </a:extLst>
          </p:cNvPr>
          <p:cNvSpPr/>
          <p:nvPr/>
        </p:nvSpPr>
        <p:spPr>
          <a:xfrm>
            <a:off x="0" y="1066094"/>
            <a:ext cx="18288000" cy="739587"/>
          </a:xfrm>
          <a:prstGeom prst="rect">
            <a:avLst/>
          </a:prstGeom>
          <a:solidFill>
            <a:srgbClr val="2856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9" name="Conector Reto 6">
            <a:extLst>
              <a:ext uri="{FF2B5EF4-FFF2-40B4-BE49-F238E27FC236}">
                <a16:creationId xmlns:a16="http://schemas.microsoft.com/office/drawing/2014/main" id="{57BE0B95-C5BD-941F-8951-3B1416B4B627}"/>
              </a:ext>
            </a:extLst>
          </p:cNvPr>
          <p:cNvCxnSpPr>
            <a:cxnSpLocks/>
          </p:cNvCxnSpPr>
          <p:nvPr/>
        </p:nvCxnSpPr>
        <p:spPr>
          <a:xfrm flipV="1">
            <a:off x="868312" y="1606135"/>
            <a:ext cx="0" cy="7488839"/>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6" name="CaixaDeTexto 5">
            <a:extLst>
              <a:ext uri="{FF2B5EF4-FFF2-40B4-BE49-F238E27FC236}">
                <a16:creationId xmlns:a16="http://schemas.microsoft.com/office/drawing/2014/main" id="{E7D3BC7C-28C1-7DC2-665A-68D709ECA042}"/>
              </a:ext>
            </a:extLst>
          </p:cNvPr>
          <p:cNvSpPr txBox="1"/>
          <p:nvPr/>
        </p:nvSpPr>
        <p:spPr>
          <a:xfrm>
            <a:off x="1478280" y="1081334"/>
            <a:ext cx="8884920" cy="920061"/>
          </a:xfrm>
          <a:prstGeom prst="rect">
            <a:avLst/>
          </a:prstGeom>
          <a:noFill/>
          <a:ln>
            <a:noFill/>
          </a:ln>
        </p:spPr>
        <p:txBody>
          <a:bodyPr spcFirstLastPara="1" wrap="none" lIns="91425" tIns="45700" rIns="91425" bIns="45700" rtlCol="0" anchor="t" anchorCtr="0">
            <a:noAutofit/>
          </a:bodyPr>
          <a:lstStyle/>
          <a:p>
            <a:pPr algn="l"/>
            <a:r>
              <a:rPr lang="pt-BR" sz="4500" b="1" dirty="0">
                <a:solidFill>
                  <a:schemeClr val="bg1"/>
                </a:solidFill>
                <a:latin typeface="Poppins" pitchFamily="2" charset="77"/>
                <a:cs typeface="Poppins" pitchFamily="2" charset="77"/>
              </a:rPr>
              <a:t>Slide 6</a:t>
            </a:r>
            <a:endParaRPr lang="pt-BR" sz="4800" b="1" dirty="0">
              <a:solidFill>
                <a:schemeClr val="bg1"/>
              </a:solidFill>
              <a:latin typeface="Poppins" pitchFamily="2" charset="77"/>
              <a:cs typeface="Poppins" pitchFamily="2" charset="77"/>
            </a:endParaRPr>
          </a:p>
        </p:txBody>
      </p:sp>
      <p:sp>
        <p:nvSpPr>
          <p:cNvPr id="20" name="CaixaDeTexto 3">
            <a:extLst>
              <a:ext uri="{FF2B5EF4-FFF2-40B4-BE49-F238E27FC236}">
                <a16:creationId xmlns:a16="http://schemas.microsoft.com/office/drawing/2014/main" id="{4F0AFEA1-9119-C042-CFE7-7B540E598DA4}"/>
              </a:ext>
            </a:extLst>
          </p:cNvPr>
          <p:cNvSpPr txBox="1"/>
          <p:nvPr/>
        </p:nvSpPr>
        <p:spPr>
          <a:xfrm>
            <a:off x="1478279" y="2070375"/>
            <a:ext cx="16249154" cy="648639"/>
          </a:xfrm>
          <a:prstGeom prst="rect">
            <a:avLst/>
          </a:prstGeom>
          <a:noFill/>
          <a:ln>
            <a:noFill/>
          </a:ln>
        </p:spPr>
        <p:txBody>
          <a:bodyPr wrap="square" lIns="91440" tIns="45720" rIns="91440" bIns="4572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229870">
              <a:lnSpc>
                <a:spcPct val="107000"/>
              </a:lnSpc>
              <a:spcAft>
                <a:spcPts val="800"/>
              </a:spcAft>
            </a:pPr>
            <a:r>
              <a:rPr lang="pt-BR" b="1" dirty="0">
                <a:solidFill>
                  <a:schemeClr val="tx1"/>
                </a:solidFill>
                <a:latin typeface="Poppins" panose="00000500000000000000" pitchFamily="2" charset="0"/>
                <a:cs typeface="Poppins" panose="00000500000000000000" pitchFamily="2" charset="0"/>
              </a:rPr>
              <a:t>Orientações: </a:t>
            </a:r>
            <a:r>
              <a:rPr lang="pt-BR" kern="100" dirty="0">
                <a:solidFill>
                  <a:schemeClr val="tx1"/>
                </a:solidFill>
                <a:effectLst/>
                <a:latin typeface="Poppins" panose="00000500000000000000" pitchFamily="2" charset="0"/>
                <a:ea typeface="Aptos" panose="020B0004020202020204" pitchFamily="34" charset="0"/>
                <a:cs typeface="Poppins" panose="00000500000000000000" pitchFamily="2" charset="0"/>
              </a:rPr>
              <a:t>relembrar </a:t>
            </a:r>
            <a:r>
              <a:rPr lang="pt-BR" kern="100" dirty="0" err="1">
                <a:solidFill>
                  <a:schemeClr val="tx1"/>
                </a:solidFill>
                <a:effectLst/>
                <a:latin typeface="Poppins" panose="00000500000000000000" pitchFamily="2" charset="0"/>
                <a:ea typeface="Aptos" panose="020B0004020202020204" pitchFamily="34" charset="0"/>
                <a:cs typeface="Poppins" panose="00000500000000000000" pitchFamily="2" charset="0"/>
              </a:rPr>
              <a:t>pré</a:t>
            </a:r>
            <a:r>
              <a:rPr lang="pt-BR" kern="100" dirty="0">
                <a:solidFill>
                  <a:schemeClr val="tx1"/>
                </a:solidFill>
                <a:effectLst/>
                <a:latin typeface="Poppins" panose="00000500000000000000" pitchFamily="2" charset="0"/>
                <a:ea typeface="Aptos" panose="020B0004020202020204" pitchFamily="34" charset="0"/>
                <a:cs typeface="Poppins" panose="00000500000000000000" pitchFamily="2" charset="0"/>
              </a:rPr>
              <a:t>-processadores CSS, como SASS e LESS, vistos na semana 16 – aula 2. </a:t>
            </a:r>
          </a:p>
          <a:p>
            <a:pPr indent="-229870">
              <a:lnSpc>
                <a:spcPct val="107000"/>
              </a:lnSpc>
              <a:spcAft>
                <a:spcPts val="800"/>
              </a:spcAft>
            </a:pPr>
            <a:endParaRPr lang="pt-BR" kern="100" dirty="0">
              <a:solidFill>
                <a:schemeClr val="tx1"/>
              </a:solidFill>
              <a:effectLst/>
              <a:latin typeface="Poppins" panose="00000500000000000000" pitchFamily="2" charset="0"/>
              <a:ea typeface="Aptos" panose="020B0004020202020204" pitchFamily="34" charset="0"/>
              <a:cs typeface="Poppins" panose="00000500000000000000" pitchFamily="2" charset="0"/>
            </a:endParaRPr>
          </a:p>
        </p:txBody>
      </p:sp>
      <p:sp>
        <p:nvSpPr>
          <p:cNvPr id="16" name="Oval 12">
            <a:extLst>
              <a:ext uri="{FF2B5EF4-FFF2-40B4-BE49-F238E27FC236}">
                <a16:creationId xmlns:a16="http://schemas.microsoft.com/office/drawing/2014/main" id="{861665AC-D155-B13D-A8B8-8B4082E28A7C}"/>
              </a:ext>
            </a:extLst>
          </p:cNvPr>
          <p:cNvSpPr/>
          <p:nvPr/>
        </p:nvSpPr>
        <p:spPr>
          <a:xfrm>
            <a:off x="607827" y="1941113"/>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sp>
        <p:nvSpPr>
          <p:cNvPr id="17" name="Google Shape;2216;p100">
            <a:extLst>
              <a:ext uri="{FF2B5EF4-FFF2-40B4-BE49-F238E27FC236}">
                <a16:creationId xmlns:a16="http://schemas.microsoft.com/office/drawing/2014/main" id="{B68A609D-5BFB-6300-8B38-4E6481934BE4}"/>
              </a:ext>
            </a:extLst>
          </p:cNvPr>
          <p:cNvSpPr/>
          <p:nvPr/>
        </p:nvSpPr>
        <p:spPr>
          <a:xfrm>
            <a:off x="715912" y="2088946"/>
            <a:ext cx="355853" cy="301106"/>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tx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sp>
        <p:nvSpPr>
          <p:cNvPr id="24" name="Oval 11">
            <a:extLst>
              <a:ext uri="{FF2B5EF4-FFF2-40B4-BE49-F238E27FC236}">
                <a16:creationId xmlns:a16="http://schemas.microsoft.com/office/drawing/2014/main" id="{3651A487-379E-433D-99CF-74CD8C1F4F39}"/>
              </a:ext>
            </a:extLst>
          </p:cNvPr>
          <p:cNvSpPr/>
          <p:nvPr/>
        </p:nvSpPr>
        <p:spPr>
          <a:xfrm>
            <a:off x="607827" y="5172390"/>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pic>
        <p:nvPicPr>
          <p:cNvPr id="25" name="Imagem 24">
            <a:extLst>
              <a:ext uri="{FF2B5EF4-FFF2-40B4-BE49-F238E27FC236}">
                <a16:creationId xmlns:a16="http://schemas.microsoft.com/office/drawing/2014/main" id="{BC9B960D-BA85-13D0-759F-7959DC8E01F6}"/>
              </a:ext>
            </a:extLst>
          </p:cNvPr>
          <p:cNvPicPr>
            <a:picLocks noChangeAspect="1"/>
          </p:cNvPicPr>
          <p:nvPr/>
        </p:nvPicPr>
        <p:blipFill>
          <a:blip r:embed="rId3"/>
          <a:srcRect/>
          <a:stretch/>
        </p:blipFill>
        <p:spPr>
          <a:xfrm>
            <a:off x="783364" y="5316569"/>
            <a:ext cx="235287" cy="282344"/>
          </a:xfrm>
          <a:prstGeom prst="rect">
            <a:avLst/>
          </a:prstGeom>
        </p:spPr>
      </p:pic>
      <p:sp>
        <p:nvSpPr>
          <p:cNvPr id="28" name="CaixaDeTexto 27">
            <a:extLst>
              <a:ext uri="{FF2B5EF4-FFF2-40B4-BE49-F238E27FC236}">
                <a16:creationId xmlns:a16="http://schemas.microsoft.com/office/drawing/2014/main" id="{4E7B66AD-275F-AC16-EE4B-FE2FCC00FF48}"/>
              </a:ext>
            </a:extLst>
          </p:cNvPr>
          <p:cNvSpPr txBox="1"/>
          <p:nvPr/>
        </p:nvSpPr>
        <p:spPr>
          <a:xfrm>
            <a:off x="1495460" y="5253177"/>
            <a:ext cx="9144000" cy="307777"/>
          </a:xfrm>
          <a:prstGeom prst="rect">
            <a:avLst/>
          </a:prstGeom>
          <a:noFill/>
          <a:ln>
            <a:noFill/>
          </a:ln>
        </p:spPr>
        <p:txBody>
          <a:bodyPr wrap="square">
            <a:spAutoFit/>
          </a:bodyPr>
          <a:lstStyle/>
          <a:p>
            <a:pPr>
              <a:buClrTx/>
              <a:defRPr/>
            </a:pPr>
            <a:r>
              <a:rPr lang="pt-BR" b="1" dirty="0">
                <a:latin typeface="Poppins"/>
                <a:cs typeface="Poppins"/>
              </a:rPr>
              <a:t>Tempo</a:t>
            </a:r>
            <a:r>
              <a:rPr lang="pt-BR" dirty="0">
                <a:latin typeface="Poppins"/>
                <a:cs typeface="Poppins"/>
              </a:rPr>
              <a:t>: 3 minutos.</a:t>
            </a:r>
          </a:p>
        </p:txBody>
      </p:sp>
      <p:sp>
        <p:nvSpPr>
          <p:cNvPr id="3" name="CaixaDeTexto 2">
            <a:extLst>
              <a:ext uri="{FF2B5EF4-FFF2-40B4-BE49-F238E27FC236}">
                <a16:creationId xmlns:a16="http://schemas.microsoft.com/office/drawing/2014/main" id="{A8FEA4B4-6F7B-78DE-278F-7629C55702A0}"/>
              </a:ext>
            </a:extLst>
          </p:cNvPr>
          <p:cNvSpPr txBox="1"/>
          <p:nvPr/>
        </p:nvSpPr>
        <p:spPr>
          <a:xfrm>
            <a:off x="1495460" y="2643451"/>
            <a:ext cx="15924228" cy="2031325"/>
          </a:xfrm>
          <a:prstGeom prst="rect">
            <a:avLst/>
          </a:prstGeom>
          <a:noFill/>
          <a:ln>
            <a:noFill/>
          </a:ln>
        </p:spPr>
        <p:txBody>
          <a:bodyPr wrap="square">
            <a:spAutoFit/>
          </a:bodyPr>
          <a:lstStyle/>
          <a:p>
            <a:pPr marL="342900" indent="-342900">
              <a:buFont typeface="Arial" panose="020B0604020202020204" pitchFamily="34" charset="0"/>
              <a:buChar char="•"/>
            </a:pPr>
            <a:r>
              <a:rPr lang="pt-BR" sz="1400" dirty="0">
                <a:latin typeface="Poppins" panose="00000500000000000000" pitchFamily="2" charset="0"/>
                <a:cs typeface="Poppins" panose="00000500000000000000" pitchFamily="2" charset="0"/>
              </a:rPr>
              <a:t>Código mais limpo e conciso: a sintaxe mais expressiva e as funcionalidades avançadas permitem escrever menos código para obter os mesmos resultados;</a:t>
            </a:r>
          </a:p>
          <a:p>
            <a:pPr marL="342900" indent="-342900">
              <a:buFont typeface="Arial" panose="020B0604020202020204" pitchFamily="34" charset="0"/>
              <a:buChar char="•"/>
            </a:pPr>
            <a:endParaRPr lang="pt-BR" sz="1400" dirty="0">
              <a:latin typeface="Poppins" panose="00000500000000000000" pitchFamily="2" charset="0"/>
              <a:cs typeface="Poppins" panose="00000500000000000000" pitchFamily="2" charset="0"/>
            </a:endParaRPr>
          </a:p>
          <a:p>
            <a:pPr marL="342900" indent="-342900">
              <a:buFont typeface="Arial" panose="020B0604020202020204" pitchFamily="34" charset="0"/>
              <a:buChar char="•"/>
            </a:pPr>
            <a:r>
              <a:rPr lang="pt-BR" sz="1400" dirty="0">
                <a:latin typeface="Poppins" panose="00000500000000000000" pitchFamily="2" charset="0"/>
                <a:cs typeface="Poppins" panose="00000500000000000000" pitchFamily="2" charset="0"/>
              </a:rPr>
              <a:t>Melhora na manutenção: variáveis e mixins facilitam a atualização de estilos em todo o projeto;</a:t>
            </a:r>
          </a:p>
          <a:p>
            <a:pPr marL="342900" indent="-342900">
              <a:buFont typeface="Arial" panose="020B0604020202020204" pitchFamily="34" charset="0"/>
              <a:buChar char="•"/>
            </a:pPr>
            <a:endParaRPr lang="pt-BR" sz="1400" dirty="0">
              <a:latin typeface="Poppins" panose="00000500000000000000" pitchFamily="2" charset="0"/>
              <a:cs typeface="Poppins" panose="00000500000000000000" pitchFamily="2" charset="0"/>
            </a:endParaRPr>
          </a:p>
          <a:p>
            <a:pPr marL="342900" indent="-342900">
              <a:buFont typeface="Arial" panose="020B0604020202020204" pitchFamily="34" charset="0"/>
              <a:buChar char="•"/>
            </a:pPr>
            <a:r>
              <a:rPr lang="pt-BR" sz="1400" dirty="0">
                <a:latin typeface="Poppins" panose="00000500000000000000" pitchFamily="2" charset="0"/>
                <a:cs typeface="Poppins" panose="00000500000000000000" pitchFamily="2" charset="0"/>
              </a:rPr>
              <a:t>Aumento da produtividade: a reutilização de código e a automatização de tarefas economizam tempo e esforço;</a:t>
            </a:r>
          </a:p>
          <a:p>
            <a:pPr marL="342900" indent="-342900">
              <a:buFont typeface="Arial" panose="020B0604020202020204" pitchFamily="34" charset="0"/>
              <a:buChar char="•"/>
            </a:pPr>
            <a:endParaRPr lang="pt-BR" sz="1400" dirty="0">
              <a:latin typeface="Poppins" panose="00000500000000000000" pitchFamily="2" charset="0"/>
              <a:cs typeface="Poppins" panose="00000500000000000000" pitchFamily="2" charset="0"/>
            </a:endParaRPr>
          </a:p>
          <a:p>
            <a:pPr marL="342900" indent="-342900">
              <a:buFont typeface="Arial" panose="020B0604020202020204" pitchFamily="34" charset="0"/>
              <a:buChar char="•"/>
            </a:pPr>
            <a:r>
              <a:rPr lang="pt-BR" sz="1400" dirty="0">
                <a:latin typeface="Poppins" panose="00000500000000000000" pitchFamily="2" charset="0"/>
                <a:cs typeface="Poppins" panose="00000500000000000000" pitchFamily="2" charset="0"/>
              </a:rPr>
              <a:t>Facilidade de colaboração: a organização do código e a padronização das regras facilitam o trabalho em equipe;</a:t>
            </a:r>
          </a:p>
          <a:p>
            <a:pPr marL="342900" indent="-342900">
              <a:buFont typeface="Arial" panose="020B0604020202020204" pitchFamily="34" charset="0"/>
              <a:buChar char="•"/>
            </a:pPr>
            <a:endParaRPr lang="pt-BR" sz="1400" dirty="0">
              <a:latin typeface="Poppins" panose="00000500000000000000" pitchFamily="2" charset="0"/>
              <a:cs typeface="Poppins" panose="00000500000000000000" pitchFamily="2" charset="0"/>
            </a:endParaRPr>
          </a:p>
          <a:p>
            <a:pPr marL="342900" indent="-342900">
              <a:buFont typeface="Arial" panose="020B0604020202020204" pitchFamily="34" charset="0"/>
              <a:buChar char="•"/>
            </a:pPr>
            <a:r>
              <a:rPr lang="pt-BR" sz="1400" dirty="0">
                <a:latin typeface="Poppins" panose="00000500000000000000" pitchFamily="2" charset="0"/>
                <a:cs typeface="Poppins" panose="00000500000000000000" pitchFamily="2" charset="0"/>
              </a:rPr>
              <a:t>Escalabilidade: os pré-processadores são ideais para projetos de grande porte, </a:t>
            </a:r>
            <a:r>
              <a:rPr lang="pt-BR" dirty="0">
                <a:latin typeface="Poppins" panose="00000500000000000000" pitchFamily="2" charset="0"/>
                <a:cs typeface="Poppins" panose="00000500000000000000" pitchFamily="2" charset="0"/>
              </a:rPr>
              <a:t>em que</a:t>
            </a:r>
            <a:r>
              <a:rPr lang="pt-BR" sz="1400" dirty="0">
                <a:latin typeface="Poppins" panose="00000500000000000000" pitchFamily="2" charset="0"/>
                <a:cs typeface="Poppins" panose="00000500000000000000" pitchFamily="2" charset="0"/>
              </a:rPr>
              <a:t> a complexidade do CSS pode se tornar um desafio.</a:t>
            </a:r>
          </a:p>
        </p:txBody>
      </p:sp>
    </p:spTree>
    <p:extLst>
      <p:ext uri="{BB962C8B-B14F-4D97-AF65-F5344CB8AC3E}">
        <p14:creationId xmlns:p14="http://schemas.microsoft.com/office/powerpoint/2010/main" val="15870360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5295846-591D-71E8-D0C7-AB1BFEE48404}"/>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10A8149C-4314-89FA-F6D6-3AD6F891BB01}"/>
              </a:ext>
            </a:extLst>
          </p:cNvPr>
          <p:cNvSpPr/>
          <p:nvPr/>
        </p:nvSpPr>
        <p:spPr>
          <a:xfrm>
            <a:off x="0" y="1178388"/>
            <a:ext cx="18288000" cy="739587"/>
          </a:xfrm>
          <a:prstGeom prst="rect">
            <a:avLst/>
          </a:prstGeom>
          <a:solidFill>
            <a:srgbClr val="2856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7" name="Conector Reto 6">
            <a:extLst>
              <a:ext uri="{FF2B5EF4-FFF2-40B4-BE49-F238E27FC236}">
                <a16:creationId xmlns:a16="http://schemas.microsoft.com/office/drawing/2014/main" id="{561869F6-88CA-FC10-0613-DBD32571F78B}"/>
              </a:ext>
            </a:extLst>
          </p:cNvPr>
          <p:cNvCxnSpPr>
            <a:cxnSpLocks/>
          </p:cNvCxnSpPr>
          <p:nvPr/>
        </p:nvCxnSpPr>
        <p:spPr>
          <a:xfrm flipV="1">
            <a:off x="868312" y="1705545"/>
            <a:ext cx="0" cy="6808035"/>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13" name="Oval 12">
            <a:extLst>
              <a:ext uri="{FF2B5EF4-FFF2-40B4-BE49-F238E27FC236}">
                <a16:creationId xmlns:a16="http://schemas.microsoft.com/office/drawing/2014/main" id="{6C399889-1BD2-3839-8266-9D655366CD3D}"/>
              </a:ext>
            </a:extLst>
          </p:cNvPr>
          <p:cNvSpPr/>
          <p:nvPr/>
        </p:nvSpPr>
        <p:spPr>
          <a:xfrm>
            <a:off x="607827" y="2074927"/>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sp>
        <p:nvSpPr>
          <p:cNvPr id="14" name="Google Shape;2216;p100">
            <a:extLst>
              <a:ext uri="{FF2B5EF4-FFF2-40B4-BE49-F238E27FC236}">
                <a16:creationId xmlns:a16="http://schemas.microsoft.com/office/drawing/2014/main" id="{C035FB58-E7F8-992B-EADA-DCD3A53F4516}"/>
              </a:ext>
            </a:extLst>
          </p:cNvPr>
          <p:cNvSpPr/>
          <p:nvPr/>
        </p:nvSpPr>
        <p:spPr>
          <a:xfrm>
            <a:off x="715912" y="2222760"/>
            <a:ext cx="355853" cy="301106"/>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tx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sp>
        <p:nvSpPr>
          <p:cNvPr id="20" name="CaixaDeTexto 3">
            <a:extLst>
              <a:ext uri="{FF2B5EF4-FFF2-40B4-BE49-F238E27FC236}">
                <a16:creationId xmlns:a16="http://schemas.microsoft.com/office/drawing/2014/main" id="{67EFEEE5-1608-1E22-72C4-60D4845B9362}"/>
              </a:ext>
            </a:extLst>
          </p:cNvPr>
          <p:cNvSpPr txBox="1"/>
          <p:nvPr/>
        </p:nvSpPr>
        <p:spPr>
          <a:xfrm>
            <a:off x="1478280" y="2146575"/>
            <a:ext cx="15377160" cy="738664"/>
          </a:xfrm>
          <a:prstGeom prst="rect">
            <a:avLst/>
          </a:prstGeom>
          <a:noFill/>
          <a:ln>
            <a:noFill/>
          </a:ln>
        </p:spPr>
        <p:txBody>
          <a:bodyPr wrap="square" lIns="91440" tIns="45720" rIns="91440" bIns="4572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Tx/>
              <a:defRPr/>
            </a:pPr>
            <a:r>
              <a:rPr lang="pt-BR" b="1" dirty="0">
                <a:latin typeface="Poppins" panose="00000500000000000000" pitchFamily="2" charset="0"/>
                <a:cs typeface="Poppins" panose="00000500000000000000" pitchFamily="2" charset="0"/>
              </a:rPr>
              <a:t>Orientações: </a:t>
            </a:r>
            <a:r>
              <a:rPr lang="pt-BR" dirty="0">
                <a:latin typeface="Poppins" panose="00000500000000000000" pitchFamily="2" charset="0"/>
                <a:cs typeface="Poppins" panose="00000500000000000000" pitchFamily="2" charset="0"/>
              </a:rPr>
              <a:t>Professor, a seção </a:t>
            </a:r>
            <a:r>
              <a:rPr lang="pt-BR" b="1" dirty="0">
                <a:latin typeface="Poppins" panose="00000500000000000000" pitchFamily="2" charset="0"/>
                <a:cs typeface="Poppins" panose="00000500000000000000" pitchFamily="2" charset="0"/>
              </a:rPr>
              <a:t>Colocando em prática</a:t>
            </a:r>
            <a:r>
              <a:rPr lang="pt-BR" dirty="0">
                <a:latin typeface="Poppins" panose="00000500000000000000" pitchFamily="2" charset="0"/>
                <a:cs typeface="Poppins" panose="00000500000000000000" pitchFamily="2" charset="0"/>
              </a:rPr>
              <a:t> tem como objetivo aplicar os conhecimentos construídos durante a aula, incentivando os estudantes a pensar criticamente e de forma prática. </a:t>
            </a:r>
          </a:p>
          <a:p>
            <a:endParaRPr lang="pt-BR" dirty="0">
              <a:latin typeface="Poppins" panose="00000500000000000000" pitchFamily="2" charset="0"/>
              <a:cs typeface="Poppins" panose="00000500000000000000" pitchFamily="2" charset="0"/>
            </a:endParaRPr>
          </a:p>
        </p:txBody>
      </p:sp>
      <p:sp>
        <p:nvSpPr>
          <p:cNvPr id="3" name="CaixaDeTexto 2">
            <a:extLst>
              <a:ext uri="{FF2B5EF4-FFF2-40B4-BE49-F238E27FC236}">
                <a16:creationId xmlns:a16="http://schemas.microsoft.com/office/drawing/2014/main" id="{D1B2A9E3-0C37-A3D8-8FB1-1FF131B158E0}"/>
              </a:ext>
            </a:extLst>
          </p:cNvPr>
          <p:cNvSpPr txBox="1"/>
          <p:nvPr/>
        </p:nvSpPr>
        <p:spPr>
          <a:xfrm>
            <a:off x="1478287" y="3235120"/>
            <a:ext cx="15377153" cy="307777"/>
          </a:xfrm>
          <a:prstGeom prst="rect">
            <a:avLst/>
          </a:prstGeom>
          <a:noFill/>
          <a:ln>
            <a:noFill/>
          </a:ln>
        </p:spPr>
        <p:txBody>
          <a:bodyPr wrap="square">
            <a:spAutoFit/>
          </a:bodyPr>
          <a:lstStyle/>
          <a:p>
            <a:r>
              <a:rPr lang="pt-BR" b="1" dirty="0">
                <a:latin typeface="Poppins" panose="00000500000000000000" pitchFamily="2" charset="0"/>
                <a:cs typeface="Poppins" panose="00000500000000000000" pitchFamily="2" charset="0"/>
              </a:rPr>
              <a:t>Tempo</a:t>
            </a:r>
            <a:r>
              <a:rPr lang="pt-BR" b="0" dirty="0">
                <a:latin typeface="Poppins" panose="00000500000000000000" pitchFamily="2" charset="0"/>
                <a:cs typeface="Poppins" panose="00000500000000000000" pitchFamily="2" charset="0"/>
              </a:rPr>
              <a:t>: 49 minutos.</a:t>
            </a:r>
            <a:endParaRPr lang="pt-BR" dirty="0">
              <a:latin typeface="Poppins" panose="00000500000000000000" pitchFamily="2" charset="0"/>
              <a:cs typeface="Poppins" panose="00000500000000000000" pitchFamily="2" charset="0"/>
            </a:endParaRPr>
          </a:p>
        </p:txBody>
      </p:sp>
      <p:sp>
        <p:nvSpPr>
          <p:cNvPr id="2" name="Oval 11">
            <a:extLst>
              <a:ext uri="{FF2B5EF4-FFF2-40B4-BE49-F238E27FC236}">
                <a16:creationId xmlns:a16="http://schemas.microsoft.com/office/drawing/2014/main" id="{5B28E32C-FCE3-62B9-C7F7-66579E5613B1}"/>
              </a:ext>
            </a:extLst>
          </p:cNvPr>
          <p:cNvSpPr/>
          <p:nvPr/>
        </p:nvSpPr>
        <p:spPr>
          <a:xfrm>
            <a:off x="594328" y="3120116"/>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pic>
        <p:nvPicPr>
          <p:cNvPr id="4" name="Imagem 3">
            <a:extLst>
              <a:ext uri="{FF2B5EF4-FFF2-40B4-BE49-F238E27FC236}">
                <a16:creationId xmlns:a16="http://schemas.microsoft.com/office/drawing/2014/main" id="{43D37C6A-6215-08E0-0ADC-5531591968CC}"/>
              </a:ext>
            </a:extLst>
          </p:cNvPr>
          <p:cNvPicPr>
            <a:picLocks noChangeAspect="1"/>
          </p:cNvPicPr>
          <p:nvPr/>
        </p:nvPicPr>
        <p:blipFill>
          <a:blip r:embed="rId3"/>
          <a:srcRect/>
          <a:stretch/>
        </p:blipFill>
        <p:spPr>
          <a:xfrm>
            <a:off x="769865" y="3264295"/>
            <a:ext cx="235287" cy="282344"/>
          </a:xfrm>
          <a:prstGeom prst="rect">
            <a:avLst/>
          </a:prstGeom>
        </p:spPr>
      </p:pic>
      <p:sp>
        <p:nvSpPr>
          <p:cNvPr id="8" name="CaixaDeTexto 7">
            <a:extLst>
              <a:ext uri="{FF2B5EF4-FFF2-40B4-BE49-F238E27FC236}">
                <a16:creationId xmlns:a16="http://schemas.microsoft.com/office/drawing/2014/main" id="{86F3D5BC-0324-C7FB-FB44-E56FC1905C98}"/>
              </a:ext>
            </a:extLst>
          </p:cNvPr>
          <p:cNvSpPr txBox="1"/>
          <p:nvPr/>
        </p:nvSpPr>
        <p:spPr>
          <a:xfrm>
            <a:off x="1478280" y="1193628"/>
            <a:ext cx="8884920" cy="920061"/>
          </a:xfrm>
          <a:prstGeom prst="rect">
            <a:avLst/>
          </a:prstGeom>
          <a:noFill/>
          <a:ln>
            <a:noFill/>
          </a:ln>
        </p:spPr>
        <p:txBody>
          <a:bodyPr spcFirstLastPara="1" wrap="none" lIns="91425" tIns="45700" rIns="91425" bIns="45700" rtlCol="0" anchor="t" anchorCtr="0">
            <a:noAutofit/>
          </a:bodyPr>
          <a:lstStyle/>
          <a:p>
            <a:pPr algn="l"/>
            <a:r>
              <a:rPr lang="pt-BR" sz="4500" b="1" dirty="0">
                <a:solidFill>
                  <a:schemeClr val="bg1"/>
                </a:solidFill>
                <a:latin typeface="Poppins" pitchFamily="2" charset="77"/>
                <a:cs typeface="Poppins" pitchFamily="2" charset="77"/>
              </a:rPr>
              <a:t>Slide 7</a:t>
            </a:r>
            <a:endParaRPr lang="pt-BR" sz="4800" b="1" dirty="0">
              <a:solidFill>
                <a:schemeClr val="bg1"/>
              </a:solidFill>
              <a:latin typeface="Poppins" pitchFamily="2" charset="77"/>
              <a:cs typeface="Poppins" pitchFamily="2" charset="77"/>
            </a:endParaRPr>
          </a:p>
        </p:txBody>
      </p:sp>
      <p:sp>
        <p:nvSpPr>
          <p:cNvPr id="21" name="Oval 10">
            <a:extLst>
              <a:ext uri="{FF2B5EF4-FFF2-40B4-BE49-F238E27FC236}">
                <a16:creationId xmlns:a16="http://schemas.microsoft.com/office/drawing/2014/main" id="{F67123D2-D498-19C7-B76F-779D37C6B3AE}"/>
              </a:ext>
            </a:extLst>
          </p:cNvPr>
          <p:cNvSpPr/>
          <p:nvPr/>
        </p:nvSpPr>
        <p:spPr>
          <a:xfrm>
            <a:off x="581660" y="4381751"/>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sp>
        <p:nvSpPr>
          <p:cNvPr id="22" name="Google Shape;2223;p100">
            <a:extLst>
              <a:ext uri="{FF2B5EF4-FFF2-40B4-BE49-F238E27FC236}">
                <a16:creationId xmlns:a16="http://schemas.microsoft.com/office/drawing/2014/main" id="{4312D7A1-8099-C790-4CC0-C4F33B5CECF6}"/>
              </a:ext>
            </a:extLst>
          </p:cNvPr>
          <p:cNvSpPr>
            <a:spLocks/>
          </p:cNvSpPr>
          <p:nvPr/>
        </p:nvSpPr>
        <p:spPr>
          <a:xfrm>
            <a:off x="685177" y="4499396"/>
            <a:ext cx="368618" cy="340263"/>
          </a:xfrm>
          <a:custGeom>
            <a:avLst/>
            <a:gdLst/>
            <a:ahLst/>
            <a:cxnLst/>
            <a:rect l="l" t="t" r="r" b="b"/>
            <a:pathLst>
              <a:path w="495300" h="457200" extrusionOk="0">
                <a:moveTo>
                  <a:pt x="116396" y="388525"/>
                </a:moveTo>
                <a:cubicBezTo>
                  <a:pt x="126682" y="379762"/>
                  <a:pt x="133350" y="366903"/>
                  <a:pt x="133350" y="352425"/>
                </a:cubicBezTo>
                <a:cubicBezTo>
                  <a:pt x="133350" y="326136"/>
                  <a:pt x="112014" y="304800"/>
                  <a:pt x="85725" y="304800"/>
                </a:cubicBezTo>
                <a:cubicBezTo>
                  <a:pt x="59436" y="304800"/>
                  <a:pt x="38100" y="326136"/>
                  <a:pt x="38100" y="352425"/>
                </a:cubicBezTo>
                <a:cubicBezTo>
                  <a:pt x="38100" y="366903"/>
                  <a:pt x="44767" y="379762"/>
                  <a:pt x="55054" y="388525"/>
                </a:cubicBezTo>
                <a:cubicBezTo>
                  <a:pt x="33718" y="399669"/>
                  <a:pt x="19050" y="421958"/>
                  <a:pt x="19050" y="447675"/>
                </a:cubicBezTo>
                <a:cubicBezTo>
                  <a:pt x="19050" y="452914"/>
                  <a:pt x="23336" y="457200"/>
                  <a:pt x="28575" y="457200"/>
                </a:cubicBezTo>
                <a:cubicBezTo>
                  <a:pt x="33814" y="457200"/>
                  <a:pt x="38100" y="452914"/>
                  <a:pt x="38100" y="447675"/>
                </a:cubicBezTo>
                <a:cubicBezTo>
                  <a:pt x="38100" y="421386"/>
                  <a:pt x="59436" y="400050"/>
                  <a:pt x="85725" y="400050"/>
                </a:cubicBezTo>
                <a:cubicBezTo>
                  <a:pt x="112014" y="400050"/>
                  <a:pt x="133350" y="421386"/>
                  <a:pt x="133350" y="447675"/>
                </a:cubicBezTo>
                <a:cubicBezTo>
                  <a:pt x="133350" y="452914"/>
                  <a:pt x="137636" y="457200"/>
                  <a:pt x="142875" y="457200"/>
                </a:cubicBezTo>
                <a:cubicBezTo>
                  <a:pt x="148114" y="457200"/>
                  <a:pt x="152400" y="452914"/>
                  <a:pt x="152400" y="447675"/>
                </a:cubicBezTo>
                <a:cubicBezTo>
                  <a:pt x="152400" y="421958"/>
                  <a:pt x="137731" y="399669"/>
                  <a:pt x="116396" y="388525"/>
                </a:cubicBezTo>
                <a:close/>
                <a:moveTo>
                  <a:pt x="85725" y="381000"/>
                </a:moveTo>
                <a:cubicBezTo>
                  <a:pt x="70009" y="381000"/>
                  <a:pt x="57150" y="368141"/>
                  <a:pt x="57150" y="352425"/>
                </a:cubicBezTo>
                <a:cubicBezTo>
                  <a:pt x="57150" y="336709"/>
                  <a:pt x="70009" y="323850"/>
                  <a:pt x="85725" y="323850"/>
                </a:cubicBezTo>
                <a:cubicBezTo>
                  <a:pt x="101441" y="323850"/>
                  <a:pt x="114300" y="336709"/>
                  <a:pt x="114300" y="352425"/>
                </a:cubicBezTo>
                <a:cubicBezTo>
                  <a:pt x="114300" y="368141"/>
                  <a:pt x="101441" y="381000"/>
                  <a:pt x="85725" y="381000"/>
                </a:cubicBezTo>
                <a:close/>
                <a:moveTo>
                  <a:pt x="278321" y="388525"/>
                </a:moveTo>
                <a:cubicBezTo>
                  <a:pt x="288607" y="379762"/>
                  <a:pt x="295275" y="366903"/>
                  <a:pt x="295275" y="352425"/>
                </a:cubicBezTo>
                <a:cubicBezTo>
                  <a:pt x="295275" y="326136"/>
                  <a:pt x="273939" y="304800"/>
                  <a:pt x="247650" y="304800"/>
                </a:cubicBezTo>
                <a:cubicBezTo>
                  <a:pt x="221361" y="304800"/>
                  <a:pt x="200025" y="326136"/>
                  <a:pt x="200025" y="352425"/>
                </a:cubicBezTo>
                <a:cubicBezTo>
                  <a:pt x="200025" y="366903"/>
                  <a:pt x="206693" y="379762"/>
                  <a:pt x="216979" y="388525"/>
                </a:cubicBezTo>
                <a:cubicBezTo>
                  <a:pt x="195644" y="399669"/>
                  <a:pt x="180975" y="421958"/>
                  <a:pt x="180975" y="447675"/>
                </a:cubicBezTo>
                <a:cubicBezTo>
                  <a:pt x="180975" y="452914"/>
                  <a:pt x="185261" y="457200"/>
                  <a:pt x="190500" y="457200"/>
                </a:cubicBezTo>
                <a:cubicBezTo>
                  <a:pt x="195739" y="457200"/>
                  <a:pt x="200025" y="452914"/>
                  <a:pt x="200025" y="447675"/>
                </a:cubicBezTo>
                <a:cubicBezTo>
                  <a:pt x="200025" y="421386"/>
                  <a:pt x="221361" y="400050"/>
                  <a:pt x="247650" y="400050"/>
                </a:cubicBezTo>
                <a:cubicBezTo>
                  <a:pt x="273939" y="400050"/>
                  <a:pt x="295275" y="421386"/>
                  <a:pt x="295275" y="447675"/>
                </a:cubicBezTo>
                <a:cubicBezTo>
                  <a:pt x="295275" y="452914"/>
                  <a:pt x="299561" y="457200"/>
                  <a:pt x="304800" y="457200"/>
                </a:cubicBezTo>
                <a:cubicBezTo>
                  <a:pt x="310039" y="457200"/>
                  <a:pt x="314325" y="452914"/>
                  <a:pt x="314325" y="447675"/>
                </a:cubicBezTo>
                <a:cubicBezTo>
                  <a:pt x="314325" y="421958"/>
                  <a:pt x="299656" y="399669"/>
                  <a:pt x="278321" y="388525"/>
                </a:cubicBezTo>
                <a:close/>
                <a:moveTo>
                  <a:pt x="247650" y="381000"/>
                </a:moveTo>
                <a:cubicBezTo>
                  <a:pt x="231934" y="381000"/>
                  <a:pt x="219075" y="368141"/>
                  <a:pt x="219075" y="352425"/>
                </a:cubicBezTo>
                <a:cubicBezTo>
                  <a:pt x="219075" y="336709"/>
                  <a:pt x="231934" y="323850"/>
                  <a:pt x="247650" y="323850"/>
                </a:cubicBezTo>
                <a:cubicBezTo>
                  <a:pt x="263366" y="323850"/>
                  <a:pt x="276225" y="336709"/>
                  <a:pt x="276225" y="352425"/>
                </a:cubicBezTo>
                <a:cubicBezTo>
                  <a:pt x="276225" y="368141"/>
                  <a:pt x="263366" y="381000"/>
                  <a:pt x="247650" y="381000"/>
                </a:cubicBezTo>
                <a:close/>
                <a:moveTo>
                  <a:pt x="440246" y="388525"/>
                </a:moveTo>
                <a:cubicBezTo>
                  <a:pt x="450532" y="379762"/>
                  <a:pt x="457200" y="366903"/>
                  <a:pt x="457200" y="352425"/>
                </a:cubicBezTo>
                <a:cubicBezTo>
                  <a:pt x="457200" y="326136"/>
                  <a:pt x="435864" y="304800"/>
                  <a:pt x="409575" y="304800"/>
                </a:cubicBezTo>
                <a:cubicBezTo>
                  <a:pt x="383286" y="304800"/>
                  <a:pt x="361950" y="326136"/>
                  <a:pt x="361950" y="352425"/>
                </a:cubicBezTo>
                <a:cubicBezTo>
                  <a:pt x="361950" y="366903"/>
                  <a:pt x="368618" y="379762"/>
                  <a:pt x="378905" y="388525"/>
                </a:cubicBezTo>
                <a:cubicBezTo>
                  <a:pt x="357569" y="399669"/>
                  <a:pt x="342900" y="421958"/>
                  <a:pt x="342900" y="447675"/>
                </a:cubicBezTo>
                <a:cubicBezTo>
                  <a:pt x="342900" y="452914"/>
                  <a:pt x="347186" y="457200"/>
                  <a:pt x="352425" y="457200"/>
                </a:cubicBezTo>
                <a:cubicBezTo>
                  <a:pt x="357664" y="457200"/>
                  <a:pt x="361950" y="452914"/>
                  <a:pt x="361950" y="447675"/>
                </a:cubicBezTo>
                <a:cubicBezTo>
                  <a:pt x="361950" y="421386"/>
                  <a:pt x="383286" y="400050"/>
                  <a:pt x="409575" y="400050"/>
                </a:cubicBezTo>
                <a:cubicBezTo>
                  <a:pt x="435864" y="400050"/>
                  <a:pt x="457200" y="421386"/>
                  <a:pt x="457200" y="447675"/>
                </a:cubicBezTo>
                <a:cubicBezTo>
                  <a:pt x="457200" y="452914"/>
                  <a:pt x="461486" y="457200"/>
                  <a:pt x="466725" y="457200"/>
                </a:cubicBezTo>
                <a:cubicBezTo>
                  <a:pt x="471964" y="457200"/>
                  <a:pt x="476250" y="452914"/>
                  <a:pt x="476250" y="447675"/>
                </a:cubicBezTo>
                <a:cubicBezTo>
                  <a:pt x="476250" y="421958"/>
                  <a:pt x="461581" y="399669"/>
                  <a:pt x="440246" y="388525"/>
                </a:cubicBezTo>
                <a:close/>
                <a:moveTo>
                  <a:pt x="409575" y="381000"/>
                </a:moveTo>
                <a:cubicBezTo>
                  <a:pt x="393859" y="381000"/>
                  <a:pt x="381000" y="368141"/>
                  <a:pt x="381000" y="352425"/>
                </a:cubicBezTo>
                <a:cubicBezTo>
                  <a:pt x="381000" y="336709"/>
                  <a:pt x="393859" y="323850"/>
                  <a:pt x="409575" y="323850"/>
                </a:cubicBezTo>
                <a:cubicBezTo>
                  <a:pt x="425291" y="323850"/>
                  <a:pt x="438150" y="336709"/>
                  <a:pt x="438150" y="352425"/>
                </a:cubicBezTo>
                <a:cubicBezTo>
                  <a:pt x="438150" y="368141"/>
                  <a:pt x="425291" y="381000"/>
                  <a:pt x="409575" y="381000"/>
                </a:cubicBezTo>
                <a:close/>
                <a:moveTo>
                  <a:pt x="285750" y="123825"/>
                </a:moveTo>
                <a:cubicBezTo>
                  <a:pt x="285750" y="108109"/>
                  <a:pt x="272891" y="95250"/>
                  <a:pt x="257175" y="95250"/>
                </a:cubicBezTo>
                <a:lnTo>
                  <a:pt x="125254" y="95250"/>
                </a:lnTo>
                <a:cubicBezTo>
                  <a:pt x="138779" y="85725"/>
                  <a:pt x="147638" y="70104"/>
                  <a:pt x="147638" y="52388"/>
                </a:cubicBezTo>
                <a:cubicBezTo>
                  <a:pt x="147638" y="23527"/>
                  <a:pt x="124111" y="0"/>
                  <a:pt x="95250" y="0"/>
                </a:cubicBezTo>
                <a:cubicBezTo>
                  <a:pt x="66389" y="0"/>
                  <a:pt x="42863" y="23527"/>
                  <a:pt x="42863" y="52388"/>
                </a:cubicBezTo>
                <a:cubicBezTo>
                  <a:pt x="42863" y="71628"/>
                  <a:pt x="53340" y="88392"/>
                  <a:pt x="68771" y="97536"/>
                </a:cubicBezTo>
                <a:cubicBezTo>
                  <a:pt x="27242" y="104775"/>
                  <a:pt x="0" y="129254"/>
                  <a:pt x="0" y="161925"/>
                </a:cubicBezTo>
                <a:lnTo>
                  <a:pt x="0" y="238125"/>
                </a:lnTo>
                <a:cubicBezTo>
                  <a:pt x="0" y="264414"/>
                  <a:pt x="21336" y="285750"/>
                  <a:pt x="47625" y="285750"/>
                </a:cubicBezTo>
                <a:cubicBezTo>
                  <a:pt x="52864" y="285750"/>
                  <a:pt x="57150" y="281464"/>
                  <a:pt x="57150" y="276225"/>
                </a:cubicBezTo>
                <a:lnTo>
                  <a:pt x="57150" y="171450"/>
                </a:lnTo>
                <a:cubicBezTo>
                  <a:pt x="57150" y="166211"/>
                  <a:pt x="52864" y="161925"/>
                  <a:pt x="47625" y="161925"/>
                </a:cubicBezTo>
                <a:cubicBezTo>
                  <a:pt x="42386" y="161925"/>
                  <a:pt x="38100" y="166211"/>
                  <a:pt x="38100" y="171450"/>
                </a:cubicBezTo>
                <a:lnTo>
                  <a:pt x="38100" y="265081"/>
                </a:lnTo>
                <a:cubicBezTo>
                  <a:pt x="27051" y="261176"/>
                  <a:pt x="19050" y="250603"/>
                  <a:pt x="19050" y="238125"/>
                </a:cubicBezTo>
                <a:lnTo>
                  <a:pt x="19050" y="161925"/>
                </a:lnTo>
                <a:cubicBezTo>
                  <a:pt x="19050" y="129159"/>
                  <a:pt x="58579" y="114300"/>
                  <a:pt x="95250" y="114300"/>
                </a:cubicBezTo>
                <a:lnTo>
                  <a:pt x="257175" y="114300"/>
                </a:lnTo>
                <a:cubicBezTo>
                  <a:pt x="262414" y="114300"/>
                  <a:pt x="266700" y="118586"/>
                  <a:pt x="266700" y="123825"/>
                </a:cubicBezTo>
                <a:cubicBezTo>
                  <a:pt x="266700" y="129064"/>
                  <a:pt x="262414" y="133350"/>
                  <a:pt x="257175" y="133350"/>
                </a:cubicBezTo>
                <a:lnTo>
                  <a:pt x="161925" y="133350"/>
                </a:lnTo>
                <a:cubicBezTo>
                  <a:pt x="146209" y="133350"/>
                  <a:pt x="133350" y="146209"/>
                  <a:pt x="133350" y="161925"/>
                </a:cubicBezTo>
                <a:lnTo>
                  <a:pt x="133350" y="295275"/>
                </a:lnTo>
                <a:cubicBezTo>
                  <a:pt x="133350" y="300514"/>
                  <a:pt x="137636" y="304800"/>
                  <a:pt x="142875" y="304800"/>
                </a:cubicBezTo>
                <a:cubicBezTo>
                  <a:pt x="148114" y="304800"/>
                  <a:pt x="152400" y="300514"/>
                  <a:pt x="152400" y="295275"/>
                </a:cubicBezTo>
                <a:lnTo>
                  <a:pt x="152400" y="161925"/>
                </a:lnTo>
                <a:cubicBezTo>
                  <a:pt x="152400" y="156686"/>
                  <a:pt x="156686" y="152400"/>
                  <a:pt x="161925" y="152400"/>
                </a:cubicBezTo>
                <a:lnTo>
                  <a:pt x="257175" y="152400"/>
                </a:lnTo>
                <a:cubicBezTo>
                  <a:pt x="272891" y="152400"/>
                  <a:pt x="285750" y="139541"/>
                  <a:pt x="285750" y="123825"/>
                </a:cubicBezTo>
                <a:close/>
                <a:moveTo>
                  <a:pt x="95250" y="85725"/>
                </a:moveTo>
                <a:cubicBezTo>
                  <a:pt x="76867" y="85725"/>
                  <a:pt x="61913" y="70771"/>
                  <a:pt x="61913" y="52388"/>
                </a:cubicBezTo>
                <a:cubicBezTo>
                  <a:pt x="61913" y="34004"/>
                  <a:pt x="76867" y="19050"/>
                  <a:pt x="95250" y="19050"/>
                </a:cubicBezTo>
                <a:cubicBezTo>
                  <a:pt x="113633" y="19050"/>
                  <a:pt x="128588" y="34004"/>
                  <a:pt x="128588" y="52388"/>
                </a:cubicBezTo>
                <a:cubicBezTo>
                  <a:pt x="128588" y="70771"/>
                  <a:pt x="113633" y="85725"/>
                  <a:pt x="95250" y="85725"/>
                </a:cubicBezTo>
                <a:close/>
                <a:moveTo>
                  <a:pt x="457200" y="0"/>
                </a:moveTo>
                <a:lnTo>
                  <a:pt x="171450" y="0"/>
                </a:lnTo>
                <a:cubicBezTo>
                  <a:pt x="166211" y="0"/>
                  <a:pt x="161925" y="4286"/>
                  <a:pt x="161925" y="9525"/>
                </a:cubicBezTo>
                <a:cubicBezTo>
                  <a:pt x="161925" y="14764"/>
                  <a:pt x="166211" y="19050"/>
                  <a:pt x="171450" y="19050"/>
                </a:cubicBezTo>
                <a:lnTo>
                  <a:pt x="457200" y="19050"/>
                </a:lnTo>
                <a:cubicBezTo>
                  <a:pt x="467678" y="19050"/>
                  <a:pt x="476250" y="27623"/>
                  <a:pt x="476250" y="38100"/>
                </a:cubicBezTo>
                <a:lnTo>
                  <a:pt x="476250" y="247650"/>
                </a:lnTo>
                <a:cubicBezTo>
                  <a:pt x="476250" y="258128"/>
                  <a:pt x="467678" y="266700"/>
                  <a:pt x="457200" y="266700"/>
                </a:cubicBezTo>
                <a:lnTo>
                  <a:pt x="180975" y="266700"/>
                </a:lnTo>
                <a:cubicBezTo>
                  <a:pt x="175736" y="266700"/>
                  <a:pt x="171450" y="270986"/>
                  <a:pt x="171450" y="276225"/>
                </a:cubicBezTo>
                <a:cubicBezTo>
                  <a:pt x="171450" y="281464"/>
                  <a:pt x="175736" y="285750"/>
                  <a:pt x="180975" y="285750"/>
                </a:cubicBezTo>
                <a:lnTo>
                  <a:pt x="457200" y="285750"/>
                </a:lnTo>
                <a:cubicBezTo>
                  <a:pt x="478250" y="285750"/>
                  <a:pt x="495300" y="268700"/>
                  <a:pt x="495300" y="247650"/>
                </a:cubicBezTo>
                <a:lnTo>
                  <a:pt x="495300" y="38100"/>
                </a:lnTo>
                <a:cubicBezTo>
                  <a:pt x="495300" y="17050"/>
                  <a:pt x="478250" y="0"/>
                  <a:pt x="457200" y="0"/>
                </a:cubicBezTo>
                <a:close/>
                <a:moveTo>
                  <a:pt x="352425" y="38100"/>
                </a:moveTo>
                <a:lnTo>
                  <a:pt x="257175" y="38100"/>
                </a:lnTo>
                <a:cubicBezTo>
                  <a:pt x="251936" y="38100"/>
                  <a:pt x="247650" y="42386"/>
                  <a:pt x="247650" y="47625"/>
                </a:cubicBezTo>
                <a:cubicBezTo>
                  <a:pt x="247650" y="52864"/>
                  <a:pt x="251936" y="57150"/>
                  <a:pt x="257175" y="57150"/>
                </a:cubicBezTo>
                <a:lnTo>
                  <a:pt x="352425" y="57150"/>
                </a:lnTo>
                <a:cubicBezTo>
                  <a:pt x="357664" y="57150"/>
                  <a:pt x="361950" y="52864"/>
                  <a:pt x="361950" y="47625"/>
                </a:cubicBezTo>
                <a:cubicBezTo>
                  <a:pt x="361950" y="42386"/>
                  <a:pt x="357664" y="38100"/>
                  <a:pt x="352425" y="38100"/>
                </a:cubicBezTo>
                <a:close/>
                <a:moveTo>
                  <a:pt x="428625" y="95250"/>
                </a:moveTo>
                <a:lnTo>
                  <a:pt x="314325" y="95250"/>
                </a:lnTo>
                <a:cubicBezTo>
                  <a:pt x="309086" y="95250"/>
                  <a:pt x="304800" y="99536"/>
                  <a:pt x="304800" y="104775"/>
                </a:cubicBezTo>
                <a:cubicBezTo>
                  <a:pt x="304800" y="110014"/>
                  <a:pt x="309086" y="114300"/>
                  <a:pt x="314325" y="114300"/>
                </a:cubicBezTo>
                <a:lnTo>
                  <a:pt x="428625" y="114300"/>
                </a:lnTo>
                <a:cubicBezTo>
                  <a:pt x="433864" y="114300"/>
                  <a:pt x="438150" y="110014"/>
                  <a:pt x="438150" y="104775"/>
                </a:cubicBezTo>
                <a:cubicBezTo>
                  <a:pt x="438150" y="99536"/>
                  <a:pt x="433864" y="95250"/>
                  <a:pt x="428625" y="95250"/>
                </a:cubicBezTo>
                <a:close/>
                <a:moveTo>
                  <a:pt x="428625" y="133350"/>
                </a:moveTo>
                <a:lnTo>
                  <a:pt x="314325" y="133350"/>
                </a:lnTo>
                <a:cubicBezTo>
                  <a:pt x="309086" y="133350"/>
                  <a:pt x="304800" y="137636"/>
                  <a:pt x="304800" y="142875"/>
                </a:cubicBezTo>
                <a:cubicBezTo>
                  <a:pt x="304800" y="148114"/>
                  <a:pt x="309086" y="152400"/>
                  <a:pt x="314325" y="152400"/>
                </a:cubicBezTo>
                <a:lnTo>
                  <a:pt x="428625" y="152400"/>
                </a:lnTo>
                <a:cubicBezTo>
                  <a:pt x="433864" y="152400"/>
                  <a:pt x="438150" y="148114"/>
                  <a:pt x="438150" y="142875"/>
                </a:cubicBezTo>
                <a:cubicBezTo>
                  <a:pt x="438150" y="137636"/>
                  <a:pt x="433864" y="133350"/>
                  <a:pt x="428625" y="133350"/>
                </a:cubicBezTo>
                <a:close/>
                <a:moveTo>
                  <a:pt x="428625" y="171450"/>
                </a:moveTo>
                <a:lnTo>
                  <a:pt x="180975" y="171450"/>
                </a:lnTo>
                <a:cubicBezTo>
                  <a:pt x="175736" y="171450"/>
                  <a:pt x="171450" y="175736"/>
                  <a:pt x="171450" y="180975"/>
                </a:cubicBezTo>
                <a:cubicBezTo>
                  <a:pt x="171450" y="186214"/>
                  <a:pt x="175736" y="190500"/>
                  <a:pt x="180975" y="190500"/>
                </a:cubicBezTo>
                <a:lnTo>
                  <a:pt x="428625" y="190500"/>
                </a:lnTo>
                <a:cubicBezTo>
                  <a:pt x="433864" y="190500"/>
                  <a:pt x="438150" y="186214"/>
                  <a:pt x="438150" y="180975"/>
                </a:cubicBezTo>
                <a:cubicBezTo>
                  <a:pt x="438150" y="175736"/>
                  <a:pt x="433864" y="171450"/>
                  <a:pt x="428625" y="171450"/>
                </a:cubicBezTo>
                <a:close/>
                <a:moveTo>
                  <a:pt x="428625" y="209550"/>
                </a:moveTo>
                <a:lnTo>
                  <a:pt x="180975" y="209550"/>
                </a:lnTo>
                <a:cubicBezTo>
                  <a:pt x="175736" y="209550"/>
                  <a:pt x="171450" y="213836"/>
                  <a:pt x="171450" y="219075"/>
                </a:cubicBezTo>
                <a:cubicBezTo>
                  <a:pt x="171450" y="224314"/>
                  <a:pt x="175736" y="228600"/>
                  <a:pt x="180975" y="228600"/>
                </a:cubicBezTo>
                <a:lnTo>
                  <a:pt x="428625" y="228600"/>
                </a:lnTo>
                <a:cubicBezTo>
                  <a:pt x="433864" y="228600"/>
                  <a:pt x="438150" y="224314"/>
                  <a:pt x="438150" y="219075"/>
                </a:cubicBezTo>
                <a:cubicBezTo>
                  <a:pt x="438150" y="213836"/>
                  <a:pt x="433864" y="209550"/>
                  <a:pt x="428625" y="209550"/>
                </a:cubicBezTo>
                <a:close/>
              </a:path>
            </a:pathLst>
          </a:custGeom>
          <a:solidFill>
            <a:schemeClr val="tx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sp>
        <p:nvSpPr>
          <p:cNvPr id="24" name="CaixaDeTexto 23">
            <a:extLst>
              <a:ext uri="{FF2B5EF4-FFF2-40B4-BE49-F238E27FC236}">
                <a16:creationId xmlns:a16="http://schemas.microsoft.com/office/drawing/2014/main" id="{D29340AB-D0A4-9F3C-A3D4-91653C43B996}"/>
              </a:ext>
            </a:extLst>
          </p:cNvPr>
          <p:cNvSpPr txBox="1"/>
          <p:nvPr/>
        </p:nvSpPr>
        <p:spPr>
          <a:xfrm>
            <a:off x="1478280" y="4514710"/>
            <a:ext cx="16228060" cy="981744"/>
          </a:xfrm>
          <a:prstGeom prst="rect">
            <a:avLst/>
          </a:prstGeom>
          <a:noFill/>
          <a:ln>
            <a:noFill/>
          </a:ln>
        </p:spPr>
        <p:txBody>
          <a:bodyPr wrap="square">
            <a:spAutoFit/>
          </a:bodyPr>
          <a:lstStyle/>
          <a:p>
            <a:pPr>
              <a:lnSpc>
                <a:spcPct val="107000"/>
              </a:lnSpc>
              <a:spcAft>
                <a:spcPts val="800"/>
              </a:spcAft>
            </a:pPr>
            <a:r>
              <a:rPr lang="pt-BR" b="1" kern="100" dirty="0">
                <a:effectLst/>
                <a:latin typeface="Poppins" panose="00000500000000000000" pitchFamily="2" charset="0"/>
                <a:ea typeface="Aptos" panose="020B0004020202020204" pitchFamily="34" charset="0"/>
                <a:cs typeface="Poppins" panose="00000500000000000000" pitchFamily="2" charset="0"/>
              </a:rPr>
              <a:t>Gestão de sala de aula</a:t>
            </a:r>
            <a:r>
              <a:rPr lang="pt-BR" kern="100" dirty="0">
                <a:effectLst/>
                <a:latin typeface="Poppins" panose="00000500000000000000" pitchFamily="2" charset="0"/>
                <a:ea typeface="Aptos" panose="020B0004020202020204" pitchFamily="34" charset="0"/>
                <a:cs typeface="Poppins" panose="00000500000000000000" pitchFamily="2" charset="0"/>
              </a:rPr>
              <a:t>: </a:t>
            </a:r>
            <a:r>
              <a:rPr lang="pt-BR" kern="100" dirty="0">
                <a:latin typeface="Poppins" panose="00000500000000000000" pitchFamily="2" charset="0"/>
                <a:ea typeface="Aptos" panose="020B0004020202020204" pitchFamily="34" charset="0"/>
                <a:cs typeface="Poppins" panose="00000500000000000000" pitchFamily="2" charset="0"/>
              </a:rPr>
              <a:t>d</a:t>
            </a:r>
            <a:r>
              <a:rPr lang="pt-BR" sz="1400" kern="100" dirty="0">
                <a:effectLst/>
                <a:latin typeface="Poppins" panose="00000500000000000000" pitchFamily="2" charset="0"/>
                <a:ea typeface="Aptos" panose="020B0004020202020204" pitchFamily="34" charset="0"/>
                <a:cs typeface="Poppins" panose="00000500000000000000" pitchFamily="2" charset="0"/>
              </a:rPr>
              <a:t>ivida a turma em duplas. </a:t>
            </a:r>
          </a:p>
          <a:p>
            <a:pPr>
              <a:lnSpc>
                <a:spcPct val="107000"/>
              </a:lnSpc>
              <a:spcAft>
                <a:spcPts val="800"/>
              </a:spcAft>
            </a:pPr>
            <a:endParaRPr lang="pt-BR" sz="1400" kern="100" dirty="0">
              <a:effectLst/>
              <a:latin typeface="Poppins" panose="00000500000000000000" pitchFamily="2" charset="0"/>
              <a:ea typeface="Aptos" panose="020B0004020202020204" pitchFamily="34" charset="0"/>
              <a:cs typeface="Poppins" panose="00000500000000000000" pitchFamily="2" charset="0"/>
            </a:endParaRPr>
          </a:p>
          <a:p>
            <a:pPr>
              <a:lnSpc>
                <a:spcPct val="107000"/>
              </a:lnSpc>
              <a:spcAft>
                <a:spcPts val="800"/>
              </a:spcAft>
            </a:pPr>
            <a:endParaRPr lang="pt-BR" kern="100" dirty="0">
              <a:effectLst/>
              <a:latin typeface="Poppins" panose="00000500000000000000" pitchFamily="2" charset="0"/>
              <a:ea typeface="Aptos" panose="020B0004020202020204" pitchFamily="34" charset="0"/>
              <a:cs typeface="Poppins" panose="00000500000000000000" pitchFamily="2" charset="0"/>
            </a:endParaRPr>
          </a:p>
        </p:txBody>
      </p:sp>
      <p:sp>
        <p:nvSpPr>
          <p:cNvPr id="10" name="Oval 8">
            <a:extLst>
              <a:ext uri="{FF2B5EF4-FFF2-40B4-BE49-F238E27FC236}">
                <a16:creationId xmlns:a16="http://schemas.microsoft.com/office/drawing/2014/main" id="{6C6CE376-18CF-6764-24B4-AB63B9B9A1BD}"/>
              </a:ext>
            </a:extLst>
          </p:cNvPr>
          <p:cNvSpPr/>
          <p:nvPr/>
        </p:nvSpPr>
        <p:spPr>
          <a:xfrm>
            <a:off x="601805" y="5551598"/>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pic>
        <p:nvPicPr>
          <p:cNvPr id="11" name="Gráfico 10">
            <a:extLst>
              <a:ext uri="{FF2B5EF4-FFF2-40B4-BE49-F238E27FC236}">
                <a16:creationId xmlns:a16="http://schemas.microsoft.com/office/drawing/2014/main" id="{E5EE8919-2A3E-B6AF-6363-0F7A8FA4F10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7717" y="5632779"/>
            <a:ext cx="312039" cy="400050"/>
          </a:xfrm>
          <a:prstGeom prst="rect">
            <a:avLst/>
          </a:prstGeom>
        </p:spPr>
      </p:pic>
      <p:sp>
        <p:nvSpPr>
          <p:cNvPr id="15" name="CaixaDeTexto 14">
            <a:extLst>
              <a:ext uri="{FF2B5EF4-FFF2-40B4-BE49-F238E27FC236}">
                <a16:creationId xmlns:a16="http://schemas.microsoft.com/office/drawing/2014/main" id="{0FA471C9-0CA1-F231-721D-D387914B9A01}"/>
              </a:ext>
            </a:extLst>
          </p:cNvPr>
          <p:cNvSpPr txBox="1"/>
          <p:nvPr/>
        </p:nvSpPr>
        <p:spPr>
          <a:xfrm>
            <a:off x="1454908" y="5689929"/>
            <a:ext cx="16581120" cy="2980368"/>
          </a:xfrm>
          <a:prstGeom prst="rect">
            <a:avLst/>
          </a:prstGeom>
          <a:noFill/>
          <a:ln>
            <a:noFill/>
          </a:ln>
        </p:spPr>
        <p:txBody>
          <a:bodyPr wrap="square">
            <a:spAutoFit/>
          </a:bodyPr>
          <a:lstStyle/>
          <a:p>
            <a:pPr>
              <a:lnSpc>
                <a:spcPct val="107000"/>
              </a:lnSpc>
              <a:spcAft>
                <a:spcPts val="800"/>
              </a:spcAft>
            </a:pPr>
            <a:r>
              <a:rPr lang="pt-BR" b="1" kern="100" dirty="0">
                <a:effectLst/>
                <a:latin typeface="Poppins" panose="00000500000000000000" pitchFamily="2" charset="0"/>
                <a:ea typeface="Aptos" panose="020B0004020202020204" pitchFamily="34" charset="0"/>
                <a:cs typeface="Poppins" panose="00000500000000000000" pitchFamily="2" charset="0"/>
              </a:rPr>
              <a:t>Expectativas de respostas:</a:t>
            </a:r>
          </a:p>
          <a:p>
            <a:pPr>
              <a:lnSpc>
                <a:spcPct val="107000"/>
              </a:lnSpc>
              <a:spcAft>
                <a:spcPts val="800"/>
              </a:spcAft>
            </a:pPr>
            <a:endParaRPr lang="pt-BR" kern="100" dirty="0">
              <a:effectLst/>
              <a:latin typeface="Poppins" panose="00000500000000000000" pitchFamily="2" charset="0"/>
              <a:ea typeface="Aptos" panose="020B0004020202020204" pitchFamily="34" charset="0"/>
              <a:cs typeface="Poppins" panose="00000500000000000000" pitchFamily="2" charset="0"/>
            </a:endParaRP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Etapa 1: Configuração do ambiente</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O usuário deve instalar o Node.js, e os comandos para instalação dos pré-processadores devem executar sem erros:</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npm install -g sass</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npm install -g less</a:t>
            </a:r>
          </a:p>
          <a:p>
            <a:pPr>
              <a:lnSpc>
                <a:spcPct val="107000"/>
              </a:lnSpc>
              <a:spcAft>
                <a:spcPts val="800"/>
              </a:spcAft>
            </a:pPr>
            <a:endParaRPr lang="pt-BR" kern="100" dirty="0">
              <a:effectLst/>
              <a:latin typeface="Poppins" panose="00000500000000000000" pitchFamily="2" charset="0"/>
              <a:ea typeface="Aptos" panose="020B0004020202020204" pitchFamily="34" charset="0"/>
              <a:cs typeface="Poppins" panose="00000500000000000000" pitchFamily="2" charset="0"/>
            </a:endParaRPr>
          </a:p>
          <a:p>
            <a:pPr>
              <a:lnSpc>
                <a:spcPct val="107000"/>
              </a:lnSpc>
              <a:spcAft>
                <a:spcPts val="800"/>
              </a:spcAft>
            </a:pPr>
            <a:endParaRPr lang="pt-BR" b="1" kern="100" dirty="0">
              <a:effectLst/>
              <a:latin typeface="Poppins" panose="00000500000000000000" pitchFamily="2" charset="0"/>
              <a:ea typeface="Aptos" panose="020B0004020202020204" pitchFamily="34" charset="0"/>
              <a:cs typeface="Poppins" panose="00000500000000000000" pitchFamily="2" charset="0"/>
            </a:endParaRPr>
          </a:p>
          <a:p>
            <a:pPr>
              <a:lnSpc>
                <a:spcPct val="107000"/>
              </a:lnSpc>
              <a:spcAft>
                <a:spcPts val="800"/>
              </a:spcAft>
            </a:pPr>
            <a:endParaRPr lang="pt-BR" b="1" kern="100" dirty="0">
              <a:effectLst/>
              <a:latin typeface="Poppins" panose="00000500000000000000" pitchFamily="2" charset="0"/>
              <a:ea typeface="Aptos" panose="020B0004020202020204" pitchFamily="34" charset="0"/>
              <a:cs typeface="Poppins" panose="00000500000000000000" pitchFamily="2" charset="0"/>
            </a:endParaRPr>
          </a:p>
        </p:txBody>
      </p:sp>
      <p:pic>
        <p:nvPicPr>
          <p:cNvPr id="6" name="Imagem 5">
            <a:extLst>
              <a:ext uri="{FF2B5EF4-FFF2-40B4-BE49-F238E27FC236}">
                <a16:creationId xmlns:a16="http://schemas.microsoft.com/office/drawing/2014/main" id="{A68FC341-98CC-A866-FA20-6017414A4B89}"/>
              </a:ext>
            </a:extLst>
          </p:cNvPr>
          <p:cNvPicPr>
            <a:picLocks noChangeAspect="1"/>
          </p:cNvPicPr>
          <p:nvPr/>
        </p:nvPicPr>
        <p:blipFill>
          <a:blip r:embed="rId5"/>
          <a:stretch>
            <a:fillRect/>
          </a:stretch>
        </p:blipFill>
        <p:spPr>
          <a:xfrm>
            <a:off x="11198981" y="8762819"/>
            <a:ext cx="2616200" cy="609600"/>
          </a:xfrm>
          <a:prstGeom prst="rect">
            <a:avLst/>
          </a:prstGeom>
        </p:spPr>
      </p:pic>
      <p:grpSp>
        <p:nvGrpSpPr>
          <p:cNvPr id="9" name="Gráfico 85">
            <a:extLst>
              <a:ext uri="{FF2B5EF4-FFF2-40B4-BE49-F238E27FC236}">
                <a16:creationId xmlns:a16="http://schemas.microsoft.com/office/drawing/2014/main" id="{E726F02D-93A7-F33E-B943-080F0248397F}"/>
              </a:ext>
            </a:extLst>
          </p:cNvPr>
          <p:cNvGrpSpPr/>
          <p:nvPr/>
        </p:nvGrpSpPr>
        <p:grpSpPr>
          <a:xfrm>
            <a:off x="11549419" y="8889189"/>
            <a:ext cx="1758662" cy="298605"/>
            <a:chOff x="2316209" y="1866988"/>
            <a:chExt cx="1758662" cy="298605"/>
          </a:xfrm>
          <a:solidFill>
            <a:srgbClr val="FFFFFF"/>
          </a:solidFill>
        </p:grpSpPr>
        <p:sp>
          <p:nvSpPr>
            <p:cNvPr id="12" name="Forma Livre 150">
              <a:extLst>
                <a:ext uri="{FF2B5EF4-FFF2-40B4-BE49-F238E27FC236}">
                  <a16:creationId xmlns:a16="http://schemas.microsoft.com/office/drawing/2014/main" id="{6371A40E-8BD3-08C0-BFED-0C66765E11A9}"/>
                </a:ext>
              </a:extLst>
            </p:cNvPr>
            <p:cNvSpPr/>
            <p:nvPr/>
          </p:nvSpPr>
          <p:spPr>
            <a:xfrm>
              <a:off x="2316209" y="1900613"/>
              <a:ext cx="256393" cy="263805"/>
            </a:xfrm>
            <a:custGeom>
              <a:avLst/>
              <a:gdLst>
                <a:gd name="connsiteX0" fmla="*/ 16815 w 256393"/>
                <a:gd name="connsiteY0" fmla="*/ 63645 h 263805"/>
                <a:gd name="connsiteX1" fmla="*/ 63695 w 256393"/>
                <a:gd name="connsiteY1" fmla="*/ 16771 h 263805"/>
                <a:gd name="connsiteX2" fmla="*/ 131891 w 256393"/>
                <a:gd name="connsiteY2" fmla="*/ 0 h 263805"/>
                <a:gd name="connsiteX3" fmla="*/ 211892 w 256393"/>
                <a:gd name="connsiteY3" fmla="*/ 24318 h 263805"/>
                <a:gd name="connsiteX4" fmla="*/ 256394 w 256393"/>
                <a:gd name="connsiteY4" fmla="*/ 90730 h 263805"/>
                <a:gd name="connsiteX5" fmla="*/ 186159 w 256393"/>
                <a:gd name="connsiteY5" fmla="*/ 90730 h 263805"/>
                <a:gd name="connsiteX6" fmla="*/ 163909 w 256393"/>
                <a:gd name="connsiteY6" fmla="*/ 65993 h 263805"/>
                <a:gd name="connsiteX7" fmla="*/ 131212 w 256393"/>
                <a:gd name="connsiteY7" fmla="*/ 57524 h 263805"/>
                <a:gd name="connsiteX8" fmla="*/ 83398 w 256393"/>
                <a:gd name="connsiteY8" fmla="*/ 77817 h 263805"/>
                <a:gd name="connsiteX9" fmla="*/ 65054 w 256393"/>
                <a:gd name="connsiteY9" fmla="*/ 132071 h 263805"/>
                <a:gd name="connsiteX10" fmla="*/ 83398 w 256393"/>
                <a:gd name="connsiteY10" fmla="*/ 186324 h 263805"/>
                <a:gd name="connsiteX11" fmla="*/ 131212 w 256393"/>
                <a:gd name="connsiteY11" fmla="*/ 206617 h 263805"/>
                <a:gd name="connsiteX12" fmla="*/ 163909 w 256393"/>
                <a:gd name="connsiteY12" fmla="*/ 198148 h 263805"/>
                <a:gd name="connsiteX13" fmla="*/ 186159 w 256393"/>
                <a:gd name="connsiteY13" fmla="*/ 173411 h 263805"/>
                <a:gd name="connsiteX14" fmla="*/ 256394 w 256393"/>
                <a:gd name="connsiteY14" fmla="*/ 173411 h 263805"/>
                <a:gd name="connsiteX15" fmla="*/ 211892 w 256393"/>
                <a:gd name="connsiteY15" fmla="*/ 239656 h 263805"/>
                <a:gd name="connsiteX16" fmla="*/ 131891 w 256393"/>
                <a:gd name="connsiteY16" fmla="*/ 263806 h 263805"/>
                <a:gd name="connsiteX17" fmla="*/ 63695 w 256393"/>
                <a:gd name="connsiteY17" fmla="*/ 247035 h 263805"/>
                <a:gd name="connsiteX18" fmla="*/ 16815 w 256393"/>
                <a:gd name="connsiteY18" fmla="*/ 200328 h 263805"/>
                <a:gd name="connsiteX19" fmla="*/ 0 w 256393"/>
                <a:gd name="connsiteY19" fmla="*/ 132071 h 263805"/>
                <a:gd name="connsiteX20" fmla="*/ 16815 w 256393"/>
                <a:gd name="connsiteY20" fmla="*/ 63645 h 263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6393" h="263805">
                  <a:moveTo>
                    <a:pt x="16815" y="63645"/>
                  </a:moveTo>
                  <a:cubicBezTo>
                    <a:pt x="28026" y="43604"/>
                    <a:pt x="43652" y="28007"/>
                    <a:pt x="63695" y="16771"/>
                  </a:cubicBezTo>
                  <a:cubicBezTo>
                    <a:pt x="83738" y="5618"/>
                    <a:pt x="106498" y="0"/>
                    <a:pt x="131891" y="0"/>
                  </a:cubicBezTo>
                  <a:cubicBezTo>
                    <a:pt x="163059" y="0"/>
                    <a:pt x="189726" y="8134"/>
                    <a:pt x="211892" y="24318"/>
                  </a:cubicBezTo>
                  <a:cubicBezTo>
                    <a:pt x="234058" y="40586"/>
                    <a:pt x="248920" y="62723"/>
                    <a:pt x="256394" y="90730"/>
                  </a:cubicBezTo>
                  <a:lnTo>
                    <a:pt x="186159" y="90730"/>
                  </a:lnTo>
                  <a:cubicBezTo>
                    <a:pt x="180894" y="79913"/>
                    <a:pt x="173505" y="71696"/>
                    <a:pt x="163909" y="65993"/>
                  </a:cubicBezTo>
                  <a:cubicBezTo>
                    <a:pt x="154312" y="60375"/>
                    <a:pt x="143441" y="57524"/>
                    <a:pt x="131212" y="57524"/>
                  </a:cubicBezTo>
                  <a:cubicBezTo>
                    <a:pt x="111509" y="57524"/>
                    <a:pt x="95543" y="64316"/>
                    <a:pt x="83398" y="77817"/>
                  </a:cubicBezTo>
                  <a:cubicBezTo>
                    <a:pt x="71169" y="91317"/>
                    <a:pt x="65054" y="109430"/>
                    <a:pt x="65054" y="132071"/>
                  </a:cubicBezTo>
                  <a:cubicBezTo>
                    <a:pt x="65054" y="154711"/>
                    <a:pt x="71169" y="172824"/>
                    <a:pt x="83398" y="186324"/>
                  </a:cubicBezTo>
                  <a:cubicBezTo>
                    <a:pt x="95627" y="199825"/>
                    <a:pt x="111509" y="206617"/>
                    <a:pt x="131212" y="206617"/>
                  </a:cubicBezTo>
                  <a:cubicBezTo>
                    <a:pt x="143441" y="206617"/>
                    <a:pt x="154312" y="203766"/>
                    <a:pt x="163909" y="198148"/>
                  </a:cubicBezTo>
                  <a:cubicBezTo>
                    <a:pt x="173505" y="192530"/>
                    <a:pt x="180894" y="184228"/>
                    <a:pt x="186159" y="173411"/>
                  </a:cubicBezTo>
                  <a:lnTo>
                    <a:pt x="256394" y="173411"/>
                  </a:lnTo>
                  <a:cubicBezTo>
                    <a:pt x="248920" y="201418"/>
                    <a:pt x="234058" y="223556"/>
                    <a:pt x="211892" y="239656"/>
                  </a:cubicBezTo>
                  <a:cubicBezTo>
                    <a:pt x="189726" y="255756"/>
                    <a:pt x="163059" y="263806"/>
                    <a:pt x="131891" y="263806"/>
                  </a:cubicBezTo>
                  <a:cubicBezTo>
                    <a:pt x="106498" y="263806"/>
                    <a:pt x="83738" y="258188"/>
                    <a:pt x="63695" y="247035"/>
                  </a:cubicBezTo>
                  <a:cubicBezTo>
                    <a:pt x="43652" y="235882"/>
                    <a:pt x="28026" y="220285"/>
                    <a:pt x="16815" y="200328"/>
                  </a:cubicBezTo>
                  <a:cubicBezTo>
                    <a:pt x="5605" y="180371"/>
                    <a:pt x="0" y="157646"/>
                    <a:pt x="0" y="132071"/>
                  </a:cubicBezTo>
                  <a:cubicBezTo>
                    <a:pt x="0" y="106495"/>
                    <a:pt x="5605" y="83687"/>
                    <a:pt x="16815" y="63645"/>
                  </a:cubicBezTo>
                  <a:close/>
                </a:path>
              </a:pathLst>
            </a:custGeom>
            <a:solidFill>
              <a:srgbClr val="FFFFFF"/>
            </a:solidFill>
            <a:ln w="0" cap="flat">
              <a:noFill/>
              <a:prstDash val="solid"/>
              <a:miter/>
            </a:ln>
          </p:spPr>
          <p:txBody>
            <a:bodyPr rtlCol="0" anchor="ctr"/>
            <a:lstStyle/>
            <a:p>
              <a:endParaRPr lang="pt-BR" dirty="0"/>
            </a:p>
          </p:txBody>
        </p:sp>
        <p:sp>
          <p:nvSpPr>
            <p:cNvPr id="16" name="Forma Livre 151">
              <a:extLst>
                <a:ext uri="{FF2B5EF4-FFF2-40B4-BE49-F238E27FC236}">
                  <a16:creationId xmlns:a16="http://schemas.microsoft.com/office/drawing/2014/main" id="{EFB41412-15B7-0EFF-A175-E7F7682CE0F9}"/>
                </a:ext>
              </a:extLst>
            </p:cNvPr>
            <p:cNvSpPr/>
            <p:nvPr/>
          </p:nvSpPr>
          <p:spPr>
            <a:xfrm>
              <a:off x="2599100" y="1953777"/>
              <a:ext cx="216733" cy="211816"/>
            </a:xfrm>
            <a:custGeom>
              <a:avLst/>
              <a:gdLst>
                <a:gd name="connsiteX0" fmla="*/ 52485 w 216733"/>
                <a:gd name="connsiteY0" fmla="*/ 198903 h 211816"/>
                <a:gd name="connsiteX1" fmla="*/ 14013 w 216733"/>
                <a:gd name="connsiteY1" fmla="*/ 162007 h 211816"/>
                <a:gd name="connsiteX2" fmla="*/ 0 w 216733"/>
                <a:gd name="connsiteY2" fmla="*/ 105908 h 211816"/>
                <a:gd name="connsiteX3" fmla="*/ 14183 w 216733"/>
                <a:gd name="connsiteY3" fmla="*/ 49977 h 211816"/>
                <a:gd name="connsiteX4" fmla="*/ 53079 w 216733"/>
                <a:gd name="connsiteY4" fmla="*/ 12914 h 211816"/>
                <a:gd name="connsiteX5" fmla="*/ 108367 w 216733"/>
                <a:gd name="connsiteY5" fmla="*/ 0 h 211816"/>
                <a:gd name="connsiteX6" fmla="*/ 163654 w 216733"/>
                <a:gd name="connsiteY6" fmla="*/ 12914 h 211816"/>
                <a:gd name="connsiteX7" fmla="*/ 202550 w 216733"/>
                <a:gd name="connsiteY7" fmla="*/ 49977 h 211816"/>
                <a:gd name="connsiteX8" fmla="*/ 216733 w 216733"/>
                <a:gd name="connsiteY8" fmla="*/ 105908 h 211816"/>
                <a:gd name="connsiteX9" fmla="*/ 202380 w 216733"/>
                <a:gd name="connsiteY9" fmla="*/ 161839 h 211816"/>
                <a:gd name="connsiteX10" fmla="*/ 163144 w 216733"/>
                <a:gd name="connsiteY10" fmla="*/ 198903 h 211816"/>
                <a:gd name="connsiteX11" fmla="*/ 107687 w 216733"/>
                <a:gd name="connsiteY11" fmla="*/ 211816 h 211816"/>
                <a:gd name="connsiteX12" fmla="*/ 52570 w 216733"/>
                <a:gd name="connsiteY12" fmla="*/ 198903 h 211816"/>
                <a:gd name="connsiteX13" fmla="*/ 138855 w 216733"/>
                <a:gd name="connsiteY13" fmla="*/ 143894 h 211816"/>
                <a:gd name="connsiteX14" fmla="*/ 151764 w 216733"/>
                <a:gd name="connsiteY14" fmla="*/ 105908 h 211816"/>
                <a:gd name="connsiteX15" fmla="*/ 139280 w 216733"/>
                <a:gd name="connsiteY15" fmla="*/ 67922 h 211816"/>
                <a:gd name="connsiteX16" fmla="*/ 108451 w 216733"/>
                <a:gd name="connsiteY16" fmla="*/ 54673 h 211816"/>
                <a:gd name="connsiteX17" fmla="*/ 77453 w 216733"/>
                <a:gd name="connsiteY17" fmla="*/ 67754 h 211816"/>
                <a:gd name="connsiteX18" fmla="*/ 65139 w 216733"/>
                <a:gd name="connsiteY18" fmla="*/ 105908 h 211816"/>
                <a:gd name="connsiteX19" fmla="*/ 77283 w 216733"/>
                <a:gd name="connsiteY19" fmla="*/ 143894 h 211816"/>
                <a:gd name="connsiteX20" fmla="*/ 107772 w 216733"/>
                <a:gd name="connsiteY20" fmla="*/ 157143 h 211816"/>
                <a:gd name="connsiteX21" fmla="*/ 138940 w 216733"/>
                <a:gd name="connsiteY21" fmla="*/ 143894 h 211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16733" h="211816">
                  <a:moveTo>
                    <a:pt x="52485" y="198903"/>
                  </a:moveTo>
                  <a:cubicBezTo>
                    <a:pt x="36179" y="190266"/>
                    <a:pt x="23355" y="178023"/>
                    <a:pt x="14013" y="162007"/>
                  </a:cubicBezTo>
                  <a:cubicBezTo>
                    <a:pt x="4671" y="145991"/>
                    <a:pt x="0" y="127291"/>
                    <a:pt x="0" y="105908"/>
                  </a:cubicBezTo>
                  <a:cubicBezTo>
                    <a:pt x="0" y="84525"/>
                    <a:pt x="4756" y="66077"/>
                    <a:pt x="14183" y="49977"/>
                  </a:cubicBezTo>
                  <a:cubicBezTo>
                    <a:pt x="23610" y="33877"/>
                    <a:pt x="36603" y="21467"/>
                    <a:pt x="53079" y="12914"/>
                  </a:cubicBezTo>
                  <a:cubicBezTo>
                    <a:pt x="69555" y="4277"/>
                    <a:pt x="87984" y="0"/>
                    <a:pt x="108367" y="0"/>
                  </a:cubicBezTo>
                  <a:cubicBezTo>
                    <a:pt x="128749" y="0"/>
                    <a:pt x="147263" y="4277"/>
                    <a:pt x="163654" y="12914"/>
                  </a:cubicBezTo>
                  <a:cubicBezTo>
                    <a:pt x="180130" y="21551"/>
                    <a:pt x="193038" y="33877"/>
                    <a:pt x="202550" y="49977"/>
                  </a:cubicBezTo>
                  <a:cubicBezTo>
                    <a:pt x="211977" y="66077"/>
                    <a:pt x="216733" y="84693"/>
                    <a:pt x="216733" y="105908"/>
                  </a:cubicBezTo>
                  <a:cubicBezTo>
                    <a:pt x="216733" y="127123"/>
                    <a:pt x="211892" y="145739"/>
                    <a:pt x="202380" y="161839"/>
                  </a:cubicBezTo>
                  <a:cubicBezTo>
                    <a:pt x="192784" y="177939"/>
                    <a:pt x="179705" y="190349"/>
                    <a:pt x="163144" y="198903"/>
                  </a:cubicBezTo>
                  <a:cubicBezTo>
                    <a:pt x="146584" y="207540"/>
                    <a:pt x="128069" y="211816"/>
                    <a:pt x="107687" y="211816"/>
                  </a:cubicBezTo>
                  <a:cubicBezTo>
                    <a:pt x="87305" y="211816"/>
                    <a:pt x="68876" y="207540"/>
                    <a:pt x="52570" y="198903"/>
                  </a:cubicBezTo>
                  <a:close/>
                  <a:moveTo>
                    <a:pt x="138855" y="143894"/>
                  </a:moveTo>
                  <a:cubicBezTo>
                    <a:pt x="147433" y="135006"/>
                    <a:pt x="151764" y="122344"/>
                    <a:pt x="151764" y="105908"/>
                  </a:cubicBezTo>
                  <a:cubicBezTo>
                    <a:pt x="151764" y="89473"/>
                    <a:pt x="147603" y="76727"/>
                    <a:pt x="139280" y="67922"/>
                  </a:cubicBezTo>
                  <a:cubicBezTo>
                    <a:pt x="130957" y="59033"/>
                    <a:pt x="120681" y="54673"/>
                    <a:pt x="108451" y="54673"/>
                  </a:cubicBezTo>
                  <a:cubicBezTo>
                    <a:pt x="96222" y="54673"/>
                    <a:pt x="85691" y="59033"/>
                    <a:pt x="77453" y="67754"/>
                  </a:cubicBezTo>
                  <a:cubicBezTo>
                    <a:pt x="69215" y="76475"/>
                    <a:pt x="65139" y="89221"/>
                    <a:pt x="65139" y="105908"/>
                  </a:cubicBezTo>
                  <a:cubicBezTo>
                    <a:pt x="65139" y="122595"/>
                    <a:pt x="69215" y="135089"/>
                    <a:pt x="77283" y="143894"/>
                  </a:cubicBezTo>
                  <a:cubicBezTo>
                    <a:pt x="85351" y="152783"/>
                    <a:pt x="95543" y="157143"/>
                    <a:pt x="107772" y="157143"/>
                  </a:cubicBezTo>
                  <a:cubicBezTo>
                    <a:pt x="120001" y="157143"/>
                    <a:pt x="130362" y="152699"/>
                    <a:pt x="138940" y="143894"/>
                  </a:cubicBezTo>
                  <a:close/>
                </a:path>
              </a:pathLst>
            </a:custGeom>
            <a:solidFill>
              <a:srgbClr val="FFFFFF"/>
            </a:solidFill>
            <a:ln w="0" cap="flat">
              <a:noFill/>
              <a:prstDash val="solid"/>
              <a:miter/>
            </a:ln>
          </p:spPr>
          <p:txBody>
            <a:bodyPr rtlCol="0" anchor="ctr"/>
            <a:lstStyle/>
            <a:p>
              <a:endParaRPr lang="pt-BR" dirty="0"/>
            </a:p>
          </p:txBody>
        </p:sp>
        <p:sp>
          <p:nvSpPr>
            <p:cNvPr id="17" name="Forma Livre 152">
              <a:extLst>
                <a:ext uri="{FF2B5EF4-FFF2-40B4-BE49-F238E27FC236}">
                  <a16:creationId xmlns:a16="http://schemas.microsoft.com/office/drawing/2014/main" id="{151AA3B2-284F-1868-599F-2AB9D9401831}"/>
                </a:ext>
              </a:extLst>
            </p:cNvPr>
            <p:cNvSpPr/>
            <p:nvPr/>
          </p:nvSpPr>
          <p:spPr>
            <a:xfrm>
              <a:off x="2849888" y="1954616"/>
              <a:ext cx="207391" cy="208042"/>
            </a:xfrm>
            <a:custGeom>
              <a:avLst/>
              <a:gdLst>
                <a:gd name="connsiteX0" fmla="*/ 185565 w 207391"/>
                <a:gd name="connsiteY0" fmla="*/ 23312 h 208042"/>
                <a:gd name="connsiteX1" fmla="*/ 207391 w 207391"/>
                <a:gd name="connsiteY1" fmla="*/ 87712 h 208042"/>
                <a:gd name="connsiteX2" fmla="*/ 207391 w 207391"/>
                <a:gd name="connsiteY2" fmla="*/ 208043 h 208042"/>
                <a:gd name="connsiteX3" fmla="*/ 143866 w 207391"/>
                <a:gd name="connsiteY3" fmla="*/ 208043 h 208042"/>
                <a:gd name="connsiteX4" fmla="*/ 143866 w 207391"/>
                <a:gd name="connsiteY4" fmla="*/ 96265 h 208042"/>
                <a:gd name="connsiteX5" fmla="*/ 132995 w 207391"/>
                <a:gd name="connsiteY5" fmla="*/ 64149 h 208042"/>
                <a:gd name="connsiteX6" fmla="*/ 103865 w 207391"/>
                <a:gd name="connsiteY6" fmla="*/ 52744 h 208042"/>
                <a:gd name="connsiteX7" fmla="*/ 74736 w 207391"/>
                <a:gd name="connsiteY7" fmla="*/ 64149 h 208042"/>
                <a:gd name="connsiteX8" fmla="*/ 63865 w 207391"/>
                <a:gd name="connsiteY8" fmla="*/ 96265 h 208042"/>
                <a:gd name="connsiteX9" fmla="*/ 63865 w 207391"/>
                <a:gd name="connsiteY9" fmla="*/ 208043 h 208042"/>
                <a:gd name="connsiteX10" fmla="*/ 0 w 207391"/>
                <a:gd name="connsiteY10" fmla="*/ 208043 h 208042"/>
                <a:gd name="connsiteX11" fmla="*/ 0 w 207391"/>
                <a:gd name="connsiteY11" fmla="*/ 2180 h 208042"/>
                <a:gd name="connsiteX12" fmla="*/ 63865 w 207391"/>
                <a:gd name="connsiteY12" fmla="*/ 2180 h 208042"/>
                <a:gd name="connsiteX13" fmla="*/ 63865 w 207391"/>
                <a:gd name="connsiteY13" fmla="*/ 29517 h 208042"/>
                <a:gd name="connsiteX14" fmla="*/ 90022 w 207391"/>
                <a:gd name="connsiteY14" fmla="*/ 7966 h 208042"/>
                <a:gd name="connsiteX15" fmla="*/ 127050 w 207391"/>
                <a:gd name="connsiteY15" fmla="*/ 0 h 208042"/>
                <a:gd name="connsiteX16" fmla="*/ 185565 w 207391"/>
                <a:gd name="connsiteY16" fmla="*/ 23395 h 208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7391" h="208042">
                  <a:moveTo>
                    <a:pt x="185565" y="23312"/>
                  </a:moveTo>
                  <a:cubicBezTo>
                    <a:pt x="200172" y="38908"/>
                    <a:pt x="207391" y="60375"/>
                    <a:pt x="207391" y="87712"/>
                  </a:cubicBezTo>
                  <a:lnTo>
                    <a:pt x="207391" y="208043"/>
                  </a:lnTo>
                  <a:lnTo>
                    <a:pt x="143866" y="208043"/>
                  </a:lnTo>
                  <a:lnTo>
                    <a:pt x="143866" y="96265"/>
                  </a:lnTo>
                  <a:cubicBezTo>
                    <a:pt x="143866" y="82513"/>
                    <a:pt x="140214" y="71779"/>
                    <a:pt x="132995" y="64149"/>
                  </a:cubicBezTo>
                  <a:cubicBezTo>
                    <a:pt x="125777" y="56518"/>
                    <a:pt x="116010" y="52744"/>
                    <a:pt x="103865" y="52744"/>
                  </a:cubicBezTo>
                  <a:cubicBezTo>
                    <a:pt x="91721" y="52744"/>
                    <a:pt x="81954" y="56602"/>
                    <a:pt x="74736" y="64149"/>
                  </a:cubicBezTo>
                  <a:cubicBezTo>
                    <a:pt x="67517" y="71779"/>
                    <a:pt x="63865" y="82513"/>
                    <a:pt x="63865" y="96265"/>
                  </a:cubicBezTo>
                  <a:lnTo>
                    <a:pt x="63865" y="208043"/>
                  </a:lnTo>
                  <a:lnTo>
                    <a:pt x="0" y="208043"/>
                  </a:lnTo>
                  <a:lnTo>
                    <a:pt x="0" y="2180"/>
                  </a:lnTo>
                  <a:lnTo>
                    <a:pt x="63865" y="2180"/>
                  </a:lnTo>
                  <a:lnTo>
                    <a:pt x="63865" y="29517"/>
                  </a:lnTo>
                  <a:cubicBezTo>
                    <a:pt x="70319" y="20460"/>
                    <a:pt x="79067" y="13249"/>
                    <a:pt x="90022" y="7966"/>
                  </a:cubicBezTo>
                  <a:cubicBezTo>
                    <a:pt x="100978" y="2683"/>
                    <a:pt x="113292" y="0"/>
                    <a:pt x="127050" y="0"/>
                  </a:cubicBezTo>
                  <a:cubicBezTo>
                    <a:pt x="151509" y="0"/>
                    <a:pt x="170958" y="7798"/>
                    <a:pt x="185565" y="23395"/>
                  </a:cubicBezTo>
                  <a:close/>
                </a:path>
              </a:pathLst>
            </a:custGeom>
            <a:solidFill>
              <a:srgbClr val="FFFFFF"/>
            </a:solidFill>
            <a:ln w="0" cap="flat">
              <a:noFill/>
              <a:prstDash val="solid"/>
              <a:miter/>
            </a:ln>
          </p:spPr>
          <p:txBody>
            <a:bodyPr rtlCol="0" anchor="ctr"/>
            <a:lstStyle/>
            <a:p>
              <a:endParaRPr lang="pt-BR" dirty="0"/>
            </a:p>
          </p:txBody>
        </p:sp>
        <p:sp>
          <p:nvSpPr>
            <p:cNvPr id="18" name="Forma Livre 153">
              <a:extLst>
                <a:ext uri="{FF2B5EF4-FFF2-40B4-BE49-F238E27FC236}">
                  <a16:creationId xmlns:a16="http://schemas.microsoft.com/office/drawing/2014/main" id="{918B3E18-51BF-29EB-76F0-63BEF785AF01}"/>
                </a:ext>
              </a:extLst>
            </p:cNvPr>
            <p:cNvSpPr/>
            <p:nvPr/>
          </p:nvSpPr>
          <p:spPr>
            <a:xfrm>
              <a:off x="3086409" y="1906483"/>
              <a:ext cx="131551" cy="256175"/>
            </a:xfrm>
            <a:custGeom>
              <a:avLst/>
              <a:gdLst>
                <a:gd name="connsiteX0" fmla="*/ 131551 w 131551"/>
                <a:gd name="connsiteY0" fmla="*/ 202676 h 256175"/>
                <a:gd name="connsiteX1" fmla="*/ 131551 w 131551"/>
                <a:gd name="connsiteY1" fmla="*/ 256175 h 256175"/>
                <a:gd name="connsiteX2" fmla="*/ 99024 w 131551"/>
                <a:gd name="connsiteY2" fmla="*/ 256175 h 256175"/>
                <a:gd name="connsiteX3" fmla="*/ 44841 w 131551"/>
                <a:gd name="connsiteY3" fmla="*/ 239404 h 256175"/>
                <a:gd name="connsiteX4" fmla="*/ 25393 w 131551"/>
                <a:gd name="connsiteY4" fmla="*/ 184564 h 256175"/>
                <a:gd name="connsiteX5" fmla="*/ 25393 w 131551"/>
                <a:gd name="connsiteY5" fmla="*/ 102638 h 256175"/>
                <a:gd name="connsiteX6" fmla="*/ 0 w 131551"/>
                <a:gd name="connsiteY6" fmla="*/ 102638 h 256175"/>
                <a:gd name="connsiteX7" fmla="*/ 0 w 131551"/>
                <a:gd name="connsiteY7" fmla="*/ 50229 h 256175"/>
                <a:gd name="connsiteX8" fmla="*/ 25393 w 131551"/>
                <a:gd name="connsiteY8" fmla="*/ 50229 h 256175"/>
                <a:gd name="connsiteX9" fmla="*/ 25393 w 131551"/>
                <a:gd name="connsiteY9" fmla="*/ 0 h 256175"/>
                <a:gd name="connsiteX10" fmla="*/ 89343 w 131551"/>
                <a:gd name="connsiteY10" fmla="*/ 0 h 256175"/>
                <a:gd name="connsiteX11" fmla="*/ 89343 w 131551"/>
                <a:gd name="connsiteY11" fmla="*/ 50229 h 256175"/>
                <a:gd name="connsiteX12" fmla="*/ 131212 w 131551"/>
                <a:gd name="connsiteY12" fmla="*/ 50229 h 256175"/>
                <a:gd name="connsiteX13" fmla="*/ 131212 w 131551"/>
                <a:gd name="connsiteY13" fmla="*/ 102638 h 256175"/>
                <a:gd name="connsiteX14" fmla="*/ 89343 w 131551"/>
                <a:gd name="connsiteY14" fmla="*/ 102638 h 256175"/>
                <a:gd name="connsiteX15" fmla="*/ 89343 w 131551"/>
                <a:gd name="connsiteY15" fmla="*/ 185318 h 256175"/>
                <a:gd name="connsiteX16" fmla="*/ 93844 w 131551"/>
                <a:gd name="connsiteY16" fmla="*/ 198567 h 256175"/>
                <a:gd name="connsiteX17" fmla="*/ 108791 w 131551"/>
                <a:gd name="connsiteY17" fmla="*/ 202592 h 256175"/>
                <a:gd name="connsiteX18" fmla="*/ 131551 w 131551"/>
                <a:gd name="connsiteY18" fmla="*/ 202592 h 256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31551" h="256175">
                  <a:moveTo>
                    <a:pt x="131551" y="202676"/>
                  </a:moveTo>
                  <a:lnTo>
                    <a:pt x="131551" y="256175"/>
                  </a:lnTo>
                  <a:lnTo>
                    <a:pt x="99024" y="256175"/>
                  </a:lnTo>
                  <a:cubicBezTo>
                    <a:pt x="75839" y="256175"/>
                    <a:pt x="57750" y="250557"/>
                    <a:pt x="44841" y="239404"/>
                  </a:cubicBezTo>
                  <a:cubicBezTo>
                    <a:pt x="31932" y="228252"/>
                    <a:pt x="25393" y="209971"/>
                    <a:pt x="25393" y="184564"/>
                  </a:cubicBezTo>
                  <a:lnTo>
                    <a:pt x="25393" y="102638"/>
                  </a:lnTo>
                  <a:lnTo>
                    <a:pt x="0" y="102638"/>
                  </a:lnTo>
                  <a:lnTo>
                    <a:pt x="0" y="50229"/>
                  </a:lnTo>
                  <a:lnTo>
                    <a:pt x="25393" y="50229"/>
                  </a:lnTo>
                  <a:lnTo>
                    <a:pt x="25393" y="0"/>
                  </a:lnTo>
                  <a:lnTo>
                    <a:pt x="89343" y="0"/>
                  </a:lnTo>
                  <a:lnTo>
                    <a:pt x="89343" y="50229"/>
                  </a:lnTo>
                  <a:lnTo>
                    <a:pt x="131212" y="50229"/>
                  </a:lnTo>
                  <a:lnTo>
                    <a:pt x="131212" y="102638"/>
                  </a:lnTo>
                  <a:lnTo>
                    <a:pt x="89343" y="102638"/>
                  </a:lnTo>
                  <a:lnTo>
                    <a:pt x="89343" y="185318"/>
                  </a:lnTo>
                  <a:cubicBezTo>
                    <a:pt x="89343" y="191440"/>
                    <a:pt x="90872" y="195884"/>
                    <a:pt x="93844" y="198567"/>
                  </a:cubicBezTo>
                  <a:cubicBezTo>
                    <a:pt x="96816" y="201251"/>
                    <a:pt x="101827" y="202592"/>
                    <a:pt x="108791" y="202592"/>
                  </a:cubicBezTo>
                  <a:lnTo>
                    <a:pt x="131551" y="202592"/>
                  </a:lnTo>
                  <a:close/>
                </a:path>
              </a:pathLst>
            </a:custGeom>
            <a:solidFill>
              <a:srgbClr val="FFFFFF"/>
            </a:solidFill>
            <a:ln w="0" cap="flat">
              <a:noFill/>
              <a:prstDash val="solid"/>
              <a:miter/>
            </a:ln>
          </p:spPr>
          <p:txBody>
            <a:bodyPr rtlCol="0" anchor="ctr"/>
            <a:lstStyle/>
            <a:p>
              <a:endParaRPr lang="pt-BR" dirty="0"/>
            </a:p>
          </p:txBody>
        </p:sp>
        <p:sp>
          <p:nvSpPr>
            <p:cNvPr id="19" name="Forma Livre 154">
              <a:extLst>
                <a:ext uri="{FF2B5EF4-FFF2-40B4-BE49-F238E27FC236}">
                  <a16:creationId xmlns:a16="http://schemas.microsoft.com/office/drawing/2014/main" id="{3A12BF96-0190-7CB6-51E5-93D5FBE22F8B}"/>
                </a:ext>
              </a:extLst>
            </p:cNvPr>
            <p:cNvSpPr/>
            <p:nvPr/>
          </p:nvSpPr>
          <p:spPr>
            <a:xfrm>
              <a:off x="3247515" y="1866988"/>
              <a:ext cx="75754" cy="295586"/>
            </a:xfrm>
            <a:custGeom>
              <a:avLst/>
              <a:gdLst>
                <a:gd name="connsiteX0" fmla="*/ 10616 w 75754"/>
                <a:gd name="connsiteY0" fmla="*/ 58530 h 295586"/>
                <a:gd name="connsiteX1" fmla="*/ 0 w 75754"/>
                <a:gd name="connsiteY1" fmla="*/ 34380 h 295586"/>
                <a:gd name="connsiteX2" fmla="*/ 10616 w 75754"/>
                <a:gd name="connsiteY2" fmla="*/ 9811 h 295586"/>
                <a:gd name="connsiteX3" fmla="*/ 38047 w 75754"/>
                <a:gd name="connsiteY3" fmla="*/ 0 h 295586"/>
                <a:gd name="connsiteX4" fmla="*/ 65139 w 75754"/>
                <a:gd name="connsiteY4" fmla="*/ 9811 h 295586"/>
                <a:gd name="connsiteX5" fmla="*/ 75755 w 75754"/>
                <a:gd name="connsiteY5" fmla="*/ 34380 h 295586"/>
                <a:gd name="connsiteX6" fmla="*/ 65139 w 75754"/>
                <a:gd name="connsiteY6" fmla="*/ 58530 h 295586"/>
                <a:gd name="connsiteX7" fmla="*/ 38047 w 75754"/>
                <a:gd name="connsiteY7" fmla="*/ 68341 h 295586"/>
                <a:gd name="connsiteX8" fmla="*/ 10616 w 75754"/>
                <a:gd name="connsiteY8" fmla="*/ 58530 h 295586"/>
                <a:gd name="connsiteX9" fmla="*/ 69895 w 75754"/>
                <a:gd name="connsiteY9" fmla="*/ 89724 h 295586"/>
                <a:gd name="connsiteX10" fmla="*/ 69895 w 75754"/>
                <a:gd name="connsiteY10" fmla="*/ 295587 h 295586"/>
                <a:gd name="connsiteX11" fmla="*/ 5945 w 75754"/>
                <a:gd name="connsiteY11" fmla="*/ 295587 h 295586"/>
                <a:gd name="connsiteX12" fmla="*/ 5945 w 75754"/>
                <a:gd name="connsiteY12" fmla="*/ 89724 h 295586"/>
                <a:gd name="connsiteX13" fmla="*/ 69895 w 75754"/>
                <a:gd name="connsiteY13" fmla="*/ 89724 h 295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5754" h="295586">
                  <a:moveTo>
                    <a:pt x="10616" y="58530"/>
                  </a:moveTo>
                  <a:cubicBezTo>
                    <a:pt x="3482" y="51990"/>
                    <a:pt x="0" y="43940"/>
                    <a:pt x="0" y="34380"/>
                  </a:cubicBezTo>
                  <a:cubicBezTo>
                    <a:pt x="0" y="24821"/>
                    <a:pt x="3567" y="16352"/>
                    <a:pt x="10616" y="9811"/>
                  </a:cubicBezTo>
                  <a:cubicBezTo>
                    <a:pt x="17665" y="3270"/>
                    <a:pt x="26837" y="0"/>
                    <a:pt x="38047" y="0"/>
                  </a:cubicBezTo>
                  <a:cubicBezTo>
                    <a:pt x="49257" y="0"/>
                    <a:pt x="58005" y="3270"/>
                    <a:pt x="65139" y="9811"/>
                  </a:cubicBezTo>
                  <a:cubicBezTo>
                    <a:pt x="72273" y="16352"/>
                    <a:pt x="75755" y="24485"/>
                    <a:pt x="75755" y="34380"/>
                  </a:cubicBezTo>
                  <a:cubicBezTo>
                    <a:pt x="75755" y="44275"/>
                    <a:pt x="72188" y="52074"/>
                    <a:pt x="65139" y="58530"/>
                  </a:cubicBezTo>
                  <a:cubicBezTo>
                    <a:pt x="58090" y="64987"/>
                    <a:pt x="49003" y="68341"/>
                    <a:pt x="38047" y="68341"/>
                  </a:cubicBezTo>
                  <a:cubicBezTo>
                    <a:pt x="27092" y="68341"/>
                    <a:pt x="17665" y="65071"/>
                    <a:pt x="10616" y="58530"/>
                  </a:cubicBezTo>
                  <a:close/>
                  <a:moveTo>
                    <a:pt x="69895" y="89724"/>
                  </a:moveTo>
                  <a:lnTo>
                    <a:pt x="69895" y="295587"/>
                  </a:lnTo>
                  <a:lnTo>
                    <a:pt x="5945" y="295587"/>
                  </a:lnTo>
                  <a:lnTo>
                    <a:pt x="5945" y="89724"/>
                  </a:lnTo>
                  <a:lnTo>
                    <a:pt x="69895" y="89724"/>
                  </a:lnTo>
                  <a:close/>
                </a:path>
              </a:pathLst>
            </a:custGeom>
            <a:solidFill>
              <a:srgbClr val="FFFFFF"/>
            </a:solidFill>
            <a:ln w="0" cap="flat">
              <a:noFill/>
              <a:prstDash val="solid"/>
              <a:miter/>
            </a:ln>
          </p:spPr>
          <p:txBody>
            <a:bodyPr rtlCol="0" anchor="ctr"/>
            <a:lstStyle/>
            <a:p>
              <a:endParaRPr lang="pt-BR" dirty="0"/>
            </a:p>
          </p:txBody>
        </p:sp>
        <p:sp>
          <p:nvSpPr>
            <p:cNvPr id="23" name="Forma Livre 155">
              <a:extLst>
                <a:ext uri="{FF2B5EF4-FFF2-40B4-BE49-F238E27FC236}">
                  <a16:creationId xmlns:a16="http://schemas.microsoft.com/office/drawing/2014/main" id="{38CF0DD2-805A-C42A-E70A-2868EC1A3C7B}"/>
                </a:ext>
              </a:extLst>
            </p:cNvPr>
            <p:cNvSpPr/>
            <p:nvPr/>
          </p:nvSpPr>
          <p:spPr>
            <a:xfrm>
              <a:off x="3363695" y="1954616"/>
              <a:ext cx="207391" cy="208042"/>
            </a:xfrm>
            <a:custGeom>
              <a:avLst/>
              <a:gdLst>
                <a:gd name="connsiteX0" fmla="*/ 185565 w 207391"/>
                <a:gd name="connsiteY0" fmla="*/ 23312 h 208042"/>
                <a:gd name="connsiteX1" fmla="*/ 207391 w 207391"/>
                <a:gd name="connsiteY1" fmla="*/ 87712 h 208042"/>
                <a:gd name="connsiteX2" fmla="*/ 207391 w 207391"/>
                <a:gd name="connsiteY2" fmla="*/ 208043 h 208042"/>
                <a:gd name="connsiteX3" fmla="*/ 143866 w 207391"/>
                <a:gd name="connsiteY3" fmla="*/ 208043 h 208042"/>
                <a:gd name="connsiteX4" fmla="*/ 143866 w 207391"/>
                <a:gd name="connsiteY4" fmla="*/ 96265 h 208042"/>
                <a:gd name="connsiteX5" fmla="*/ 132995 w 207391"/>
                <a:gd name="connsiteY5" fmla="*/ 64149 h 208042"/>
                <a:gd name="connsiteX6" fmla="*/ 103865 w 207391"/>
                <a:gd name="connsiteY6" fmla="*/ 52744 h 208042"/>
                <a:gd name="connsiteX7" fmla="*/ 74736 w 207391"/>
                <a:gd name="connsiteY7" fmla="*/ 64149 h 208042"/>
                <a:gd name="connsiteX8" fmla="*/ 63865 w 207391"/>
                <a:gd name="connsiteY8" fmla="*/ 96265 h 208042"/>
                <a:gd name="connsiteX9" fmla="*/ 63865 w 207391"/>
                <a:gd name="connsiteY9" fmla="*/ 208043 h 208042"/>
                <a:gd name="connsiteX10" fmla="*/ 0 w 207391"/>
                <a:gd name="connsiteY10" fmla="*/ 208043 h 208042"/>
                <a:gd name="connsiteX11" fmla="*/ 0 w 207391"/>
                <a:gd name="connsiteY11" fmla="*/ 2180 h 208042"/>
                <a:gd name="connsiteX12" fmla="*/ 63865 w 207391"/>
                <a:gd name="connsiteY12" fmla="*/ 2180 h 208042"/>
                <a:gd name="connsiteX13" fmla="*/ 63865 w 207391"/>
                <a:gd name="connsiteY13" fmla="*/ 29517 h 208042"/>
                <a:gd name="connsiteX14" fmla="*/ 90022 w 207391"/>
                <a:gd name="connsiteY14" fmla="*/ 7966 h 208042"/>
                <a:gd name="connsiteX15" fmla="*/ 127050 w 207391"/>
                <a:gd name="connsiteY15" fmla="*/ 0 h 208042"/>
                <a:gd name="connsiteX16" fmla="*/ 185565 w 207391"/>
                <a:gd name="connsiteY16" fmla="*/ 23395 h 208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7391" h="208042">
                  <a:moveTo>
                    <a:pt x="185565" y="23312"/>
                  </a:moveTo>
                  <a:cubicBezTo>
                    <a:pt x="200172" y="38908"/>
                    <a:pt x="207391" y="60375"/>
                    <a:pt x="207391" y="87712"/>
                  </a:cubicBezTo>
                  <a:lnTo>
                    <a:pt x="207391" y="208043"/>
                  </a:lnTo>
                  <a:lnTo>
                    <a:pt x="143866" y="208043"/>
                  </a:lnTo>
                  <a:lnTo>
                    <a:pt x="143866" y="96265"/>
                  </a:lnTo>
                  <a:cubicBezTo>
                    <a:pt x="143866" y="82513"/>
                    <a:pt x="140214" y="71779"/>
                    <a:pt x="132995" y="64149"/>
                  </a:cubicBezTo>
                  <a:cubicBezTo>
                    <a:pt x="125776" y="56518"/>
                    <a:pt x="116010" y="52744"/>
                    <a:pt x="103865" y="52744"/>
                  </a:cubicBezTo>
                  <a:cubicBezTo>
                    <a:pt x="91721" y="52744"/>
                    <a:pt x="81954" y="56602"/>
                    <a:pt x="74736" y="64149"/>
                  </a:cubicBezTo>
                  <a:cubicBezTo>
                    <a:pt x="67517" y="71779"/>
                    <a:pt x="63865" y="82513"/>
                    <a:pt x="63865" y="96265"/>
                  </a:cubicBezTo>
                  <a:lnTo>
                    <a:pt x="63865" y="208043"/>
                  </a:lnTo>
                  <a:lnTo>
                    <a:pt x="0" y="208043"/>
                  </a:lnTo>
                  <a:lnTo>
                    <a:pt x="0" y="2180"/>
                  </a:lnTo>
                  <a:lnTo>
                    <a:pt x="63865" y="2180"/>
                  </a:lnTo>
                  <a:lnTo>
                    <a:pt x="63865" y="29517"/>
                  </a:lnTo>
                  <a:cubicBezTo>
                    <a:pt x="70319" y="20460"/>
                    <a:pt x="79067" y="13249"/>
                    <a:pt x="90022" y="7966"/>
                  </a:cubicBezTo>
                  <a:cubicBezTo>
                    <a:pt x="100978" y="2683"/>
                    <a:pt x="113292" y="0"/>
                    <a:pt x="127050" y="0"/>
                  </a:cubicBezTo>
                  <a:cubicBezTo>
                    <a:pt x="151509" y="0"/>
                    <a:pt x="170958" y="7798"/>
                    <a:pt x="185565" y="23395"/>
                  </a:cubicBezTo>
                  <a:close/>
                </a:path>
              </a:pathLst>
            </a:custGeom>
            <a:solidFill>
              <a:srgbClr val="FFFFFF"/>
            </a:solidFill>
            <a:ln w="0" cap="flat">
              <a:noFill/>
              <a:prstDash val="solid"/>
              <a:miter/>
            </a:ln>
          </p:spPr>
          <p:txBody>
            <a:bodyPr rtlCol="0" anchor="ctr"/>
            <a:lstStyle/>
            <a:p>
              <a:endParaRPr lang="pt-BR" dirty="0"/>
            </a:p>
          </p:txBody>
        </p:sp>
        <p:sp>
          <p:nvSpPr>
            <p:cNvPr id="25" name="Forma Livre 156">
              <a:extLst>
                <a:ext uri="{FF2B5EF4-FFF2-40B4-BE49-F238E27FC236}">
                  <a16:creationId xmlns:a16="http://schemas.microsoft.com/office/drawing/2014/main" id="{829313CC-E295-1B31-ADEC-E8AA7D0DAD1A}"/>
                </a:ext>
              </a:extLst>
            </p:cNvPr>
            <p:cNvSpPr/>
            <p:nvPr/>
          </p:nvSpPr>
          <p:spPr>
            <a:xfrm>
              <a:off x="3613804" y="1956712"/>
              <a:ext cx="207900" cy="208126"/>
            </a:xfrm>
            <a:custGeom>
              <a:avLst/>
              <a:gdLst>
                <a:gd name="connsiteX0" fmla="*/ 207731 w 207900"/>
                <a:gd name="connsiteY0" fmla="*/ 0 h 208126"/>
                <a:gd name="connsiteX1" fmla="*/ 207731 w 207900"/>
                <a:gd name="connsiteY1" fmla="*/ 205863 h 208126"/>
                <a:gd name="connsiteX2" fmla="*/ 143781 w 207900"/>
                <a:gd name="connsiteY2" fmla="*/ 205863 h 208126"/>
                <a:gd name="connsiteX3" fmla="*/ 143781 w 207900"/>
                <a:gd name="connsiteY3" fmla="*/ 177855 h 208126"/>
                <a:gd name="connsiteX4" fmla="*/ 117454 w 207900"/>
                <a:gd name="connsiteY4" fmla="*/ 199825 h 208126"/>
                <a:gd name="connsiteX5" fmla="*/ 80680 w 207900"/>
                <a:gd name="connsiteY5" fmla="*/ 208127 h 208126"/>
                <a:gd name="connsiteX6" fmla="*/ 38472 w 207900"/>
                <a:gd name="connsiteY6" fmla="*/ 197645 h 208126"/>
                <a:gd name="connsiteX7" fmla="*/ 10106 w 207900"/>
                <a:gd name="connsiteY7" fmla="*/ 167206 h 208126"/>
                <a:gd name="connsiteX8" fmla="*/ 0 w 207900"/>
                <a:gd name="connsiteY8" fmla="*/ 120331 h 208126"/>
                <a:gd name="connsiteX9" fmla="*/ 0 w 207900"/>
                <a:gd name="connsiteY9" fmla="*/ 0 h 208126"/>
                <a:gd name="connsiteX10" fmla="*/ 63525 w 207900"/>
                <a:gd name="connsiteY10" fmla="*/ 0 h 208126"/>
                <a:gd name="connsiteX11" fmla="*/ 63525 w 207900"/>
                <a:gd name="connsiteY11" fmla="*/ 111778 h 208126"/>
                <a:gd name="connsiteX12" fmla="*/ 74396 w 207900"/>
                <a:gd name="connsiteY12" fmla="*/ 143894 h 208126"/>
                <a:gd name="connsiteX13" fmla="*/ 103526 w 207900"/>
                <a:gd name="connsiteY13" fmla="*/ 155298 h 208126"/>
                <a:gd name="connsiteX14" fmla="*/ 133080 w 207900"/>
                <a:gd name="connsiteY14" fmla="*/ 143894 h 208126"/>
                <a:gd name="connsiteX15" fmla="*/ 143951 w 207900"/>
                <a:gd name="connsiteY15" fmla="*/ 111778 h 208126"/>
                <a:gd name="connsiteX16" fmla="*/ 143951 w 207900"/>
                <a:gd name="connsiteY16" fmla="*/ 0 h 208126"/>
                <a:gd name="connsiteX17" fmla="*/ 207901 w 207900"/>
                <a:gd name="connsiteY17" fmla="*/ 0 h 208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07900" h="208126">
                  <a:moveTo>
                    <a:pt x="207731" y="0"/>
                  </a:moveTo>
                  <a:lnTo>
                    <a:pt x="207731" y="205863"/>
                  </a:lnTo>
                  <a:lnTo>
                    <a:pt x="143781" y="205863"/>
                  </a:lnTo>
                  <a:lnTo>
                    <a:pt x="143781" y="177855"/>
                  </a:lnTo>
                  <a:cubicBezTo>
                    <a:pt x="137326" y="186995"/>
                    <a:pt x="128494" y="194291"/>
                    <a:pt x="117454" y="199825"/>
                  </a:cubicBezTo>
                  <a:cubicBezTo>
                    <a:pt x="106328" y="205359"/>
                    <a:pt x="94099" y="208127"/>
                    <a:pt x="80680" y="208127"/>
                  </a:cubicBezTo>
                  <a:cubicBezTo>
                    <a:pt x="64714" y="208127"/>
                    <a:pt x="50616" y="204605"/>
                    <a:pt x="38472" y="197645"/>
                  </a:cubicBezTo>
                  <a:cubicBezTo>
                    <a:pt x="26242" y="190601"/>
                    <a:pt x="16816" y="180455"/>
                    <a:pt x="10106" y="167206"/>
                  </a:cubicBezTo>
                  <a:cubicBezTo>
                    <a:pt x="3397" y="153957"/>
                    <a:pt x="0" y="138276"/>
                    <a:pt x="0" y="120331"/>
                  </a:cubicBezTo>
                  <a:lnTo>
                    <a:pt x="0" y="0"/>
                  </a:lnTo>
                  <a:lnTo>
                    <a:pt x="63525" y="0"/>
                  </a:lnTo>
                  <a:lnTo>
                    <a:pt x="63525" y="111778"/>
                  </a:lnTo>
                  <a:cubicBezTo>
                    <a:pt x="63525" y="125530"/>
                    <a:pt x="67092" y="136263"/>
                    <a:pt x="74396" y="143894"/>
                  </a:cubicBezTo>
                  <a:cubicBezTo>
                    <a:pt x="81615" y="151525"/>
                    <a:pt x="91381" y="155298"/>
                    <a:pt x="103526" y="155298"/>
                  </a:cubicBezTo>
                  <a:cubicBezTo>
                    <a:pt x="115670" y="155298"/>
                    <a:pt x="125776" y="151441"/>
                    <a:pt x="133080" y="143894"/>
                  </a:cubicBezTo>
                  <a:cubicBezTo>
                    <a:pt x="140299" y="136263"/>
                    <a:pt x="143951" y="125530"/>
                    <a:pt x="143951" y="111778"/>
                  </a:cubicBezTo>
                  <a:lnTo>
                    <a:pt x="143951" y="0"/>
                  </a:lnTo>
                  <a:lnTo>
                    <a:pt x="207901" y="0"/>
                  </a:lnTo>
                  <a:close/>
                </a:path>
              </a:pathLst>
            </a:custGeom>
            <a:solidFill>
              <a:srgbClr val="FFFFFF"/>
            </a:solidFill>
            <a:ln w="0" cap="flat">
              <a:noFill/>
              <a:prstDash val="solid"/>
              <a:miter/>
            </a:ln>
          </p:spPr>
          <p:txBody>
            <a:bodyPr rtlCol="0" anchor="ctr"/>
            <a:lstStyle/>
            <a:p>
              <a:endParaRPr lang="pt-BR" dirty="0"/>
            </a:p>
          </p:txBody>
        </p:sp>
        <p:sp>
          <p:nvSpPr>
            <p:cNvPr id="26" name="Forma Livre 157">
              <a:extLst>
                <a:ext uri="{FF2B5EF4-FFF2-40B4-BE49-F238E27FC236}">
                  <a16:creationId xmlns:a16="http://schemas.microsoft.com/office/drawing/2014/main" id="{6F7AC969-3368-1839-9EF3-9F9A15A2FF3C}"/>
                </a:ext>
              </a:extLst>
            </p:cNvPr>
            <p:cNvSpPr/>
            <p:nvPr/>
          </p:nvSpPr>
          <p:spPr>
            <a:xfrm>
              <a:off x="3854826" y="1953777"/>
              <a:ext cx="220045" cy="211732"/>
            </a:xfrm>
            <a:custGeom>
              <a:avLst/>
              <a:gdLst>
                <a:gd name="connsiteX0" fmla="*/ 12144 w 220045"/>
                <a:gd name="connsiteY0" fmla="*/ 49810 h 211732"/>
                <a:gd name="connsiteX1" fmla="*/ 45181 w 220045"/>
                <a:gd name="connsiteY1" fmla="*/ 12914 h 211732"/>
                <a:gd name="connsiteX2" fmla="*/ 91891 w 220045"/>
                <a:gd name="connsiteY2" fmla="*/ 0 h 211732"/>
                <a:gd name="connsiteX3" fmla="*/ 130532 w 220045"/>
                <a:gd name="connsiteY3" fmla="*/ 8889 h 211732"/>
                <a:gd name="connsiteX4" fmla="*/ 156180 w 220045"/>
                <a:gd name="connsiteY4" fmla="*/ 32116 h 211732"/>
                <a:gd name="connsiteX5" fmla="*/ 156180 w 220045"/>
                <a:gd name="connsiteY5" fmla="*/ 2935 h 211732"/>
                <a:gd name="connsiteX6" fmla="*/ 220045 w 220045"/>
                <a:gd name="connsiteY6" fmla="*/ 2935 h 211732"/>
                <a:gd name="connsiteX7" fmla="*/ 220045 w 220045"/>
                <a:gd name="connsiteY7" fmla="*/ 208797 h 211732"/>
                <a:gd name="connsiteX8" fmla="*/ 156180 w 220045"/>
                <a:gd name="connsiteY8" fmla="*/ 208797 h 211732"/>
                <a:gd name="connsiteX9" fmla="*/ 156180 w 220045"/>
                <a:gd name="connsiteY9" fmla="*/ 179616 h 211732"/>
                <a:gd name="connsiteX10" fmla="*/ 130193 w 220045"/>
                <a:gd name="connsiteY10" fmla="*/ 202844 h 211732"/>
                <a:gd name="connsiteX11" fmla="*/ 91551 w 220045"/>
                <a:gd name="connsiteY11" fmla="*/ 211732 h 211732"/>
                <a:gd name="connsiteX12" fmla="*/ 45181 w 220045"/>
                <a:gd name="connsiteY12" fmla="*/ 198651 h 211732"/>
                <a:gd name="connsiteX13" fmla="*/ 12144 w 220045"/>
                <a:gd name="connsiteY13" fmla="*/ 161420 h 211732"/>
                <a:gd name="connsiteX14" fmla="*/ 0 w 220045"/>
                <a:gd name="connsiteY14" fmla="*/ 105489 h 211732"/>
                <a:gd name="connsiteX15" fmla="*/ 12144 w 220045"/>
                <a:gd name="connsiteY15" fmla="*/ 49726 h 211732"/>
                <a:gd name="connsiteX16" fmla="*/ 142932 w 220045"/>
                <a:gd name="connsiteY16" fmla="*/ 68593 h 211732"/>
                <a:gd name="connsiteX17" fmla="*/ 110575 w 220045"/>
                <a:gd name="connsiteY17" fmla="*/ 54925 h 211732"/>
                <a:gd name="connsiteX18" fmla="*/ 78218 w 220045"/>
                <a:gd name="connsiteY18" fmla="*/ 68425 h 211732"/>
                <a:gd name="connsiteX19" fmla="*/ 64969 w 220045"/>
                <a:gd name="connsiteY19" fmla="*/ 105489 h 211732"/>
                <a:gd name="connsiteX20" fmla="*/ 78218 w 220045"/>
                <a:gd name="connsiteY20" fmla="*/ 142972 h 211732"/>
                <a:gd name="connsiteX21" fmla="*/ 110575 w 220045"/>
                <a:gd name="connsiteY21" fmla="*/ 156808 h 211732"/>
                <a:gd name="connsiteX22" fmla="*/ 142932 w 220045"/>
                <a:gd name="connsiteY22" fmla="*/ 143139 h 211732"/>
                <a:gd name="connsiteX23" fmla="*/ 156180 w 220045"/>
                <a:gd name="connsiteY23" fmla="*/ 105908 h 211732"/>
                <a:gd name="connsiteX24" fmla="*/ 142932 w 220045"/>
                <a:gd name="connsiteY24" fmla="*/ 68677 h 211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0045" h="211732">
                  <a:moveTo>
                    <a:pt x="12144" y="49810"/>
                  </a:moveTo>
                  <a:cubicBezTo>
                    <a:pt x="20213" y="33793"/>
                    <a:pt x="31253" y="21551"/>
                    <a:pt x="45181" y="12914"/>
                  </a:cubicBezTo>
                  <a:cubicBezTo>
                    <a:pt x="59109" y="4277"/>
                    <a:pt x="74736" y="0"/>
                    <a:pt x="91891" y="0"/>
                  </a:cubicBezTo>
                  <a:cubicBezTo>
                    <a:pt x="106583" y="0"/>
                    <a:pt x="119492" y="2935"/>
                    <a:pt x="130532" y="8889"/>
                  </a:cubicBezTo>
                  <a:cubicBezTo>
                    <a:pt x="141658" y="14758"/>
                    <a:pt x="150150" y="22557"/>
                    <a:pt x="156180" y="32116"/>
                  </a:cubicBezTo>
                  <a:lnTo>
                    <a:pt x="156180" y="2935"/>
                  </a:lnTo>
                  <a:lnTo>
                    <a:pt x="220045" y="2935"/>
                  </a:lnTo>
                  <a:lnTo>
                    <a:pt x="220045" y="208797"/>
                  </a:lnTo>
                  <a:lnTo>
                    <a:pt x="156180" y="208797"/>
                  </a:lnTo>
                  <a:lnTo>
                    <a:pt x="156180" y="179616"/>
                  </a:lnTo>
                  <a:cubicBezTo>
                    <a:pt x="149981" y="189175"/>
                    <a:pt x="141318" y="196974"/>
                    <a:pt x="130193" y="202844"/>
                  </a:cubicBezTo>
                  <a:cubicBezTo>
                    <a:pt x="119067" y="208714"/>
                    <a:pt x="106243" y="211732"/>
                    <a:pt x="91551" y="211732"/>
                  </a:cubicBezTo>
                  <a:cubicBezTo>
                    <a:pt x="74566" y="211732"/>
                    <a:pt x="59194" y="207372"/>
                    <a:pt x="45181" y="198651"/>
                  </a:cubicBezTo>
                  <a:cubicBezTo>
                    <a:pt x="31168" y="189930"/>
                    <a:pt x="20213" y="177520"/>
                    <a:pt x="12144" y="161420"/>
                  </a:cubicBezTo>
                  <a:cubicBezTo>
                    <a:pt x="4076" y="145320"/>
                    <a:pt x="0" y="126704"/>
                    <a:pt x="0" y="105489"/>
                  </a:cubicBezTo>
                  <a:cubicBezTo>
                    <a:pt x="0" y="84274"/>
                    <a:pt x="4076" y="65742"/>
                    <a:pt x="12144" y="49726"/>
                  </a:cubicBezTo>
                  <a:close/>
                  <a:moveTo>
                    <a:pt x="142932" y="68593"/>
                  </a:moveTo>
                  <a:cubicBezTo>
                    <a:pt x="134099" y="59537"/>
                    <a:pt x="123314" y="54925"/>
                    <a:pt x="110575" y="54925"/>
                  </a:cubicBezTo>
                  <a:cubicBezTo>
                    <a:pt x="97836" y="54925"/>
                    <a:pt x="87050" y="59453"/>
                    <a:pt x="78218" y="68425"/>
                  </a:cubicBezTo>
                  <a:cubicBezTo>
                    <a:pt x="69385" y="77398"/>
                    <a:pt x="64969" y="89808"/>
                    <a:pt x="64969" y="105489"/>
                  </a:cubicBezTo>
                  <a:cubicBezTo>
                    <a:pt x="64969" y="121170"/>
                    <a:pt x="69385" y="133748"/>
                    <a:pt x="78218" y="142972"/>
                  </a:cubicBezTo>
                  <a:cubicBezTo>
                    <a:pt x="87050" y="152196"/>
                    <a:pt x="97836" y="156808"/>
                    <a:pt x="110575" y="156808"/>
                  </a:cubicBezTo>
                  <a:cubicBezTo>
                    <a:pt x="123314" y="156808"/>
                    <a:pt x="134014" y="152280"/>
                    <a:pt x="142932" y="143139"/>
                  </a:cubicBezTo>
                  <a:cubicBezTo>
                    <a:pt x="151764" y="134083"/>
                    <a:pt x="156180" y="121589"/>
                    <a:pt x="156180" y="105908"/>
                  </a:cubicBezTo>
                  <a:cubicBezTo>
                    <a:pt x="156180" y="90227"/>
                    <a:pt x="151764" y="77733"/>
                    <a:pt x="142932" y="68677"/>
                  </a:cubicBezTo>
                  <a:close/>
                </a:path>
              </a:pathLst>
            </a:custGeom>
            <a:solidFill>
              <a:srgbClr val="FFFFFF"/>
            </a:solidFill>
            <a:ln w="0" cap="flat">
              <a:noFill/>
              <a:prstDash val="solid"/>
              <a:miter/>
            </a:ln>
          </p:spPr>
          <p:txBody>
            <a:bodyPr rtlCol="0" anchor="ctr"/>
            <a:lstStyle/>
            <a:p>
              <a:endParaRPr lang="pt-BR" dirty="0"/>
            </a:p>
          </p:txBody>
        </p:sp>
      </p:grpSp>
    </p:spTree>
    <p:extLst>
      <p:ext uri="{BB962C8B-B14F-4D97-AF65-F5344CB8AC3E}">
        <p14:creationId xmlns:p14="http://schemas.microsoft.com/office/powerpoint/2010/main" val="15183726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C2F32FE-04FE-8C45-61E4-A85C84226E71}"/>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63B5DDC3-67F4-8519-4FC7-E03FDF57B9D4}"/>
              </a:ext>
            </a:extLst>
          </p:cNvPr>
          <p:cNvSpPr/>
          <p:nvPr/>
        </p:nvSpPr>
        <p:spPr>
          <a:xfrm>
            <a:off x="0" y="1178388"/>
            <a:ext cx="18288000" cy="739587"/>
          </a:xfrm>
          <a:prstGeom prst="rect">
            <a:avLst/>
          </a:prstGeom>
          <a:solidFill>
            <a:srgbClr val="2856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7" name="Conector Reto 6">
            <a:extLst>
              <a:ext uri="{FF2B5EF4-FFF2-40B4-BE49-F238E27FC236}">
                <a16:creationId xmlns:a16="http://schemas.microsoft.com/office/drawing/2014/main" id="{38EDE7DF-4BB1-A33B-C16D-EE31EA347E50}"/>
              </a:ext>
            </a:extLst>
          </p:cNvPr>
          <p:cNvCxnSpPr>
            <a:cxnSpLocks/>
          </p:cNvCxnSpPr>
          <p:nvPr/>
        </p:nvCxnSpPr>
        <p:spPr>
          <a:xfrm flipV="1">
            <a:off x="868312" y="1616336"/>
            <a:ext cx="0" cy="6808035"/>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20" name="CaixaDeTexto 3">
            <a:extLst>
              <a:ext uri="{FF2B5EF4-FFF2-40B4-BE49-F238E27FC236}">
                <a16:creationId xmlns:a16="http://schemas.microsoft.com/office/drawing/2014/main" id="{94A176BC-E01B-6E82-2749-DE054D743078}"/>
              </a:ext>
            </a:extLst>
          </p:cNvPr>
          <p:cNvSpPr txBox="1"/>
          <p:nvPr/>
        </p:nvSpPr>
        <p:spPr>
          <a:xfrm>
            <a:off x="1478280" y="2146575"/>
            <a:ext cx="15377160" cy="6636753"/>
          </a:xfrm>
          <a:prstGeom prst="rect">
            <a:avLst/>
          </a:prstGeom>
          <a:noFill/>
          <a:ln>
            <a:noFill/>
          </a:ln>
        </p:spPr>
        <p:txBody>
          <a:bodyPr wrap="square" lIns="91440" tIns="45720" rIns="91440" bIns="4572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Etapa 2: Criação da estrutura do projeto</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A estrutura de diretórios e arquivos criada deve ser exatamente como descrita:</a:t>
            </a:r>
          </a:p>
          <a:p>
            <a:pPr>
              <a:lnSpc>
                <a:spcPct val="107000"/>
              </a:lnSpc>
              <a:spcAft>
                <a:spcPts val="800"/>
              </a:spcAft>
            </a:pPr>
            <a:endParaRPr lang="pt-BR" kern="100" dirty="0">
              <a:effectLst/>
              <a:latin typeface="Poppins" panose="00000500000000000000" pitchFamily="2" charset="0"/>
              <a:ea typeface="Aptos" panose="020B0004020202020204" pitchFamily="34" charset="0"/>
              <a:cs typeface="Poppins" panose="00000500000000000000" pitchFamily="2" charset="0"/>
            </a:endParaRP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projeto/</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 css/</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   ├── style.css</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 sass/</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   ├── style.scss</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 less/</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   ├── style.less</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 index.html</a:t>
            </a:r>
          </a:p>
          <a:p>
            <a:pPr>
              <a:lnSpc>
                <a:spcPct val="107000"/>
              </a:lnSpc>
              <a:spcAft>
                <a:spcPts val="800"/>
              </a:spcAft>
            </a:pPr>
            <a:endParaRPr lang="pt-BR" kern="100" dirty="0">
              <a:effectLst/>
              <a:latin typeface="Poppins" panose="00000500000000000000" pitchFamily="2" charset="0"/>
              <a:ea typeface="Aptos" panose="020B0004020202020204" pitchFamily="34" charset="0"/>
              <a:cs typeface="Poppins" panose="00000500000000000000" pitchFamily="2" charset="0"/>
            </a:endParaRP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Etapa 3: Desenvolvimento com SASS</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Resposta esperada no style.scss:</a:t>
            </a:r>
          </a:p>
          <a:p>
            <a:pPr>
              <a:lnSpc>
                <a:spcPct val="107000"/>
              </a:lnSpc>
              <a:spcAft>
                <a:spcPts val="800"/>
              </a:spcAft>
            </a:pPr>
            <a:endParaRPr lang="pt-BR" kern="100" dirty="0">
              <a:effectLst/>
              <a:latin typeface="Poppins" panose="00000500000000000000" pitchFamily="2" charset="0"/>
              <a:ea typeface="Aptos" panose="020B0004020202020204" pitchFamily="34" charset="0"/>
              <a:cs typeface="Poppins" panose="00000500000000000000" pitchFamily="2" charset="0"/>
            </a:endParaRP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O arquivo deve conter:</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Variáveis para cores, como $primary-color: #3498db;</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Mixins como @mixin rounded($</a:t>
            </a:r>
            <a:r>
              <a:rPr lang="pt-BR" kern="100" dirty="0" err="1">
                <a:effectLst/>
                <a:latin typeface="Poppins" panose="00000500000000000000" pitchFamily="2" charset="0"/>
                <a:ea typeface="Aptos" panose="020B0004020202020204" pitchFamily="34" charset="0"/>
                <a:cs typeface="Poppins" panose="00000500000000000000" pitchFamily="2" charset="0"/>
              </a:rPr>
              <a:t>radius</a:t>
            </a:r>
            <a:r>
              <a:rPr lang="pt-BR" kern="100" dirty="0">
                <a:effectLst/>
                <a:latin typeface="Poppins" panose="00000500000000000000" pitchFamily="2" charset="0"/>
                <a:ea typeface="Aptos" panose="020B0004020202020204" pitchFamily="34" charset="0"/>
                <a:cs typeface="Poppins" panose="00000500000000000000" pitchFamily="2" charset="0"/>
              </a:rPr>
              <a:t>)</a:t>
            </a:r>
            <a:r>
              <a:rPr lang="pt-BR" kern="100" dirty="0">
                <a:latin typeface="Poppins" panose="00000500000000000000" pitchFamily="2" charset="0"/>
                <a:ea typeface="Aptos" panose="020B0004020202020204" pitchFamily="34" charset="0"/>
                <a:cs typeface="Poppins" panose="00000500000000000000" pitchFamily="2" charset="0"/>
              </a:rPr>
              <a:t>.</a:t>
            </a:r>
            <a:endParaRPr lang="pt-BR" kern="100" dirty="0">
              <a:effectLst/>
              <a:latin typeface="Poppins" panose="00000500000000000000" pitchFamily="2" charset="0"/>
              <a:ea typeface="Aptos" panose="020B0004020202020204" pitchFamily="34" charset="0"/>
              <a:cs typeface="Poppins" panose="00000500000000000000" pitchFamily="2" charset="0"/>
            </a:endParaRP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Aninhamento de seletores para organizar o estilo do menu de navegação.</a:t>
            </a:r>
          </a:p>
          <a:p>
            <a:endParaRPr lang="pt-BR" dirty="0"/>
          </a:p>
        </p:txBody>
      </p:sp>
      <p:sp>
        <p:nvSpPr>
          <p:cNvPr id="8" name="CaixaDeTexto 7">
            <a:extLst>
              <a:ext uri="{FF2B5EF4-FFF2-40B4-BE49-F238E27FC236}">
                <a16:creationId xmlns:a16="http://schemas.microsoft.com/office/drawing/2014/main" id="{D3805A55-C0FD-A9EE-A0AF-DE37C70D2A22}"/>
              </a:ext>
            </a:extLst>
          </p:cNvPr>
          <p:cNvSpPr txBox="1"/>
          <p:nvPr/>
        </p:nvSpPr>
        <p:spPr>
          <a:xfrm>
            <a:off x="1478280" y="1193628"/>
            <a:ext cx="8884920" cy="920061"/>
          </a:xfrm>
          <a:prstGeom prst="rect">
            <a:avLst/>
          </a:prstGeom>
          <a:noFill/>
          <a:ln>
            <a:noFill/>
          </a:ln>
        </p:spPr>
        <p:txBody>
          <a:bodyPr spcFirstLastPara="1" wrap="none" lIns="91425" tIns="45700" rIns="91425" bIns="45700" rtlCol="0" anchor="t" anchorCtr="0">
            <a:noAutofit/>
          </a:bodyPr>
          <a:lstStyle/>
          <a:p>
            <a:pPr algn="l"/>
            <a:r>
              <a:rPr lang="pt-BR" sz="4500" b="1" dirty="0">
                <a:solidFill>
                  <a:schemeClr val="bg1"/>
                </a:solidFill>
                <a:latin typeface="Poppins" pitchFamily="2" charset="77"/>
                <a:cs typeface="Poppins" pitchFamily="2" charset="77"/>
              </a:rPr>
              <a:t>Slide 7</a:t>
            </a:r>
            <a:endParaRPr lang="pt-BR" sz="4800" b="1" dirty="0">
              <a:solidFill>
                <a:schemeClr val="bg1"/>
              </a:solidFill>
              <a:latin typeface="Poppins" pitchFamily="2" charset="77"/>
              <a:cs typeface="Poppins" pitchFamily="2" charset="77"/>
            </a:endParaRPr>
          </a:p>
        </p:txBody>
      </p:sp>
      <p:sp>
        <p:nvSpPr>
          <p:cNvPr id="6" name="Oval 8">
            <a:extLst>
              <a:ext uri="{FF2B5EF4-FFF2-40B4-BE49-F238E27FC236}">
                <a16:creationId xmlns:a16="http://schemas.microsoft.com/office/drawing/2014/main" id="{48A64E13-BD26-A364-CCB3-4FC371866639}"/>
              </a:ext>
            </a:extLst>
          </p:cNvPr>
          <p:cNvSpPr/>
          <p:nvPr/>
        </p:nvSpPr>
        <p:spPr>
          <a:xfrm>
            <a:off x="614957" y="2073949"/>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pic>
        <p:nvPicPr>
          <p:cNvPr id="9" name="Gráfico 8">
            <a:extLst>
              <a:ext uri="{FF2B5EF4-FFF2-40B4-BE49-F238E27FC236}">
                <a16:creationId xmlns:a16="http://schemas.microsoft.com/office/drawing/2014/main" id="{FB6B31B1-3DB6-8A48-79CF-0115B1415FE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0869" y="2155130"/>
            <a:ext cx="312039" cy="400050"/>
          </a:xfrm>
          <a:prstGeom prst="rect">
            <a:avLst/>
          </a:prstGeom>
        </p:spPr>
      </p:pic>
      <p:pic>
        <p:nvPicPr>
          <p:cNvPr id="2" name="Imagem 1">
            <a:extLst>
              <a:ext uri="{FF2B5EF4-FFF2-40B4-BE49-F238E27FC236}">
                <a16:creationId xmlns:a16="http://schemas.microsoft.com/office/drawing/2014/main" id="{48BAB445-FBB4-F6E1-0943-74900B87FFCA}"/>
              </a:ext>
            </a:extLst>
          </p:cNvPr>
          <p:cNvPicPr>
            <a:picLocks noChangeAspect="1"/>
          </p:cNvPicPr>
          <p:nvPr/>
        </p:nvPicPr>
        <p:blipFill>
          <a:blip r:embed="rId4"/>
          <a:stretch>
            <a:fillRect/>
          </a:stretch>
        </p:blipFill>
        <p:spPr>
          <a:xfrm>
            <a:off x="11198981" y="8762819"/>
            <a:ext cx="2616200" cy="609600"/>
          </a:xfrm>
          <a:prstGeom prst="rect">
            <a:avLst/>
          </a:prstGeom>
        </p:spPr>
      </p:pic>
      <p:grpSp>
        <p:nvGrpSpPr>
          <p:cNvPr id="3" name="Gráfico 85">
            <a:extLst>
              <a:ext uri="{FF2B5EF4-FFF2-40B4-BE49-F238E27FC236}">
                <a16:creationId xmlns:a16="http://schemas.microsoft.com/office/drawing/2014/main" id="{AA483DFA-D2A8-9A38-038E-0382A11CABFB}"/>
              </a:ext>
            </a:extLst>
          </p:cNvPr>
          <p:cNvGrpSpPr/>
          <p:nvPr/>
        </p:nvGrpSpPr>
        <p:grpSpPr>
          <a:xfrm>
            <a:off x="11549419" y="8889189"/>
            <a:ext cx="1758662" cy="298605"/>
            <a:chOff x="2316209" y="1866988"/>
            <a:chExt cx="1758662" cy="298605"/>
          </a:xfrm>
          <a:solidFill>
            <a:srgbClr val="FFFFFF"/>
          </a:solidFill>
        </p:grpSpPr>
        <p:sp>
          <p:nvSpPr>
            <p:cNvPr id="4" name="Forma Livre 150">
              <a:extLst>
                <a:ext uri="{FF2B5EF4-FFF2-40B4-BE49-F238E27FC236}">
                  <a16:creationId xmlns:a16="http://schemas.microsoft.com/office/drawing/2014/main" id="{3010BF6E-43F8-85B1-454B-94918AF4F899}"/>
                </a:ext>
              </a:extLst>
            </p:cNvPr>
            <p:cNvSpPr/>
            <p:nvPr/>
          </p:nvSpPr>
          <p:spPr>
            <a:xfrm>
              <a:off x="2316209" y="1900613"/>
              <a:ext cx="256393" cy="263805"/>
            </a:xfrm>
            <a:custGeom>
              <a:avLst/>
              <a:gdLst>
                <a:gd name="connsiteX0" fmla="*/ 16815 w 256393"/>
                <a:gd name="connsiteY0" fmla="*/ 63645 h 263805"/>
                <a:gd name="connsiteX1" fmla="*/ 63695 w 256393"/>
                <a:gd name="connsiteY1" fmla="*/ 16771 h 263805"/>
                <a:gd name="connsiteX2" fmla="*/ 131891 w 256393"/>
                <a:gd name="connsiteY2" fmla="*/ 0 h 263805"/>
                <a:gd name="connsiteX3" fmla="*/ 211892 w 256393"/>
                <a:gd name="connsiteY3" fmla="*/ 24318 h 263805"/>
                <a:gd name="connsiteX4" fmla="*/ 256394 w 256393"/>
                <a:gd name="connsiteY4" fmla="*/ 90730 h 263805"/>
                <a:gd name="connsiteX5" fmla="*/ 186159 w 256393"/>
                <a:gd name="connsiteY5" fmla="*/ 90730 h 263805"/>
                <a:gd name="connsiteX6" fmla="*/ 163909 w 256393"/>
                <a:gd name="connsiteY6" fmla="*/ 65993 h 263805"/>
                <a:gd name="connsiteX7" fmla="*/ 131212 w 256393"/>
                <a:gd name="connsiteY7" fmla="*/ 57524 h 263805"/>
                <a:gd name="connsiteX8" fmla="*/ 83398 w 256393"/>
                <a:gd name="connsiteY8" fmla="*/ 77817 h 263805"/>
                <a:gd name="connsiteX9" fmla="*/ 65054 w 256393"/>
                <a:gd name="connsiteY9" fmla="*/ 132071 h 263805"/>
                <a:gd name="connsiteX10" fmla="*/ 83398 w 256393"/>
                <a:gd name="connsiteY10" fmla="*/ 186324 h 263805"/>
                <a:gd name="connsiteX11" fmla="*/ 131212 w 256393"/>
                <a:gd name="connsiteY11" fmla="*/ 206617 h 263805"/>
                <a:gd name="connsiteX12" fmla="*/ 163909 w 256393"/>
                <a:gd name="connsiteY12" fmla="*/ 198148 h 263805"/>
                <a:gd name="connsiteX13" fmla="*/ 186159 w 256393"/>
                <a:gd name="connsiteY13" fmla="*/ 173411 h 263805"/>
                <a:gd name="connsiteX14" fmla="*/ 256394 w 256393"/>
                <a:gd name="connsiteY14" fmla="*/ 173411 h 263805"/>
                <a:gd name="connsiteX15" fmla="*/ 211892 w 256393"/>
                <a:gd name="connsiteY15" fmla="*/ 239656 h 263805"/>
                <a:gd name="connsiteX16" fmla="*/ 131891 w 256393"/>
                <a:gd name="connsiteY16" fmla="*/ 263806 h 263805"/>
                <a:gd name="connsiteX17" fmla="*/ 63695 w 256393"/>
                <a:gd name="connsiteY17" fmla="*/ 247035 h 263805"/>
                <a:gd name="connsiteX18" fmla="*/ 16815 w 256393"/>
                <a:gd name="connsiteY18" fmla="*/ 200328 h 263805"/>
                <a:gd name="connsiteX19" fmla="*/ 0 w 256393"/>
                <a:gd name="connsiteY19" fmla="*/ 132071 h 263805"/>
                <a:gd name="connsiteX20" fmla="*/ 16815 w 256393"/>
                <a:gd name="connsiteY20" fmla="*/ 63645 h 263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6393" h="263805">
                  <a:moveTo>
                    <a:pt x="16815" y="63645"/>
                  </a:moveTo>
                  <a:cubicBezTo>
                    <a:pt x="28026" y="43604"/>
                    <a:pt x="43652" y="28007"/>
                    <a:pt x="63695" y="16771"/>
                  </a:cubicBezTo>
                  <a:cubicBezTo>
                    <a:pt x="83738" y="5618"/>
                    <a:pt x="106498" y="0"/>
                    <a:pt x="131891" y="0"/>
                  </a:cubicBezTo>
                  <a:cubicBezTo>
                    <a:pt x="163059" y="0"/>
                    <a:pt x="189726" y="8134"/>
                    <a:pt x="211892" y="24318"/>
                  </a:cubicBezTo>
                  <a:cubicBezTo>
                    <a:pt x="234058" y="40586"/>
                    <a:pt x="248920" y="62723"/>
                    <a:pt x="256394" y="90730"/>
                  </a:cubicBezTo>
                  <a:lnTo>
                    <a:pt x="186159" y="90730"/>
                  </a:lnTo>
                  <a:cubicBezTo>
                    <a:pt x="180894" y="79913"/>
                    <a:pt x="173505" y="71696"/>
                    <a:pt x="163909" y="65993"/>
                  </a:cubicBezTo>
                  <a:cubicBezTo>
                    <a:pt x="154312" y="60375"/>
                    <a:pt x="143441" y="57524"/>
                    <a:pt x="131212" y="57524"/>
                  </a:cubicBezTo>
                  <a:cubicBezTo>
                    <a:pt x="111509" y="57524"/>
                    <a:pt x="95543" y="64316"/>
                    <a:pt x="83398" y="77817"/>
                  </a:cubicBezTo>
                  <a:cubicBezTo>
                    <a:pt x="71169" y="91317"/>
                    <a:pt x="65054" y="109430"/>
                    <a:pt x="65054" y="132071"/>
                  </a:cubicBezTo>
                  <a:cubicBezTo>
                    <a:pt x="65054" y="154711"/>
                    <a:pt x="71169" y="172824"/>
                    <a:pt x="83398" y="186324"/>
                  </a:cubicBezTo>
                  <a:cubicBezTo>
                    <a:pt x="95627" y="199825"/>
                    <a:pt x="111509" y="206617"/>
                    <a:pt x="131212" y="206617"/>
                  </a:cubicBezTo>
                  <a:cubicBezTo>
                    <a:pt x="143441" y="206617"/>
                    <a:pt x="154312" y="203766"/>
                    <a:pt x="163909" y="198148"/>
                  </a:cubicBezTo>
                  <a:cubicBezTo>
                    <a:pt x="173505" y="192530"/>
                    <a:pt x="180894" y="184228"/>
                    <a:pt x="186159" y="173411"/>
                  </a:cubicBezTo>
                  <a:lnTo>
                    <a:pt x="256394" y="173411"/>
                  </a:lnTo>
                  <a:cubicBezTo>
                    <a:pt x="248920" y="201418"/>
                    <a:pt x="234058" y="223556"/>
                    <a:pt x="211892" y="239656"/>
                  </a:cubicBezTo>
                  <a:cubicBezTo>
                    <a:pt x="189726" y="255756"/>
                    <a:pt x="163059" y="263806"/>
                    <a:pt x="131891" y="263806"/>
                  </a:cubicBezTo>
                  <a:cubicBezTo>
                    <a:pt x="106498" y="263806"/>
                    <a:pt x="83738" y="258188"/>
                    <a:pt x="63695" y="247035"/>
                  </a:cubicBezTo>
                  <a:cubicBezTo>
                    <a:pt x="43652" y="235882"/>
                    <a:pt x="28026" y="220285"/>
                    <a:pt x="16815" y="200328"/>
                  </a:cubicBezTo>
                  <a:cubicBezTo>
                    <a:pt x="5605" y="180371"/>
                    <a:pt x="0" y="157646"/>
                    <a:pt x="0" y="132071"/>
                  </a:cubicBezTo>
                  <a:cubicBezTo>
                    <a:pt x="0" y="106495"/>
                    <a:pt x="5605" y="83687"/>
                    <a:pt x="16815" y="63645"/>
                  </a:cubicBezTo>
                  <a:close/>
                </a:path>
              </a:pathLst>
            </a:custGeom>
            <a:solidFill>
              <a:srgbClr val="FFFFFF"/>
            </a:solidFill>
            <a:ln w="0" cap="flat">
              <a:noFill/>
              <a:prstDash val="solid"/>
              <a:miter/>
            </a:ln>
          </p:spPr>
          <p:txBody>
            <a:bodyPr rtlCol="0" anchor="ctr"/>
            <a:lstStyle/>
            <a:p>
              <a:endParaRPr lang="pt-BR" dirty="0"/>
            </a:p>
          </p:txBody>
        </p:sp>
        <p:sp>
          <p:nvSpPr>
            <p:cNvPr id="10" name="Forma Livre 151">
              <a:extLst>
                <a:ext uri="{FF2B5EF4-FFF2-40B4-BE49-F238E27FC236}">
                  <a16:creationId xmlns:a16="http://schemas.microsoft.com/office/drawing/2014/main" id="{F76C4510-CE23-ABC8-5043-12EDD907A5B9}"/>
                </a:ext>
              </a:extLst>
            </p:cNvPr>
            <p:cNvSpPr/>
            <p:nvPr/>
          </p:nvSpPr>
          <p:spPr>
            <a:xfrm>
              <a:off x="2599100" y="1953777"/>
              <a:ext cx="216733" cy="211816"/>
            </a:xfrm>
            <a:custGeom>
              <a:avLst/>
              <a:gdLst>
                <a:gd name="connsiteX0" fmla="*/ 52485 w 216733"/>
                <a:gd name="connsiteY0" fmla="*/ 198903 h 211816"/>
                <a:gd name="connsiteX1" fmla="*/ 14013 w 216733"/>
                <a:gd name="connsiteY1" fmla="*/ 162007 h 211816"/>
                <a:gd name="connsiteX2" fmla="*/ 0 w 216733"/>
                <a:gd name="connsiteY2" fmla="*/ 105908 h 211816"/>
                <a:gd name="connsiteX3" fmla="*/ 14183 w 216733"/>
                <a:gd name="connsiteY3" fmla="*/ 49977 h 211816"/>
                <a:gd name="connsiteX4" fmla="*/ 53079 w 216733"/>
                <a:gd name="connsiteY4" fmla="*/ 12914 h 211816"/>
                <a:gd name="connsiteX5" fmla="*/ 108367 w 216733"/>
                <a:gd name="connsiteY5" fmla="*/ 0 h 211816"/>
                <a:gd name="connsiteX6" fmla="*/ 163654 w 216733"/>
                <a:gd name="connsiteY6" fmla="*/ 12914 h 211816"/>
                <a:gd name="connsiteX7" fmla="*/ 202550 w 216733"/>
                <a:gd name="connsiteY7" fmla="*/ 49977 h 211816"/>
                <a:gd name="connsiteX8" fmla="*/ 216733 w 216733"/>
                <a:gd name="connsiteY8" fmla="*/ 105908 h 211816"/>
                <a:gd name="connsiteX9" fmla="*/ 202380 w 216733"/>
                <a:gd name="connsiteY9" fmla="*/ 161839 h 211816"/>
                <a:gd name="connsiteX10" fmla="*/ 163144 w 216733"/>
                <a:gd name="connsiteY10" fmla="*/ 198903 h 211816"/>
                <a:gd name="connsiteX11" fmla="*/ 107687 w 216733"/>
                <a:gd name="connsiteY11" fmla="*/ 211816 h 211816"/>
                <a:gd name="connsiteX12" fmla="*/ 52570 w 216733"/>
                <a:gd name="connsiteY12" fmla="*/ 198903 h 211816"/>
                <a:gd name="connsiteX13" fmla="*/ 138855 w 216733"/>
                <a:gd name="connsiteY13" fmla="*/ 143894 h 211816"/>
                <a:gd name="connsiteX14" fmla="*/ 151764 w 216733"/>
                <a:gd name="connsiteY14" fmla="*/ 105908 h 211816"/>
                <a:gd name="connsiteX15" fmla="*/ 139280 w 216733"/>
                <a:gd name="connsiteY15" fmla="*/ 67922 h 211816"/>
                <a:gd name="connsiteX16" fmla="*/ 108451 w 216733"/>
                <a:gd name="connsiteY16" fmla="*/ 54673 h 211816"/>
                <a:gd name="connsiteX17" fmla="*/ 77453 w 216733"/>
                <a:gd name="connsiteY17" fmla="*/ 67754 h 211816"/>
                <a:gd name="connsiteX18" fmla="*/ 65139 w 216733"/>
                <a:gd name="connsiteY18" fmla="*/ 105908 h 211816"/>
                <a:gd name="connsiteX19" fmla="*/ 77283 w 216733"/>
                <a:gd name="connsiteY19" fmla="*/ 143894 h 211816"/>
                <a:gd name="connsiteX20" fmla="*/ 107772 w 216733"/>
                <a:gd name="connsiteY20" fmla="*/ 157143 h 211816"/>
                <a:gd name="connsiteX21" fmla="*/ 138940 w 216733"/>
                <a:gd name="connsiteY21" fmla="*/ 143894 h 211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16733" h="211816">
                  <a:moveTo>
                    <a:pt x="52485" y="198903"/>
                  </a:moveTo>
                  <a:cubicBezTo>
                    <a:pt x="36179" y="190266"/>
                    <a:pt x="23355" y="178023"/>
                    <a:pt x="14013" y="162007"/>
                  </a:cubicBezTo>
                  <a:cubicBezTo>
                    <a:pt x="4671" y="145991"/>
                    <a:pt x="0" y="127291"/>
                    <a:pt x="0" y="105908"/>
                  </a:cubicBezTo>
                  <a:cubicBezTo>
                    <a:pt x="0" y="84525"/>
                    <a:pt x="4756" y="66077"/>
                    <a:pt x="14183" y="49977"/>
                  </a:cubicBezTo>
                  <a:cubicBezTo>
                    <a:pt x="23610" y="33877"/>
                    <a:pt x="36603" y="21467"/>
                    <a:pt x="53079" y="12914"/>
                  </a:cubicBezTo>
                  <a:cubicBezTo>
                    <a:pt x="69555" y="4277"/>
                    <a:pt x="87984" y="0"/>
                    <a:pt x="108367" y="0"/>
                  </a:cubicBezTo>
                  <a:cubicBezTo>
                    <a:pt x="128749" y="0"/>
                    <a:pt x="147263" y="4277"/>
                    <a:pt x="163654" y="12914"/>
                  </a:cubicBezTo>
                  <a:cubicBezTo>
                    <a:pt x="180130" y="21551"/>
                    <a:pt x="193038" y="33877"/>
                    <a:pt x="202550" y="49977"/>
                  </a:cubicBezTo>
                  <a:cubicBezTo>
                    <a:pt x="211977" y="66077"/>
                    <a:pt x="216733" y="84693"/>
                    <a:pt x="216733" y="105908"/>
                  </a:cubicBezTo>
                  <a:cubicBezTo>
                    <a:pt x="216733" y="127123"/>
                    <a:pt x="211892" y="145739"/>
                    <a:pt x="202380" y="161839"/>
                  </a:cubicBezTo>
                  <a:cubicBezTo>
                    <a:pt x="192784" y="177939"/>
                    <a:pt x="179705" y="190349"/>
                    <a:pt x="163144" y="198903"/>
                  </a:cubicBezTo>
                  <a:cubicBezTo>
                    <a:pt x="146584" y="207540"/>
                    <a:pt x="128069" y="211816"/>
                    <a:pt x="107687" y="211816"/>
                  </a:cubicBezTo>
                  <a:cubicBezTo>
                    <a:pt x="87305" y="211816"/>
                    <a:pt x="68876" y="207540"/>
                    <a:pt x="52570" y="198903"/>
                  </a:cubicBezTo>
                  <a:close/>
                  <a:moveTo>
                    <a:pt x="138855" y="143894"/>
                  </a:moveTo>
                  <a:cubicBezTo>
                    <a:pt x="147433" y="135006"/>
                    <a:pt x="151764" y="122344"/>
                    <a:pt x="151764" y="105908"/>
                  </a:cubicBezTo>
                  <a:cubicBezTo>
                    <a:pt x="151764" y="89473"/>
                    <a:pt x="147603" y="76727"/>
                    <a:pt x="139280" y="67922"/>
                  </a:cubicBezTo>
                  <a:cubicBezTo>
                    <a:pt x="130957" y="59033"/>
                    <a:pt x="120681" y="54673"/>
                    <a:pt x="108451" y="54673"/>
                  </a:cubicBezTo>
                  <a:cubicBezTo>
                    <a:pt x="96222" y="54673"/>
                    <a:pt x="85691" y="59033"/>
                    <a:pt x="77453" y="67754"/>
                  </a:cubicBezTo>
                  <a:cubicBezTo>
                    <a:pt x="69215" y="76475"/>
                    <a:pt x="65139" y="89221"/>
                    <a:pt x="65139" y="105908"/>
                  </a:cubicBezTo>
                  <a:cubicBezTo>
                    <a:pt x="65139" y="122595"/>
                    <a:pt x="69215" y="135089"/>
                    <a:pt x="77283" y="143894"/>
                  </a:cubicBezTo>
                  <a:cubicBezTo>
                    <a:pt x="85351" y="152783"/>
                    <a:pt x="95543" y="157143"/>
                    <a:pt x="107772" y="157143"/>
                  </a:cubicBezTo>
                  <a:cubicBezTo>
                    <a:pt x="120001" y="157143"/>
                    <a:pt x="130362" y="152699"/>
                    <a:pt x="138940" y="143894"/>
                  </a:cubicBezTo>
                  <a:close/>
                </a:path>
              </a:pathLst>
            </a:custGeom>
            <a:solidFill>
              <a:srgbClr val="FFFFFF"/>
            </a:solidFill>
            <a:ln w="0" cap="flat">
              <a:noFill/>
              <a:prstDash val="solid"/>
              <a:miter/>
            </a:ln>
          </p:spPr>
          <p:txBody>
            <a:bodyPr rtlCol="0" anchor="ctr"/>
            <a:lstStyle/>
            <a:p>
              <a:endParaRPr lang="pt-BR" dirty="0"/>
            </a:p>
          </p:txBody>
        </p:sp>
        <p:sp>
          <p:nvSpPr>
            <p:cNvPr id="11" name="Forma Livre 152">
              <a:extLst>
                <a:ext uri="{FF2B5EF4-FFF2-40B4-BE49-F238E27FC236}">
                  <a16:creationId xmlns:a16="http://schemas.microsoft.com/office/drawing/2014/main" id="{A454A4B7-A3B9-29A9-F099-B5075CBFB636}"/>
                </a:ext>
              </a:extLst>
            </p:cNvPr>
            <p:cNvSpPr/>
            <p:nvPr/>
          </p:nvSpPr>
          <p:spPr>
            <a:xfrm>
              <a:off x="2849888" y="1954616"/>
              <a:ext cx="207391" cy="208042"/>
            </a:xfrm>
            <a:custGeom>
              <a:avLst/>
              <a:gdLst>
                <a:gd name="connsiteX0" fmla="*/ 185565 w 207391"/>
                <a:gd name="connsiteY0" fmla="*/ 23312 h 208042"/>
                <a:gd name="connsiteX1" fmla="*/ 207391 w 207391"/>
                <a:gd name="connsiteY1" fmla="*/ 87712 h 208042"/>
                <a:gd name="connsiteX2" fmla="*/ 207391 w 207391"/>
                <a:gd name="connsiteY2" fmla="*/ 208043 h 208042"/>
                <a:gd name="connsiteX3" fmla="*/ 143866 w 207391"/>
                <a:gd name="connsiteY3" fmla="*/ 208043 h 208042"/>
                <a:gd name="connsiteX4" fmla="*/ 143866 w 207391"/>
                <a:gd name="connsiteY4" fmla="*/ 96265 h 208042"/>
                <a:gd name="connsiteX5" fmla="*/ 132995 w 207391"/>
                <a:gd name="connsiteY5" fmla="*/ 64149 h 208042"/>
                <a:gd name="connsiteX6" fmla="*/ 103865 w 207391"/>
                <a:gd name="connsiteY6" fmla="*/ 52744 h 208042"/>
                <a:gd name="connsiteX7" fmla="*/ 74736 w 207391"/>
                <a:gd name="connsiteY7" fmla="*/ 64149 h 208042"/>
                <a:gd name="connsiteX8" fmla="*/ 63865 w 207391"/>
                <a:gd name="connsiteY8" fmla="*/ 96265 h 208042"/>
                <a:gd name="connsiteX9" fmla="*/ 63865 w 207391"/>
                <a:gd name="connsiteY9" fmla="*/ 208043 h 208042"/>
                <a:gd name="connsiteX10" fmla="*/ 0 w 207391"/>
                <a:gd name="connsiteY10" fmla="*/ 208043 h 208042"/>
                <a:gd name="connsiteX11" fmla="*/ 0 w 207391"/>
                <a:gd name="connsiteY11" fmla="*/ 2180 h 208042"/>
                <a:gd name="connsiteX12" fmla="*/ 63865 w 207391"/>
                <a:gd name="connsiteY12" fmla="*/ 2180 h 208042"/>
                <a:gd name="connsiteX13" fmla="*/ 63865 w 207391"/>
                <a:gd name="connsiteY13" fmla="*/ 29517 h 208042"/>
                <a:gd name="connsiteX14" fmla="*/ 90022 w 207391"/>
                <a:gd name="connsiteY14" fmla="*/ 7966 h 208042"/>
                <a:gd name="connsiteX15" fmla="*/ 127050 w 207391"/>
                <a:gd name="connsiteY15" fmla="*/ 0 h 208042"/>
                <a:gd name="connsiteX16" fmla="*/ 185565 w 207391"/>
                <a:gd name="connsiteY16" fmla="*/ 23395 h 208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7391" h="208042">
                  <a:moveTo>
                    <a:pt x="185565" y="23312"/>
                  </a:moveTo>
                  <a:cubicBezTo>
                    <a:pt x="200172" y="38908"/>
                    <a:pt x="207391" y="60375"/>
                    <a:pt x="207391" y="87712"/>
                  </a:cubicBezTo>
                  <a:lnTo>
                    <a:pt x="207391" y="208043"/>
                  </a:lnTo>
                  <a:lnTo>
                    <a:pt x="143866" y="208043"/>
                  </a:lnTo>
                  <a:lnTo>
                    <a:pt x="143866" y="96265"/>
                  </a:lnTo>
                  <a:cubicBezTo>
                    <a:pt x="143866" y="82513"/>
                    <a:pt x="140214" y="71779"/>
                    <a:pt x="132995" y="64149"/>
                  </a:cubicBezTo>
                  <a:cubicBezTo>
                    <a:pt x="125777" y="56518"/>
                    <a:pt x="116010" y="52744"/>
                    <a:pt x="103865" y="52744"/>
                  </a:cubicBezTo>
                  <a:cubicBezTo>
                    <a:pt x="91721" y="52744"/>
                    <a:pt x="81954" y="56602"/>
                    <a:pt x="74736" y="64149"/>
                  </a:cubicBezTo>
                  <a:cubicBezTo>
                    <a:pt x="67517" y="71779"/>
                    <a:pt x="63865" y="82513"/>
                    <a:pt x="63865" y="96265"/>
                  </a:cubicBezTo>
                  <a:lnTo>
                    <a:pt x="63865" y="208043"/>
                  </a:lnTo>
                  <a:lnTo>
                    <a:pt x="0" y="208043"/>
                  </a:lnTo>
                  <a:lnTo>
                    <a:pt x="0" y="2180"/>
                  </a:lnTo>
                  <a:lnTo>
                    <a:pt x="63865" y="2180"/>
                  </a:lnTo>
                  <a:lnTo>
                    <a:pt x="63865" y="29517"/>
                  </a:lnTo>
                  <a:cubicBezTo>
                    <a:pt x="70319" y="20460"/>
                    <a:pt x="79067" y="13249"/>
                    <a:pt x="90022" y="7966"/>
                  </a:cubicBezTo>
                  <a:cubicBezTo>
                    <a:pt x="100978" y="2683"/>
                    <a:pt x="113292" y="0"/>
                    <a:pt x="127050" y="0"/>
                  </a:cubicBezTo>
                  <a:cubicBezTo>
                    <a:pt x="151509" y="0"/>
                    <a:pt x="170958" y="7798"/>
                    <a:pt x="185565" y="23395"/>
                  </a:cubicBezTo>
                  <a:close/>
                </a:path>
              </a:pathLst>
            </a:custGeom>
            <a:solidFill>
              <a:srgbClr val="FFFFFF"/>
            </a:solidFill>
            <a:ln w="0" cap="flat">
              <a:noFill/>
              <a:prstDash val="solid"/>
              <a:miter/>
            </a:ln>
          </p:spPr>
          <p:txBody>
            <a:bodyPr rtlCol="0" anchor="ctr"/>
            <a:lstStyle/>
            <a:p>
              <a:endParaRPr lang="pt-BR" dirty="0"/>
            </a:p>
          </p:txBody>
        </p:sp>
        <p:sp>
          <p:nvSpPr>
            <p:cNvPr id="12" name="Forma Livre 153">
              <a:extLst>
                <a:ext uri="{FF2B5EF4-FFF2-40B4-BE49-F238E27FC236}">
                  <a16:creationId xmlns:a16="http://schemas.microsoft.com/office/drawing/2014/main" id="{A5884825-A799-E4CC-344C-2BB34BFD4590}"/>
                </a:ext>
              </a:extLst>
            </p:cNvPr>
            <p:cNvSpPr/>
            <p:nvPr/>
          </p:nvSpPr>
          <p:spPr>
            <a:xfrm>
              <a:off x="3086409" y="1906483"/>
              <a:ext cx="131551" cy="256175"/>
            </a:xfrm>
            <a:custGeom>
              <a:avLst/>
              <a:gdLst>
                <a:gd name="connsiteX0" fmla="*/ 131551 w 131551"/>
                <a:gd name="connsiteY0" fmla="*/ 202676 h 256175"/>
                <a:gd name="connsiteX1" fmla="*/ 131551 w 131551"/>
                <a:gd name="connsiteY1" fmla="*/ 256175 h 256175"/>
                <a:gd name="connsiteX2" fmla="*/ 99024 w 131551"/>
                <a:gd name="connsiteY2" fmla="*/ 256175 h 256175"/>
                <a:gd name="connsiteX3" fmla="*/ 44841 w 131551"/>
                <a:gd name="connsiteY3" fmla="*/ 239404 h 256175"/>
                <a:gd name="connsiteX4" fmla="*/ 25393 w 131551"/>
                <a:gd name="connsiteY4" fmla="*/ 184564 h 256175"/>
                <a:gd name="connsiteX5" fmla="*/ 25393 w 131551"/>
                <a:gd name="connsiteY5" fmla="*/ 102638 h 256175"/>
                <a:gd name="connsiteX6" fmla="*/ 0 w 131551"/>
                <a:gd name="connsiteY6" fmla="*/ 102638 h 256175"/>
                <a:gd name="connsiteX7" fmla="*/ 0 w 131551"/>
                <a:gd name="connsiteY7" fmla="*/ 50229 h 256175"/>
                <a:gd name="connsiteX8" fmla="*/ 25393 w 131551"/>
                <a:gd name="connsiteY8" fmla="*/ 50229 h 256175"/>
                <a:gd name="connsiteX9" fmla="*/ 25393 w 131551"/>
                <a:gd name="connsiteY9" fmla="*/ 0 h 256175"/>
                <a:gd name="connsiteX10" fmla="*/ 89343 w 131551"/>
                <a:gd name="connsiteY10" fmla="*/ 0 h 256175"/>
                <a:gd name="connsiteX11" fmla="*/ 89343 w 131551"/>
                <a:gd name="connsiteY11" fmla="*/ 50229 h 256175"/>
                <a:gd name="connsiteX12" fmla="*/ 131212 w 131551"/>
                <a:gd name="connsiteY12" fmla="*/ 50229 h 256175"/>
                <a:gd name="connsiteX13" fmla="*/ 131212 w 131551"/>
                <a:gd name="connsiteY13" fmla="*/ 102638 h 256175"/>
                <a:gd name="connsiteX14" fmla="*/ 89343 w 131551"/>
                <a:gd name="connsiteY14" fmla="*/ 102638 h 256175"/>
                <a:gd name="connsiteX15" fmla="*/ 89343 w 131551"/>
                <a:gd name="connsiteY15" fmla="*/ 185318 h 256175"/>
                <a:gd name="connsiteX16" fmla="*/ 93844 w 131551"/>
                <a:gd name="connsiteY16" fmla="*/ 198567 h 256175"/>
                <a:gd name="connsiteX17" fmla="*/ 108791 w 131551"/>
                <a:gd name="connsiteY17" fmla="*/ 202592 h 256175"/>
                <a:gd name="connsiteX18" fmla="*/ 131551 w 131551"/>
                <a:gd name="connsiteY18" fmla="*/ 202592 h 256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31551" h="256175">
                  <a:moveTo>
                    <a:pt x="131551" y="202676"/>
                  </a:moveTo>
                  <a:lnTo>
                    <a:pt x="131551" y="256175"/>
                  </a:lnTo>
                  <a:lnTo>
                    <a:pt x="99024" y="256175"/>
                  </a:lnTo>
                  <a:cubicBezTo>
                    <a:pt x="75839" y="256175"/>
                    <a:pt x="57750" y="250557"/>
                    <a:pt x="44841" y="239404"/>
                  </a:cubicBezTo>
                  <a:cubicBezTo>
                    <a:pt x="31932" y="228252"/>
                    <a:pt x="25393" y="209971"/>
                    <a:pt x="25393" y="184564"/>
                  </a:cubicBezTo>
                  <a:lnTo>
                    <a:pt x="25393" y="102638"/>
                  </a:lnTo>
                  <a:lnTo>
                    <a:pt x="0" y="102638"/>
                  </a:lnTo>
                  <a:lnTo>
                    <a:pt x="0" y="50229"/>
                  </a:lnTo>
                  <a:lnTo>
                    <a:pt x="25393" y="50229"/>
                  </a:lnTo>
                  <a:lnTo>
                    <a:pt x="25393" y="0"/>
                  </a:lnTo>
                  <a:lnTo>
                    <a:pt x="89343" y="0"/>
                  </a:lnTo>
                  <a:lnTo>
                    <a:pt x="89343" y="50229"/>
                  </a:lnTo>
                  <a:lnTo>
                    <a:pt x="131212" y="50229"/>
                  </a:lnTo>
                  <a:lnTo>
                    <a:pt x="131212" y="102638"/>
                  </a:lnTo>
                  <a:lnTo>
                    <a:pt x="89343" y="102638"/>
                  </a:lnTo>
                  <a:lnTo>
                    <a:pt x="89343" y="185318"/>
                  </a:lnTo>
                  <a:cubicBezTo>
                    <a:pt x="89343" y="191440"/>
                    <a:pt x="90872" y="195884"/>
                    <a:pt x="93844" y="198567"/>
                  </a:cubicBezTo>
                  <a:cubicBezTo>
                    <a:pt x="96816" y="201251"/>
                    <a:pt x="101827" y="202592"/>
                    <a:pt x="108791" y="202592"/>
                  </a:cubicBezTo>
                  <a:lnTo>
                    <a:pt x="131551" y="202592"/>
                  </a:lnTo>
                  <a:close/>
                </a:path>
              </a:pathLst>
            </a:custGeom>
            <a:solidFill>
              <a:srgbClr val="FFFFFF"/>
            </a:solidFill>
            <a:ln w="0" cap="flat">
              <a:noFill/>
              <a:prstDash val="solid"/>
              <a:miter/>
            </a:ln>
          </p:spPr>
          <p:txBody>
            <a:bodyPr rtlCol="0" anchor="ctr"/>
            <a:lstStyle/>
            <a:p>
              <a:endParaRPr lang="pt-BR" dirty="0"/>
            </a:p>
          </p:txBody>
        </p:sp>
        <p:sp>
          <p:nvSpPr>
            <p:cNvPr id="13" name="Forma Livre 154">
              <a:extLst>
                <a:ext uri="{FF2B5EF4-FFF2-40B4-BE49-F238E27FC236}">
                  <a16:creationId xmlns:a16="http://schemas.microsoft.com/office/drawing/2014/main" id="{95768FD7-26E2-F76B-5182-149DC4ED460D}"/>
                </a:ext>
              </a:extLst>
            </p:cNvPr>
            <p:cNvSpPr/>
            <p:nvPr/>
          </p:nvSpPr>
          <p:spPr>
            <a:xfrm>
              <a:off x="3247515" y="1866988"/>
              <a:ext cx="75754" cy="295586"/>
            </a:xfrm>
            <a:custGeom>
              <a:avLst/>
              <a:gdLst>
                <a:gd name="connsiteX0" fmla="*/ 10616 w 75754"/>
                <a:gd name="connsiteY0" fmla="*/ 58530 h 295586"/>
                <a:gd name="connsiteX1" fmla="*/ 0 w 75754"/>
                <a:gd name="connsiteY1" fmla="*/ 34380 h 295586"/>
                <a:gd name="connsiteX2" fmla="*/ 10616 w 75754"/>
                <a:gd name="connsiteY2" fmla="*/ 9811 h 295586"/>
                <a:gd name="connsiteX3" fmla="*/ 38047 w 75754"/>
                <a:gd name="connsiteY3" fmla="*/ 0 h 295586"/>
                <a:gd name="connsiteX4" fmla="*/ 65139 w 75754"/>
                <a:gd name="connsiteY4" fmla="*/ 9811 h 295586"/>
                <a:gd name="connsiteX5" fmla="*/ 75755 w 75754"/>
                <a:gd name="connsiteY5" fmla="*/ 34380 h 295586"/>
                <a:gd name="connsiteX6" fmla="*/ 65139 w 75754"/>
                <a:gd name="connsiteY6" fmla="*/ 58530 h 295586"/>
                <a:gd name="connsiteX7" fmla="*/ 38047 w 75754"/>
                <a:gd name="connsiteY7" fmla="*/ 68341 h 295586"/>
                <a:gd name="connsiteX8" fmla="*/ 10616 w 75754"/>
                <a:gd name="connsiteY8" fmla="*/ 58530 h 295586"/>
                <a:gd name="connsiteX9" fmla="*/ 69895 w 75754"/>
                <a:gd name="connsiteY9" fmla="*/ 89724 h 295586"/>
                <a:gd name="connsiteX10" fmla="*/ 69895 w 75754"/>
                <a:gd name="connsiteY10" fmla="*/ 295587 h 295586"/>
                <a:gd name="connsiteX11" fmla="*/ 5945 w 75754"/>
                <a:gd name="connsiteY11" fmla="*/ 295587 h 295586"/>
                <a:gd name="connsiteX12" fmla="*/ 5945 w 75754"/>
                <a:gd name="connsiteY12" fmla="*/ 89724 h 295586"/>
                <a:gd name="connsiteX13" fmla="*/ 69895 w 75754"/>
                <a:gd name="connsiteY13" fmla="*/ 89724 h 295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5754" h="295586">
                  <a:moveTo>
                    <a:pt x="10616" y="58530"/>
                  </a:moveTo>
                  <a:cubicBezTo>
                    <a:pt x="3482" y="51990"/>
                    <a:pt x="0" y="43940"/>
                    <a:pt x="0" y="34380"/>
                  </a:cubicBezTo>
                  <a:cubicBezTo>
                    <a:pt x="0" y="24821"/>
                    <a:pt x="3567" y="16352"/>
                    <a:pt x="10616" y="9811"/>
                  </a:cubicBezTo>
                  <a:cubicBezTo>
                    <a:pt x="17665" y="3270"/>
                    <a:pt x="26837" y="0"/>
                    <a:pt x="38047" y="0"/>
                  </a:cubicBezTo>
                  <a:cubicBezTo>
                    <a:pt x="49257" y="0"/>
                    <a:pt x="58005" y="3270"/>
                    <a:pt x="65139" y="9811"/>
                  </a:cubicBezTo>
                  <a:cubicBezTo>
                    <a:pt x="72273" y="16352"/>
                    <a:pt x="75755" y="24485"/>
                    <a:pt x="75755" y="34380"/>
                  </a:cubicBezTo>
                  <a:cubicBezTo>
                    <a:pt x="75755" y="44275"/>
                    <a:pt x="72188" y="52074"/>
                    <a:pt x="65139" y="58530"/>
                  </a:cubicBezTo>
                  <a:cubicBezTo>
                    <a:pt x="58090" y="64987"/>
                    <a:pt x="49003" y="68341"/>
                    <a:pt x="38047" y="68341"/>
                  </a:cubicBezTo>
                  <a:cubicBezTo>
                    <a:pt x="27092" y="68341"/>
                    <a:pt x="17665" y="65071"/>
                    <a:pt x="10616" y="58530"/>
                  </a:cubicBezTo>
                  <a:close/>
                  <a:moveTo>
                    <a:pt x="69895" y="89724"/>
                  </a:moveTo>
                  <a:lnTo>
                    <a:pt x="69895" y="295587"/>
                  </a:lnTo>
                  <a:lnTo>
                    <a:pt x="5945" y="295587"/>
                  </a:lnTo>
                  <a:lnTo>
                    <a:pt x="5945" y="89724"/>
                  </a:lnTo>
                  <a:lnTo>
                    <a:pt x="69895" y="89724"/>
                  </a:lnTo>
                  <a:close/>
                </a:path>
              </a:pathLst>
            </a:custGeom>
            <a:solidFill>
              <a:srgbClr val="FFFFFF"/>
            </a:solidFill>
            <a:ln w="0" cap="flat">
              <a:noFill/>
              <a:prstDash val="solid"/>
              <a:miter/>
            </a:ln>
          </p:spPr>
          <p:txBody>
            <a:bodyPr rtlCol="0" anchor="ctr"/>
            <a:lstStyle/>
            <a:p>
              <a:endParaRPr lang="pt-BR" dirty="0"/>
            </a:p>
          </p:txBody>
        </p:sp>
        <p:sp>
          <p:nvSpPr>
            <p:cNvPr id="14" name="Forma Livre 155">
              <a:extLst>
                <a:ext uri="{FF2B5EF4-FFF2-40B4-BE49-F238E27FC236}">
                  <a16:creationId xmlns:a16="http://schemas.microsoft.com/office/drawing/2014/main" id="{B50F778B-DE3F-4D1B-0639-2A923886B3B0}"/>
                </a:ext>
              </a:extLst>
            </p:cNvPr>
            <p:cNvSpPr/>
            <p:nvPr/>
          </p:nvSpPr>
          <p:spPr>
            <a:xfrm>
              <a:off x="3363695" y="1954616"/>
              <a:ext cx="207391" cy="208042"/>
            </a:xfrm>
            <a:custGeom>
              <a:avLst/>
              <a:gdLst>
                <a:gd name="connsiteX0" fmla="*/ 185565 w 207391"/>
                <a:gd name="connsiteY0" fmla="*/ 23312 h 208042"/>
                <a:gd name="connsiteX1" fmla="*/ 207391 w 207391"/>
                <a:gd name="connsiteY1" fmla="*/ 87712 h 208042"/>
                <a:gd name="connsiteX2" fmla="*/ 207391 w 207391"/>
                <a:gd name="connsiteY2" fmla="*/ 208043 h 208042"/>
                <a:gd name="connsiteX3" fmla="*/ 143866 w 207391"/>
                <a:gd name="connsiteY3" fmla="*/ 208043 h 208042"/>
                <a:gd name="connsiteX4" fmla="*/ 143866 w 207391"/>
                <a:gd name="connsiteY4" fmla="*/ 96265 h 208042"/>
                <a:gd name="connsiteX5" fmla="*/ 132995 w 207391"/>
                <a:gd name="connsiteY5" fmla="*/ 64149 h 208042"/>
                <a:gd name="connsiteX6" fmla="*/ 103865 w 207391"/>
                <a:gd name="connsiteY6" fmla="*/ 52744 h 208042"/>
                <a:gd name="connsiteX7" fmla="*/ 74736 w 207391"/>
                <a:gd name="connsiteY7" fmla="*/ 64149 h 208042"/>
                <a:gd name="connsiteX8" fmla="*/ 63865 w 207391"/>
                <a:gd name="connsiteY8" fmla="*/ 96265 h 208042"/>
                <a:gd name="connsiteX9" fmla="*/ 63865 w 207391"/>
                <a:gd name="connsiteY9" fmla="*/ 208043 h 208042"/>
                <a:gd name="connsiteX10" fmla="*/ 0 w 207391"/>
                <a:gd name="connsiteY10" fmla="*/ 208043 h 208042"/>
                <a:gd name="connsiteX11" fmla="*/ 0 w 207391"/>
                <a:gd name="connsiteY11" fmla="*/ 2180 h 208042"/>
                <a:gd name="connsiteX12" fmla="*/ 63865 w 207391"/>
                <a:gd name="connsiteY12" fmla="*/ 2180 h 208042"/>
                <a:gd name="connsiteX13" fmla="*/ 63865 w 207391"/>
                <a:gd name="connsiteY13" fmla="*/ 29517 h 208042"/>
                <a:gd name="connsiteX14" fmla="*/ 90022 w 207391"/>
                <a:gd name="connsiteY14" fmla="*/ 7966 h 208042"/>
                <a:gd name="connsiteX15" fmla="*/ 127050 w 207391"/>
                <a:gd name="connsiteY15" fmla="*/ 0 h 208042"/>
                <a:gd name="connsiteX16" fmla="*/ 185565 w 207391"/>
                <a:gd name="connsiteY16" fmla="*/ 23395 h 208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7391" h="208042">
                  <a:moveTo>
                    <a:pt x="185565" y="23312"/>
                  </a:moveTo>
                  <a:cubicBezTo>
                    <a:pt x="200172" y="38908"/>
                    <a:pt x="207391" y="60375"/>
                    <a:pt x="207391" y="87712"/>
                  </a:cubicBezTo>
                  <a:lnTo>
                    <a:pt x="207391" y="208043"/>
                  </a:lnTo>
                  <a:lnTo>
                    <a:pt x="143866" y="208043"/>
                  </a:lnTo>
                  <a:lnTo>
                    <a:pt x="143866" y="96265"/>
                  </a:lnTo>
                  <a:cubicBezTo>
                    <a:pt x="143866" y="82513"/>
                    <a:pt x="140214" y="71779"/>
                    <a:pt x="132995" y="64149"/>
                  </a:cubicBezTo>
                  <a:cubicBezTo>
                    <a:pt x="125776" y="56518"/>
                    <a:pt x="116010" y="52744"/>
                    <a:pt x="103865" y="52744"/>
                  </a:cubicBezTo>
                  <a:cubicBezTo>
                    <a:pt x="91721" y="52744"/>
                    <a:pt x="81954" y="56602"/>
                    <a:pt x="74736" y="64149"/>
                  </a:cubicBezTo>
                  <a:cubicBezTo>
                    <a:pt x="67517" y="71779"/>
                    <a:pt x="63865" y="82513"/>
                    <a:pt x="63865" y="96265"/>
                  </a:cubicBezTo>
                  <a:lnTo>
                    <a:pt x="63865" y="208043"/>
                  </a:lnTo>
                  <a:lnTo>
                    <a:pt x="0" y="208043"/>
                  </a:lnTo>
                  <a:lnTo>
                    <a:pt x="0" y="2180"/>
                  </a:lnTo>
                  <a:lnTo>
                    <a:pt x="63865" y="2180"/>
                  </a:lnTo>
                  <a:lnTo>
                    <a:pt x="63865" y="29517"/>
                  </a:lnTo>
                  <a:cubicBezTo>
                    <a:pt x="70319" y="20460"/>
                    <a:pt x="79067" y="13249"/>
                    <a:pt x="90022" y="7966"/>
                  </a:cubicBezTo>
                  <a:cubicBezTo>
                    <a:pt x="100978" y="2683"/>
                    <a:pt x="113292" y="0"/>
                    <a:pt x="127050" y="0"/>
                  </a:cubicBezTo>
                  <a:cubicBezTo>
                    <a:pt x="151509" y="0"/>
                    <a:pt x="170958" y="7798"/>
                    <a:pt x="185565" y="23395"/>
                  </a:cubicBezTo>
                  <a:close/>
                </a:path>
              </a:pathLst>
            </a:custGeom>
            <a:solidFill>
              <a:srgbClr val="FFFFFF"/>
            </a:solidFill>
            <a:ln w="0" cap="flat">
              <a:noFill/>
              <a:prstDash val="solid"/>
              <a:miter/>
            </a:ln>
          </p:spPr>
          <p:txBody>
            <a:bodyPr rtlCol="0" anchor="ctr"/>
            <a:lstStyle/>
            <a:p>
              <a:endParaRPr lang="pt-BR" dirty="0"/>
            </a:p>
          </p:txBody>
        </p:sp>
        <p:sp>
          <p:nvSpPr>
            <p:cNvPr id="15" name="Forma Livre 156">
              <a:extLst>
                <a:ext uri="{FF2B5EF4-FFF2-40B4-BE49-F238E27FC236}">
                  <a16:creationId xmlns:a16="http://schemas.microsoft.com/office/drawing/2014/main" id="{F0263A61-2A81-F6BA-AC98-8666955AAE08}"/>
                </a:ext>
              </a:extLst>
            </p:cNvPr>
            <p:cNvSpPr/>
            <p:nvPr/>
          </p:nvSpPr>
          <p:spPr>
            <a:xfrm>
              <a:off x="3613804" y="1956712"/>
              <a:ext cx="207900" cy="208126"/>
            </a:xfrm>
            <a:custGeom>
              <a:avLst/>
              <a:gdLst>
                <a:gd name="connsiteX0" fmla="*/ 207731 w 207900"/>
                <a:gd name="connsiteY0" fmla="*/ 0 h 208126"/>
                <a:gd name="connsiteX1" fmla="*/ 207731 w 207900"/>
                <a:gd name="connsiteY1" fmla="*/ 205863 h 208126"/>
                <a:gd name="connsiteX2" fmla="*/ 143781 w 207900"/>
                <a:gd name="connsiteY2" fmla="*/ 205863 h 208126"/>
                <a:gd name="connsiteX3" fmla="*/ 143781 w 207900"/>
                <a:gd name="connsiteY3" fmla="*/ 177855 h 208126"/>
                <a:gd name="connsiteX4" fmla="*/ 117454 w 207900"/>
                <a:gd name="connsiteY4" fmla="*/ 199825 h 208126"/>
                <a:gd name="connsiteX5" fmla="*/ 80680 w 207900"/>
                <a:gd name="connsiteY5" fmla="*/ 208127 h 208126"/>
                <a:gd name="connsiteX6" fmla="*/ 38472 w 207900"/>
                <a:gd name="connsiteY6" fmla="*/ 197645 h 208126"/>
                <a:gd name="connsiteX7" fmla="*/ 10106 w 207900"/>
                <a:gd name="connsiteY7" fmla="*/ 167206 h 208126"/>
                <a:gd name="connsiteX8" fmla="*/ 0 w 207900"/>
                <a:gd name="connsiteY8" fmla="*/ 120331 h 208126"/>
                <a:gd name="connsiteX9" fmla="*/ 0 w 207900"/>
                <a:gd name="connsiteY9" fmla="*/ 0 h 208126"/>
                <a:gd name="connsiteX10" fmla="*/ 63525 w 207900"/>
                <a:gd name="connsiteY10" fmla="*/ 0 h 208126"/>
                <a:gd name="connsiteX11" fmla="*/ 63525 w 207900"/>
                <a:gd name="connsiteY11" fmla="*/ 111778 h 208126"/>
                <a:gd name="connsiteX12" fmla="*/ 74396 w 207900"/>
                <a:gd name="connsiteY12" fmla="*/ 143894 h 208126"/>
                <a:gd name="connsiteX13" fmla="*/ 103526 w 207900"/>
                <a:gd name="connsiteY13" fmla="*/ 155298 h 208126"/>
                <a:gd name="connsiteX14" fmla="*/ 133080 w 207900"/>
                <a:gd name="connsiteY14" fmla="*/ 143894 h 208126"/>
                <a:gd name="connsiteX15" fmla="*/ 143951 w 207900"/>
                <a:gd name="connsiteY15" fmla="*/ 111778 h 208126"/>
                <a:gd name="connsiteX16" fmla="*/ 143951 w 207900"/>
                <a:gd name="connsiteY16" fmla="*/ 0 h 208126"/>
                <a:gd name="connsiteX17" fmla="*/ 207901 w 207900"/>
                <a:gd name="connsiteY17" fmla="*/ 0 h 208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07900" h="208126">
                  <a:moveTo>
                    <a:pt x="207731" y="0"/>
                  </a:moveTo>
                  <a:lnTo>
                    <a:pt x="207731" y="205863"/>
                  </a:lnTo>
                  <a:lnTo>
                    <a:pt x="143781" y="205863"/>
                  </a:lnTo>
                  <a:lnTo>
                    <a:pt x="143781" y="177855"/>
                  </a:lnTo>
                  <a:cubicBezTo>
                    <a:pt x="137326" y="186995"/>
                    <a:pt x="128494" y="194291"/>
                    <a:pt x="117454" y="199825"/>
                  </a:cubicBezTo>
                  <a:cubicBezTo>
                    <a:pt x="106328" y="205359"/>
                    <a:pt x="94099" y="208127"/>
                    <a:pt x="80680" y="208127"/>
                  </a:cubicBezTo>
                  <a:cubicBezTo>
                    <a:pt x="64714" y="208127"/>
                    <a:pt x="50616" y="204605"/>
                    <a:pt x="38472" y="197645"/>
                  </a:cubicBezTo>
                  <a:cubicBezTo>
                    <a:pt x="26242" y="190601"/>
                    <a:pt x="16816" y="180455"/>
                    <a:pt x="10106" y="167206"/>
                  </a:cubicBezTo>
                  <a:cubicBezTo>
                    <a:pt x="3397" y="153957"/>
                    <a:pt x="0" y="138276"/>
                    <a:pt x="0" y="120331"/>
                  </a:cubicBezTo>
                  <a:lnTo>
                    <a:pt x="0" y="0"/>
                  </a:lnTo>
                  <a:lnTo>
                    <a:pt x="63525" y="0"/>
                  </a:lnTo>
                  <a:lnTo>
                    <a:pt x="63525" y="111778"/>
                  </a:lnTo>
                  <a:cubicBezTo>
                    <a:pt x="63525" y="125530"/>
                    <a:pt x="67092" y="136263"/>
                    <a:pt x="74396" y="143894"/>
                  </a:cubicBezTo>
                  <a:cubicBezTo>
                    <a:pt x="81615" y="151525"/>
                    <a:pt x="91381" y="155298"/>
                    <a:pt x="103526" y="155298"/>
                  </a:cubicBezTo>
                  <a:cubicBezTo>
                    <a:pt x="115670" y="155298"/>
                    <a:pt x="125776" y="151441"/>
                    <a:pt x="133080" y="143894"/>
                  </a:cubicBezTo>
                  <a:cubicBezTo>
                    <a:pt x="140299" y="136263"/>
                    <a:pt x="143951" y="125530"/>
                    <a:pt x="143951" y="111778"/>
                  </a:cubicBezTo>
                  <a:lnTo>
                    <a:pt x="143951" y="0"/>
                  </a:lnTo>
                  <a:lnTo>
                    <a:pt x="207901" y="0"/>
                  </a:lnTo>
                  <a:close/>
                </a:path>
              </a:pathLst>
            </a:custGeom>
            <a:solidFill>
              <a:srgbClr val="FFFFFF"/>
            </a:solidFill>
            <a:ln w="0" cap="flat">
              <a:noFill/>
              <a:prstDash val="solid"/>
              <a:miter/>
            </a:ln>
          </p:spPr>
          <p:txBody>
            <a:bodyPr rtlCol="0" anchor="ctr"/>
            <a:lstStyle/>
            <a:p>
              <a:endParaRPr lang="pt-BR" dirty="0"/>
            </a:p>
          </p:txBody>
        </p:sp>
        <p:sp>
          <p:nvSpPr>
            <p:cNvPr id="16" name="Forma Livre 157">
              <a:extLst>
                <a:ext uri="{FF2B5EF4-FFF2-40B4-BE49-F238E27FC236}">
                  <a16:creationId xmlns:a16="http://schemas.microsoft.com/office/drawing/2014/main" id="{EEE3DD00-7A55-4DA1-FD17-8D3D6B607720}"/>
                </a:ext>
              </a:extLst>
            </p:cNvPr>
            <p:cNvSpPr/>
            <p:nvPr/>
          </p:nvSpPr>
          <p:spPr>
            <a:xfrm>
              <a:off x="3854826" y="1953777"/>
              <a:ext cx="220045" cy="211732"/>
            </a:xfrm>
            <a:custGeom>
              <a:avLst/>
              <a:gdLst>
                <a:gd name="connsiteX0" fmla="*/ 12144 w 220045"/>
                <a:gd name="connsiteY0" fmla="*/ 49810 h 211732"/>
                <a:gd name="connsiteX1" fmla="*/ 45181 w 220045"/>
                <a:gd name="connsiteY1" fmla="*/ 12914 h 211732"/>
                <a:gd name="connsiteX2" fmla="*/ 91891 w 220045"/>
                <a:gd name="connsiteY2" fmla="*/ 0 h 211732"/>
                <a:gd name="connsiteX3" fmla="*/ 130532 w 220045"/>
                <a:gd name="connsiteY3" fmla="*/ 8889 h 211732"/>
                <a:gd name="connsiteX4" fmla="*/ 156180 w 220045"/>
                <a:gd name="connsiteY4" fmla="*/ 32116 h 211732"/>
                <a:gd name="connsiteX5" fmla="*/ 156180 w 220045"/>
                <a:gd name="connsiteY5" fmla="*/ 2935 h 211732"/>
                <a:gd name="connsiteX6" fmla="*/ 220045 w 220045"/>
                <a:gd name="connsiteY6" fmla="*/ 2935 h 211732"/>
                <a:gd name="connsiteX7" fmla="*/ 220045 w 220045"/>
                <a:gd name="connsiteY7" fmla="*/ 208797 h 211732"/>
                <a:gd name="connsiteX8" fmla="*/ 156180 w 220045"/>
                <a:gd name="connsiteY8" fmla="*/ 208797 h 211732"/>
                <a:gd name="connsiteX9" fmla="*/ 156180 w 220045"/>
                <a:gd name="connsiteY9" fmla="*/ 179616 h 211732"/>
                <a:gd name="connsiteX10" fmla="*/ 130193 w 220045"/>
                <a:gd name="connsiteY10" fmla="*/ 202844 h 211732"/>
                <a:gd name="connsiteX11" fmla="*/ 91551 w 220045"/>
                <a:gd name="connsiteY11" fmla="*/ 211732 h 211732"/>
                <a:gd name="connsiteX12" fmla="*/ 45181 w 220045"/>
                <a:gd name="connsiteY12" fmla="*/ 198651 h 211732"/>
                <a:gd name="connsiteX13" fmla="*/ 12144 w 220045"/>
                <a:gd name="connsiteY13" fmla="*/ 161420 h 211732"/>
                <a:gd name="connsiteX14" fmla="*/ 0 w 220045"/>
                <a:gd name="connsiteY14" fmla="*/ 105489 h 211732"/>
                <a:gd name="connsiteX15" fmla="*/ 12144 w 220045"/>
                <a:gd name="connsiteY15" fmla="*/ 49726 h 211732"/>
                <a:gd name="connsiteX16" fmla="*/ 142932 w 220045"/>
                <a:gd name="connsiteY16" fmla="*/ 68593 h 211732"/>
                <a:gd name="connsiteX17" fmla="*/ 110575 w 220045"/>
                <a:gd name="connsiteY17" fmla="*/ 54925 h 211732"/>
                <a:gd name="connsiteX18" fmla="*/ 78218 w 220045"/>
                <a:gd name="connsiteY18" fmla="*/ 68425 h 211732"/>
                <a:gd name="connsiteX19" fmla="*/ 64969 w 220045"/>
                <a:gd name="connsiteY19" fmla="*/ 105489 h 211732"/>
                <a:gd name="connsiteX20" fmla="*/ 78218 w 220045"/>
                <a:gd name="connsiteY20" fmla="*/ 142972 h 211732"/>
                <a:gd name="connsiteX21" fmla="*/ 110575 w 220045"/>
                <a:gd name="connsiteY21" fmla="*/ 156808 h 211732"/>
                <a:gd name="connsiteX22" fmla="*/ 142932 w 220045"/>
                <a:gd name="connsiteY22" fmla="*/ 143139 h 211732"/>
                <a:gd name="connsiteX23" fmla="*/ 156180 w 220045"/>
                <a:gd name="connsiteY23" fmla="*/ 105908 h 211732"/>
                <a:gd name="connsiteX24" fmla="*/ 142932 w 220045"/>
                <a:gd name="connsiteY24" fmla="*/ 68677 h 211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0045" h="211732">
                  <a:moveTo>
                    <a:pt x="12144" y="49810"/>
                  </a:moveTo>
                  <a:cubicBezTo>
                    <a:pt x="20213" y="33793"/>
                    <a:pt x="31253" y="21551"/>
                    <a:pt x="45181" y="12914"/>
                  </a:cubicBezTo>
                  <a:cubicBezTo>
                    <a:pt x="59109" y="4277"/>
                    <a:pt x="74736" y="0"/>
                    <a:pt x="91891" y="0"/>
                  </a:cubicBezTo>
                  <a:cubicBezTo>
                    <a:pt x="106583" y="0"/>
                    <a:pt x="119492" y="2935"/>
                    <a:pt x="130532" y="8889"/>
                  </a:cubicBezTo>
                  <a:cubicBezTo>
                    <a:pt x="141658" y="14758"/>
                    <a:pt x="150150" y="22557"/>
                    <a:pt x="156180" y="32116"/>
                  </a:cubicBezTo>
                  <a:lnTo>
                    <a:pt x="156180" y="2935"/>
                  </a:lnTo>
                  <a:lnTo>
                    <a:pt x="220045" y="2935"/>
                  </a:lnTo>
                  <a:lnTo>
                    <a:pt x="220045" y="208797"/>
                  </a:lnTo>
                  <a:lnTo>
                    <a:pt x="156180" y="208797"/>
                  </a:lnTo>
                  <a:lnTo>
                    <a:pt x="156180" y="179616"/>
                  </a:lnTo>
                  <a:cubicBezTo>
                    <a:pt x="149981" y="189175"/>
                    <a:pt x="141318" y="196974"/>
                    <a:pt x="130193" y="202844"/>
                  </a:cubicBezTo>
                  <a:cubicBezTo>
                    <a:pt x="119067" y="208714"/>
                    <a:pt x="106243" y="211732"/>
                    <a:pt x="91551" y="211732"/>
                  </a:cubicBezTo>
                  <a:cubicBezTo>
                    <a:pt x="74566" y="211732"/>
                    <a:pt x="59194" y="207372"/>
                    <a:pt x="45181" y="198651"/>
                  </a:cubicBezTo>
                  <a:cubicBezTo>
                    <a:pt x="31168" y="189930"/>
                    <a:pt x="20213" y="177520"/>
                    <a:pt x="12144" y="161420"/>
                  </a:cubicBezTo>
                  <a:cubicBezTo>
                    <a:pt x="4076" y="145320"/>
                    <a:pt x="0" y="126704"/>
                    <a:pt x="0" y="105489"/>
                  </a:cubicBezTo>
                  <a:cubicBezTo>
                    <a:pt x="0" y="84274"/>
                    <a:pt x="4076" y="65742"/>
                    <a:pt x="12144" y="49726"/>
                  </a:cubicBezTo>
                  <a:close/>
                  <a:moveTo>
                    <a:pt x="142932" y="68593"/>
                  </a:moveTo>
                  <a:cubicBezTo>
                    <a:pt x="134099" y="59537"/>
                    <a:pt x="123314" y="54925"/>
                    <a:pt x="110575" y="54925"/>
                  </a:cubicBezTo>
                  <a:cubicBezTo>
                    <a:pt x="97836" y="54925"/>
                    <a:pt x="87050" y="59453"/>
                    <a:pt x="78218" y="68425"/>
                  </a:cubicBezTo>
                  <a:cubicBezTo>
                    <a:pt x="69385" y="77398"/>
                    <a:pt x="64969" y="89808"/>
                    <a:pt x="64969" y="105489"/>
                  </a:cubicBezTo>
                  <a:cubicBezTo>
                    <a:pt x="64969" y="121170"/>
                    <a:pt x="69385" y="133748"/>
                    <a:pt x="78218" y="142972"/>
                  </a:cubicBezTo>
                  <a:cubicBezTo>
                    <a:pt x="87050" y="152196"/>
                    <a:pt x="97836" y="156808"/>
                    <a:pt x="110575" y="156808"/>
                  </a:cubicBezTo>
                  <a:cubicBezTo>
                    <a:pt x="123314" y="156808"/>
                    <a:pt x="134014" y="152280"/>
                    <a:pt x="142932" y="143139"/>
                  </a:cubicBezTo>
                  <a:cubicBezTo>
                    <a:pt x="151764" y="134083"/>
                    <a:pt x="156180" y="121589"/>
                    <a:pt x="156180" y="105908"/>
                  </a:cubicBezTo>
                  <a:cubicBezTo>
                    <a:pt x="156180" y="90227"/>
                    <a:pt x="151764" y="77733"/>
                    <a:pt x="142932" y="68677"/>
                  </a:cubicBezTo>
                  <a:close/>
                </a:path>
              </a:pathLst>
            </a:custGeom>
            <a:solidFill>
              <a:srgbClr val="FFFFFF"/>
            </a:solidFill>
            <a:ln w="0" cap="flat">
              <a:noFill/>
              <a:prstDash val="solid"/>
              <a:miter/>
            </a:ln>
          </p:spPr>
          <p:txBody>
            <a:bodyPr rtlCol="0" anchor="ctr"/>
            <a:lstStyle/>
            <a:p>
              <a:endParaRPr lang="pt-BR" dirty="0"/>
            </a:p>
          </p:txBody>
        </p:sp>
      </p:grpSp>
    </p:spTree>
    <p:extLst>
      <p:ext uri="{BB962C8B-B14F-4D97-AF65-F5344CB8AC3E}">
        <p14:creationId xmlns:p14="http://schemas.microsoft.com/office/powerpoint/2010/main" val="25666271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9E23617-B5B2-82B7-4F50-4FD5C98F2569}"/>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8950F10C-ABFA-BDB4-B7E0-D8D1A7B0C2F1}"/>
              </a:ext>
            </a:extLst>
          </p:cNvPr>
          <p:cNvSpPr/>
          <p:nvPr/>
        </p:nvSpPr>
        <p:spPr>
          <a:xfrm>
            <a:off x="0" y="1178388"/>
            <a:ext cx="18288000" cy="739587"/>
          </a:xfrm>
          <a:prstGeom prst="rect">
            <a:avLst/>
          </a:prstGeom>
          <a:solidFill>
            <a:srgbClr val="2856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7" name="Conector Reto 6">
            <a:extLst>
              <a:ext uri="{FF2B5EF4-FFF2-40B4-BE49-F238E27FC236}">
                <a16:creationId xmlns:a16="http://schemas.microsoft.com/office/drawing/2014/main" id="{574F889C-FA91-46A5-97B9-2EE2321B2A6D}"/>
              </a:ext>
            </a:extLst>
          </p:cNvPr>
          <p:cNvCxnSpPr>
            <a:cxnSpLocks/>
          </p:cNvCxnSpPr>
          <p:nvPr/>
        </p:nvCxnSpPr>
        <p:spPr>
          <a:xfrm flipV="1">
            <a:off x="868312" y="1705545"/>
            <a:ext cx="0" cy="6808035"/>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20" name="CaixaDeTexto 3">
            <a:extLst>
              <a:ext uri="{FF2B5EF4-FFF2-40B4-BE49-F238E27FC236}">
                <a16:creationId xmlns:a16="http://schemas.microsoft.com/office/drawing/2014/main" id="{D374998A-352D-87F2-0FB6-0BEB4BC5F229}"/>
              </a:ext>
            </a:extLst>
          </p:cNvPr>
          <p:cNvSpPr txBox="1"/>
          <p:nvPr/>
        </p:nvSpPr>
        <p:spPr>
          <a:xfrm>
            <a:off x="1478280" y="2146575"/>
            <a:ext cx="15377160" cy="6969857"/>
          </a:xfrm>
          <a:prstGeom prst="rect">
            <a:avLst/>
          </a:prstGeom>
          <a:noFill/>
          <a:ln>
            <a:noFill/>
          </a:ln>
        </p:spPr>
        <p:txBody>
          <a:bodyPr wrap="square" lIns="91440" tIns="45720" rIns="91440" bIns="4572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Código fornecido como exemplo no arquivo style.scss:</a:t>
            </a:r>
          </a:p>
          <a:p>
            <a:pPr>
              <a:lnSpc>
                <a:spcPct val="107000"/>
              </a:lnSpc>
              <a:spcAft>
                <a:spcPts val="800"/>
              </a:spcAft>
            </a:pPr>
            <a:endParaRPr lang="pt-BR" kern="100" dirty="0">
              <a:effectLst/>
              <a:latin typeface="Poppins" panose="00000500000000000000" pitchFamily="2" charset="0"/>
              <a:ea typeface="Aptos" panose="020B0004020202020204" pitchFamily="34" charset="0"/>
              <a:cs typeface="Poppins" panose="00000500000000000000" pitchFamily="2" charset="0"/>
            </a:endParaRP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@use 'sass:color';</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 </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$primary-color: #3498db;</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$secondary-color: #2ecc71;</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 </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@mixin rounded($radius) {</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  border-radius: $radius;</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 </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nav {</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  background-color: $primary-color;</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  ul {</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    list-style: none;</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    li {</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      color: $secondary-color;</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      &amp;:hover {</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        color: color.adjust($secondary-color, $lightness: 10%); // aumenta a luminosidade da cor em 10%</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 </a:t>
            </a:r>
          </a:p>
          <a:p>
            <a:endParaRPr lang="pt-BR" dirty="0"/>
          </a:p>
        </p:txBody>
      </p:sp>
      <p:sp>
        <p:nvSpPr>
          <p:cNvPr id="8" name="CaixaDeTexto 7">
            <a:extLst>
              <a:ext uri="{FF2B5EF4-FFF2-40B4-BE49-F238E27FC236}">
                <a16:creationId xmlns:a16="http://schemas.microsoft.com/office/drawing/2014/main" id="{E1079AF5-CCA0-3B51-2967-190C05547D94}"/>
              </a:ext>
            </a:extLst>
          </p:cNvPr>
          <p:cNvSpPr txBox="1"/>
          <p:nvPr/>
        </p:nvSpPr>
        <p:spPr>
          <a:xfrm>
            <a:off x="1478280" y="1193628"/>
            <a:ext cx="8884920" cy="920061"/>
          </a:xfrm>
          <a:prstGeom prst="rect">
            <a:avLst/>
          </a:prstGeom>
          <a:noFill/>
          <a:ln>
            <a:noFill/>
          </a:ln>
        </p:spPr>
        <p:txBody>
          <a:bodyPr spcFirstLastPara="1" wrap="none" lIns="91425" tIns="45700" rIns="91425" bIns="45700" rtlCol="0" anchor="t" anchorCtr="0">
            <a:noAutofit/>
          </a:bodyPr>
          <a:lstStyle/>
          <a:p>
            <a:pPr algn="l"/>
            <a:r>
              <a:rPr lang="pt-BR" sz="4500" b="1" dirty="0">
                <a:solidFill>
                  <a:schemeClr val="bg1"/>
                </a:solidFill>
                <a:latin typeface="Poppins" pitchFamily="2" charset="77"/>
                <a:cs typeface="Poppins" pitchFamily="2" charset="77"/>
              </a:rPr>
              <a:t>Slide 7</a:t>
            </a:r>
            <a:endParaRPr lang="pt-BR" sz="4800" b="1" dirty="0">
              <a:solidFill>
                <a:schemeClr val="bg1"/>
              </a:solidFill>
              <a:latin typeface="Poppins" pitchFamily="2" charset="77"/>
              <a:cs typeface="Poppins" pitchFamily="2" charset="77"/>
            </a:endParaRPr>
          </a:p>
        </p:txBody>
      </p:sp>
      <p:sp>
        <p:nvSpPr>
          <p:cNvPr id="3" name="Oval 8">
            <a:extLst>
              <a:ext uri="{FF2B5EF4-FFF2-40B4-BE49-F238E27FC236}">
                <a16:creationId xmlns:a16="http://schemas.microsoft.com/office/drawing/2014/main" id="{4C2DBDD6-8AA6-0B27-3893-A587A8C8D894}"/>
              </a:ext>
            </a:extLst>
          </p:cNvPr>
          <p:cNvSpPr/>
          <p:nvPr/>
        </p:nvSpPr>
        <p:spPr>
          <a:xfrm>
            <a:off x="614957" y="2073949"/>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pic>
        <p:nvPicPr>
          <p:cNvPr id="6" name="Gráfico 5">
            <a:extLst>
              <a:ext uri="{FF2B5EF4-FFF2-40B4-BE49-F238E27FC236}">
                <a16:creationId xmlns:a16="http://schemas.microsoft.com/office/drawing/2014/main" id="{77EBF730-9A39-ED86-F327-A74065752AA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0869" y="2155130"/>
            <a:ext cx="312039" cy="400050"/>
          </a:xfrm>
          <a:prstGeom prst="rect">
            <a:avLst/>
          </a:prstGeom>
        </p:spPr>
      </p:pic>
      <p:pic>
        <p:nvPicPr>
          <p:cNvPr id="2" name="Imagem 1">
            <a:extLst>
              <a:ext uri="{FF2B5EF4-FFF2-40B4-BE49-F238E27FC236}">
                <a16:creationId xmlns:a16="http://schemas.microsoft.com/office/drawing/2014/main" id="{0A414F13-72F1-3952-68C3-A67134ED38F4}"/>
              </a:ext>
            </a:extLst>
          </p:cNvPr>
          <p:cNvPicPr>
            <a:picLocks noChangeAspect="1"/>
          </p:cNvPicPr>
          <p:nvPr/>
        </p:nvPicPr>
        <p:blipFill>
          <a:blip r:embed="rId4"/>
          <a:stretch>
            <a:fillRect/>
          </a:stretch>
        </p:blipFill>
        <p:spPr>
          <a:xfrm>
            <a:off x="11198981" y="8762819"/>
            <a:ext cx="2616200" cy="609600"/>
          </a:xfrm>
          <a:prstGeom prst="rect">
            <a:avLst/>
          </a:prstGeom>
        </p:spPr>
      </p:pic>
      <p:grpSp>
        <p:nvGrpSpPr>
          <p:cNvPr id="4" name="Gráfico 85">
            <a:extLst>
              <a:ext uri="{FF2B5EF4-FFF2-40B4-BE49-F238E27FC236}">
                <a16:creationId xmlns:a16="http://schemas.microsoft.com/office/drawing/2014/main" id="{2658E963-4AF0-BFD7-2673-6F21DA78A768}"/>
              </a:ext>
            </a:extLst>
          </p:cNvPr>
          <p:cNvGrpSpPr/>
          <p:nvPr/>
        </p:nvGrpSpPr>
        <p:grpSpPr>
          <a:xfrm>
            <a:off x="11549419" y="8889189"/>
            <a:ext cx="1758662" cy="298605"/>
            <a:chOff x="2316209" y="1866988"/>
            <a:chExt cx="1758662" cy="298605"/>
          </a:xfrm>
          <a:solidFill>
            <a:srgbClr val="FFFFFF"/>
          </a:solidFill>
        </p:grpSpPr>
        <p:sp>
          <p:nvSpPr>
            <p:cNvPr id="9" name="Forma Livre 150">
              <a:extLst>
                <a:ext uri="{FF2B5EF4-FFF2-40B4-BE49-F238E27FC236}">
                  <a16:creationId xmlns:a16="http://schemas.microsoft.com/office/drawing/2014/main" id="{4798D8CE-EE49-0B0B-3719-13D5AE992511}"/>
                </a:ext>
              </a:extLst>
            </p:cNvPr>
            <p:cNvSpPr/>
            <p:nvPr/>
          </p:nvSpPr>
          <p:spPr>
            <a:xfrm>
              <a:off x="2316209" y="1900613"/>
              <a:ext cx="256393" cy="263805"/>
            </a:xfrm>
            <a:custGeom>
              <a:avLst/>
              <a:gdLst>
                <a:gd name="connsiteX0" fmla="*/ 16815 w 256393"/>
                <a:gd name="connsiteY0" fmla="*/ 63645 h 263805"/>
                <a:gd name="connsiteX1" fmla="*/ 63695 w 256393"/>
                <a:gd name="connsiteY1" fmla="*/ 16771 h 263805"/>
                <a:gd name="connsiteX2" fmla="*/ 131891 w 256393"/>
                <a:gd name="connsiteY2" fmla="*/ 0 h 263805"/>
                <a:gd name="connsiteX3" fmla="*/ 211892 w 256393"/>
                <a:gd name="connsiteY3" fmla="*/ 24318 h 263805"/>
                <a:gd name="connsiteX4" fmla="*/ 256394 w 256393"/>
                <a:gd name="connsiteY4" fmla="*/ 90730 h 263805"/>
                <a:gd name="connsiteX5" fmla="*/ 186159 w 256393"/>
                <a:gd name="connsiteY5" fmla="*/ 90730 h 263805"/>
                <a:gd name="connsiteX6" fmla="*/ 163909 w 256393"/>
                <a:gd name="connsiteY6" fmla="*/ 65993 h 263805"/>
                <a:gd name="connsiteX7" fmla="*/ 131212 w 256393"/>
                <a:gd name="connsiteY7" fmla="*/ 57524 h 263805"/>
                <a:gd name="connsiteX8" fmla="*/ 83398 w 256393"/>
                <a:gd name="connsiteY8" fmla="*/ 77817 h 263805"/>
                <a:gd name="connsiteX9" fmla="*/ 65054 w 256393"/>
                <a:gd name="connsiteY9" fmla="*/ 132071 h 263805"/>
                <a:gd name="connsiteX10" fmla="*/ 83398 w 256393"/>
                <a:gd name="connsiteY10" fmla="*/ 186324 h 263805"/>
                <a:gd name="connsiteX11" fmla="*/ 131212 w 256393"/>
                <a:gd name="connsiteY11" fmla="*/ 206617 h 263805"/>
                <a:gd name="connsiteX12" fmla="*/ 163909 w 256393"/>
                <a:gd name="connsiteY12" fmla="*/ 198148 h 263805"/>
                <a:gd name="connsiteX13" fmla="*/ 186159 w 256393"/>
                <a:gd name="connsiteY13" fmla="*/ 173411 h 263805"/>
                <a:gd name="connsiteX14" fmla="*/ 256394 w 256393"/>
                <a:gd name="connsiteY14" fmla="*/ 173411 h 263805"/>
                <a:gd name="connsiteX15" fmla="*/ 211892 w 256393"/>
                <a:gd name="connsiteY15" fmla="*/ 239656 h 263805"/>
                <a:gd name="connsiteX16" fmla="*/ 131891 w 256393"/>
                <a:gd name="connsiteY16" fmla="*/ 263806 h 263805"/>
                <a:gd name="connsiteX17" fmla="*/ 63695 w 256393"/>
                <a:gd name="connsiteY17" fmla="*/ 247035 h 263805"/>
                <a:gd name="connsiteX18" fmla="*/ 16815 w 256393"/>
                <a:gd name="connsiteY18" fmla="*/ 200328 h 263805"/>
                <a:gd name="connsiteX19" fmla="*/ 0 w 256393"/>
                <a:gd name="connsiteY19" fmla="*/ 132071 h 263805"/>
                <a:gd name="connsiteX20" fmla="*/ 16815 w 256393"/>
                <a:gd name="connsiteY20" fmla="*/ 63645 h 263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6393" h="263805">
                  <a:moveTo>
                    <a:pt x="16815" y="63645"/>
                  </a:moveTo>
                  <a:cubicBezTo>
                    <a:pt x="28026" y="43604"/>
                    <a:pt x="43652" y="28007"/>
                    <a:pt x="63695" y="16771"/>
                  </a:cubicBezTo>
                  <a:cubicBezTo>
                    <a:pt x="83738" y="5618"/>
                    <a:pt x="106498" y="0"/>
                    <a:pt x="131891" y="0"/>
                  </a:cubicBezTo>
                  <a:cubicBezTo>
                    <a:pt x="163059" y="0"/>
                    <a:pt x="189726" y="8134"/>
                    <a:pt x="211892" y="24318"/>
                  </a:cubicBezTo>
                  <a:cubicBezTo>
                    <a:pt x="234058" y="40586"/>
                    <a:pt x="248920" y="62723"/>
                    <a:pt x="256394" y="90730"/>
                  </a:cubicBezTo>
                  <a:lnTo>
                    <a:pt x="186159" y="90730"/>
                  </a:lnTo>
                  <a:cubicBezTo>
                    <a:pt x="180894" y="79913"/>
                    <a:pt x="173505" y="71696"/>
                    <a:pt x="163909" y="65993"/>
                  </a:cubicBezTo>
                  <a:cubicBezTo>
                    <a:pt x="154312" y="60375"/>
                    <a:pt x="143441" y="57524"/>
                    <a:pt x="131212" y="57524"/>
                  </a:cubicBezTo>
                  <a:cubicBezTo>
                    <a:pt x="111509" y="57524"/>
                    <a:pt x="95543" y="64316"/>
                    <a:pt x="83398" y="77817"/>
                  </a:cubicBezTo>
                  <a:cubicBezTo>
                    <a:pt x="71169" y="91317"/>
                    <a:pt x="65054" y="109430"/>
                    <a:pt x="65054" y="132071"/>
                  </a:cubicBezTo>
                  <a:cubicBezTo>
                    <a:pt x="65054" y="154711"/>
                    <a:pt x="71169" y="172824"/>
                    <a:pt x="83398" y="186324"/>
                  </a:cubicBezTo>
                  <a:cubicBezTo>
                    <a:pt x="95627" y="199825"/>
                    <a:pt x="111509" y="206617"/>
                    <a:pt x="131212" y="206617"/>
                  </a:cubicBezTo>
                  <a:cubicBezTo>
                    <a:pt x="143441" y="206617"/>
                    <a:pt x="154312" y="203766"/>
                    <a:pt x="163909" y="198148"/>
                  </a:cubicBezTo>
                  <a:cubicBezTo>
                    <a:pt x="173505" y="192530"/>
                    <a:pt x="180894" y="184228"/>
                    <a:pt x="186159" y="173411"/>
                  </a:cubicBezTo>
                  <a:lnTo>
                    <a:pt x="256394" y="173411"/>
                  </a:lnTo>
                  <a:cubicBezTo>
                    <a:pt x="248920" y="201418"/>
                    <a:pt x="234058" y="223556"/>
                    <a:pt x="211892" y="239656"/>
                  </a:cubicBezTo>
                  <a:cubicBezTo>
                    <a:pt x="189726" y="255756"/>
                    <a:pt x="163059" y="263806"/>
                    <a:pt x="131891" y="263806"/>
                  </a:cubicBezTo>
                  <a:cubicBezTo>
                    <a:pt x="106498" y="263806"/>
                    <a:pt x="83738" y="258188"/>
                    <a:pt x="63695" y="247035"/>
                  </a:cubicBezTo>
                  <a:cubicBezTo>
                    <a:pt x="43652" y="235882"/>
                    <a:pt x="28026" y="220285"/>
                    <a:pt x="16815" y="200328"/>
                  </a:cubicBezTo>
                  <a:cubicBezTo>
                    <a:pt x="5605" y="180371"/>
                    <a:pt x="0" y="157646"/>
                    <a:pt x="0" y="132071"/>
                  </a:cubicBezTo>
                  <a:cubicBezTo>
                    <a:pt x="0" y="106495"/>
                    <a:pt x="5605" y="83687"/>
                    <a:pt x="16815" y="63645"/>
                  </a:cubicBezTo>
                  <a:close/>
                </a:path>
              </a:pathLst>
            </a:custGeom>
            <a:solidFill>
              <a:srgbClr val="FFFFFF"/>
            </a:solidFill>
            <a:ln w="0" cap="flat">
              <a:noFill/>
              <a:prstDash val="solid"/>
              <a:miter/>
            </a:ln>
          </p:spPr>
          <p:txBody>
            <a:bodyPr rtlCol="0" anchor="ctr"/>
            <a:lstStyle/>
            <a:p>
              <a:endParaRPr lang="pt-BR" dirty="0"/>
            </a:p>
          </p:txBody>
        </p:sp>
        <p:sp>
          <p:nvSpPr>
            <p:cNvPr id="10" name="Forma Livre 151">
              <a:extLst>
                <a:ext uri="{FF2B5EF4-FFF2-40B4-BE49-F238E27FC236}">
                  <a16:creationId xmlns:a16="http://schemas.microsoft.com/office/drawing/2014/main" id="{5322699C-DAD9-5978-AC32-F8FB3CA9A5F2}"/>
                </a:ext>
              </a:extLst>
            </p:cNvPr>
            <p:cNvSpPr/>
            <p:nvPr/>
          </p:nvSpPr>
          <p:spPr>
            <a:xfrm>
              <a:off x="2599100" y="1953777"/>
              <a:ext cx="216733" cy="211816"/>
            </a:xfrm>
            <a:custGeom>
              <a:avLst/>
              <a:gdLst>
                <a:gd name="connsiteX0" fmla="*/ 52485 w 216733"/>
                <a:gd name="connsiteY0" fmla="*/ 198903 h 211816"/>
                <a:gd name="connsiteX1" fmla="*/ 14013 w 216733"/>
                <a:gd name="connsiteY1" fmla="*/ 162007 h 211816"/>
                <a:gd name="connsiteX2" fmla="*/ 0 w 216733"/>
                <a:gd name="connsiteY2" fmla="*/ 105908 h 211816"/>
                <a:gd name="connsiteX3" fmla="*/ 14183 w 216733"/>
                <a:gd name="connsiteY3" fmla="*/ 49977 h 211816"/>
                <a:gd name="connsiteX4" fmla="*/ 53079 w 216733"/>
                <a:gd name="connsiteY4" fmla="*/ 12914 h 211816"/>
                <a:gd name="connsiteX5" fmla="*/ 108367 w 216733"/>
                <a:gd name="connsiteY5" fmla="*/ 0 h 211816"/>
                <a:gd name="connsiteX6" fmla="*/ 163654 w 216733"/>
                <a:gd name="connsiteY6" fmla="*/ 12914 h 211816"/>
                <a:gd name="connsiteX7" fmla="*/ 202550 w 216733"/>
                <a:gd name="connsiteY7" fmla="*/ 49977 h 211816"/>
                <a:gd name="connsiteX8" fmla="*/ 216733 w 216733"/>
                <a:gd name="connsiteY8" fmla="*/ 105908 h 211816"/>
                <a:gd name="connsiteX9" fmla="*/ 202380 w 216733"/>
                <a:gd name="connsiteY9" fmla="*/ 161839 h 211816"/>
                <a:gd name="connsiteX10" fmla="*/ 163144 w 216733"/>
                <a:gd name="connsiteY10" fmla="*/ 198903 h 211816"/>
                <a:gd name="connsiteX11" fmla="*/ 107687 w 216733"/>
                <a:gd name="connsiteY11" fmla="*/ 211816 h 211816"/>
                <a:gd name="connsiteX12" fmla="*/ 52570 w 216733"/>
                <a:gd name="connsiteY12" fmla="*/ 198903 h 211816"/>
                <a:gd name="connsiteX13" fmla="*/ 138855 w 216733"/>
                <a:gd name="connsiteY13" fmla="*/ 143894 h 211816"/>
                <a:gd name="connsiteX14" fmla="*/ 151764 w 216733"/>
                <a:gd name="connsiteY14" fmla="*/ 105908 h 211816"/>
                <a:gd name="connsiteX15" fmla="*/ 139280 w 216733"/>
                <a:gd name="connsiteY15" fmla="*/ 67922 h 211816"/>
                <a:gd name="connsiteX16" fmla="*/ 108451 w 216733"/>
                <a:gd name="connsiteY16" fmla="*/ 54673 h 211816"/>
                <a:gd name="connsiteX17" fmla="*/ 77453 w 216733"/>
                <a:gd name="connsiteY17" fmla="*/ 67754 h 211816"/>
                <a:gd name="connsiteX18" fmla="*/ 65139 w 216733"/>
                <a:gd name="connsiteY18" fmla="*/ 105908 h 211816"/>
                <a:gd name="connsiteX19" fmla="*/ 77283 w 216733"/>
                <a:gd name="connsiteY19" fmla="*/ 143894 h 211816"/>
                <a:gd name="connsiteX20" fmla="*/ 107772 w 216733"/>
                <a:gd name="connsiteY20" fmla="*/ 157143 h 211816"/>
                <a:gd name="connsiteX21" fmla="*/ 138940 w 216733"/>
                <a:gd name="connsiteY21" fmla="*/ 143894 h 211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16733" h="211816">
                  <a:moveTo>
                    <a:pt x="52485" y="198903"/>
                  </a:moveTo>
                  <a:cubicBezTo>
                    <a:pt x="36179" y="190266"/>
                    <a:pt x="23355" y="178023"/>
                    <a:pt x="14013" y="162007"/>
                  </a:cubicBezTo>
                  <a:cubicBezTo>
                    <a:pt x="4671" y="145991"/>
                    <a:pt x="0" y="127291"/>
                    <a:pt x="0" y="105908"/>
                  </a:cubicBezTo>
                  <a:cubicBezTo>
                    <a:pt x="0" y="84525"/>
                    <a:pt x="4756" y="66077"/>
                    <a:pt x="14183" y="49977"/>
                  </a:cubicBezTo>
                  <a:cubicBezTo>
                    <a:pt x="23610" y="33877"/>
                    <a:pt x="36603" y="21467"/>
                    <a:pt x="53079" y="12914"/>
                  </a:cubicBezTo>
                  <a:cubicBezTo>
                    <a:pt x="69555" y="4277"/>
                    <a:pt x="87984" y="0"/>
                    <a:pt x="108367" y="0"/>
                  </a:cubicBezTo>
                  <a:cubicBezTo>
                    <a:pt x="128749" y="0"/>
                    <a:pt x="147263" y="4277"/>
                    <a:pt x="163654" y="12914"/>
                  </a:cubicBezTo>
                  <a:cubicBezTo>
                    <a:pt x="180130" y="21551"/>
                    <a:pt x="193038" y="33877"/>
                    <a:pt x="202550" y="49977"/>
                  </a:cubicBezTo>
                  <a:cubicBezTo>
                    <a:pt x="211977" y="66077"/>
                    <a:pt x="216733" y="84693"/>
                    <a:pt x="216733" y="105908"/>
                  </a:cubicBezTo>
                  <a:cubicBezTo>
                    <a:pt x="216733" y="127123"/>
                    <a:pt x="211892" y="145739"/>
                    <a:pt x="202380" y="161839"/>
                  </a:cubicBezTo>
                  <a:cubicBezTo>
                    <a:pt x="192784" y="177939"/>
                    <a:pt x="179705" y="190349"/>
                    <a:pt x="163144" y="198903"/>
                  </a:cubicBezTo>
                  <a:cubicBezTo>
                    <a:pt x="146584" y="207540"/>
                    <a:pt x="128069" y="211816"/>
                    <a:pt x="107687" y="211816"/>
                  </a:cubicBezTo>
                  <a:cubicBezTo>
                    <a:pt x="87305" y="211816"/>
                    <a:pt x="68876" y="207540"/>
                    <a:pt x="52570" y="198903"/>
                  </a:cubicBezTo>
                  <a:close/>
                  <a:moveTo>
                    <a:pt x="138855" y="143894"/>
                  </a:moveTo>
                  <a:cubicBezTo>
                    <a:pt x="147433" y="135006"/>
                    <a:pt x="151764" y="122344"/>
                    <a:pt x="151764" y="105908"/>
                  </a:cubicBezTo>
                  <a:cubicBezTo>
                    <a:pt x="151764" y="89473"/>
                    <a:pt x="147603" y="76727"/>
                    <a:pt x="139280" y="67922"/>
                  </a:cubicBezTo>
                  <a:cubicBezTo>
                    <a:pt x="130957" y="59033"/>
                    <a:pt x="120681" y="54673"/>
                    <a:pt x="108451" y="54673"/>
                  </a:cubicBezTo>
                  <a:cubicBezTo>
                    <a:pt x="96222" y="54673"/>
                    <a:pt x="85691" y="59033"/>
                    <a:pt x="77453" y="67754"/>
                  </a:cubicBezTo>
                  <a:cubicBezTo>
                    <a:pt x="69215" y="76475"/>
                    <a:pt x="65139" y="89221"/>
                    <a:pt x="65139" y="105908"/>
                  </a:cubicBezTo>
                  <a:cubicBezTo>
                    <a:pt x="65139" y="122595"/>
                    <a:pt x="69215" y="135089"/>
                    <a:pt x="77283" y="143894"/>
                  </a:cubicBezTo>
                  <a:cubicBezTo>
                    <a:pt x="85351" y="152783"/>
                    <a:pt x="95543" y="157143"/>
                    <a:pt x="107772" y="157143"/>
                  </a:cubicBezTo>
                  <a:cubicBezTo>
                    <a:pt x="120001" y="157143"/>
                    <a:pt x="130362" y="152699"/>
                    <a:pt x="138940" y="143894"/>
                  </a:cubicBezTo>
                  <a:close/>
                </a:path>
              </a:pathLst>
            </a:custGeom>
            <a:solidFill>
              <a:srgbClr val="FFFFFF"/>
            </a:solidFill>
            <a:ln w="0" cap="flat">
              <a:noFill/>
              <a:prstDash val="solid"/>
              <a:miter/>
            </a:ln>
          </p:spPr>
          <p:txBody>
            <a:bodyPr rtlCol="0" anchor="ctr"/>
            <a:lstStyle/>
            <a:p>
              <a:endParaRPr lang="pt-BR" dirty="0"/>
            </a:p>
          </p:txBody>
        </p:sp>
        <p:sp>
          <p:nvSpPr>
            <p:cNvPr id="11" name="Forma Livre 152">
              <a:extLst>
                <a:ext uri="{FF2B5EF4-FFF2-40B4-BE49-F238E27FC236}">
                  <a16:creationId xmlns:a16="http://schemas.microsoft.com/office/drawing/2014/main" id="{3BEB002E-CB67-8D68-A124-750846A5D245}"/>
                </a:ext>
              </a:extLst>
            </p:cNvPr>
            <p:cNvSpPr/>
            <p:nvPr/>
          </p:nvSpPr>
          <p:spPr>
            <a:xfrm>
              <a:off x="2849888" y="1954616"/>
              <a:ext cx="207391" cy="208042"/>
            </a:xfrm>
            <a:custGeom>
              <a:avLst/>
              <a:gdLst>
                <a:gd name="connsiteX0" fmla="*/ 185565 w 207391"/>
                <a:gd name="connsiteY0" fmla="*/ 23312 h 208042"/>
                <a:gd name="connsiteX1" fmla="*/ 207391 w 207391"/>
                <a:gd name="connsiteY1" fmla="*/ 87712 h 208042"/>
                <a:gd name="connsiteX2" fmla="*/ 207391 w 207391"/>
                <a:gd name="connsiteY2" fmla="*/ 208043 h 208042"/>
                <a:gd name="connsiteX3" fmla="*/ 143866 w 207391"/>
                <a:gd name="connsiteY3" fmla="*/ 208043 h 208042"/>
                <a:gd name="connsiteX4" fmla="*/ 143866 w 207391"/>
                <a:gd name="connsiteY4" fmla="*/ 96265 h 208042"/>
                <a:gd name="connsiteX5" fmla="*/ 132995 w 207391"/>
                <a:gd name="connsiteY5" fmla="*/ 64149 h 208042"/>
                <a:gd name="connsiteX6" fmla="*/ 103865 w 207391"/>
                <a:gd name="connsiteY6" fmla="*/ 52744 h 208042"/>
                <a:gd name="connsiteX7" fmla="*/ 74736 w 207391"/>
                <a:gd name="connsiteY7" fmla="*/ 64149 h 208042"/>
                <a:gd name="connsiteX8" fmla="*/ 63865 w 207391"/>
                <a:gd name="connsiteY8" fmla="*/ 96265 h 208042"/>
                <a:gd name="connsiteX9" fmla="*/ 63865 w 207391"/>
                <a:gd name="connsiteY9" fmla="*/ 208043 h 208042"/>
                <a:gd name="connsiteX10" fmla="*/ 0 w 207391"/>
                <a:gd name="connsiteY10" fmla="*/ 208043 h 208042"/>
                <a:gd name="connsiteX11" fmla="*/ 0 w 207391"/>
                <a:gd name="connsiteY11" fmla="*/ 2180 h 208042"/>
                <a:gd name="connsiteX12" fmla="*/ 63865 w 207391"/>
                <a:gd name="connsiteY12" fmla="*/ 2180 h 208042"/>
                <a:gd name="connsiteX13" fmla="*/ 63865 w 207391"/>
                <a:gd name="connsiteY13" fmla="*/ 29517 h 208042"/>
                <a:gd name="connsiteX14" fmla="*/ 90022 w 207391"/>
                <a:gd name="connsiteY14" fmla="*/ 7966 h 208042"/>
                <a:gd name="connsiteX15" fmla="*/ 127050 w 207391"/>
                <a:gd name="connsiteY15" fmla="*/ 0 h 208042"/>
                <a:gd name="connsiteX16" fmla="*/ 185565 w 207391"/>
                <a:gd name="connsiteY16" fmla="*/ 23395 h 208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7391" h="208042">
                  <a:moveTo>
                    <a:pt x="185565" y="23312"/>
                  </a:moveTo>
                  <a:cubicBezTo>
                    <a:pt x="200172" y="38908"/>
                    <a:pt x="207391" y="60375"/>
                    <a:pt x="207391" y="87712"/>
                  </a:cubicBezTo>
                  <a:lnTo>
                    <a:pt x="207391" y="208043"/>
                  </a:lnTo>
                  <a:lnTo>
                    <a:pt x="143866" y="208043"/>
                  </a:lnTo>
                  <a:lnTo>
                    <a:pt x="143866" y="96265"/>
                  </a:lnTo>
                  <a:cubicBezTo>
                    <a:pt x="143866" y="82513"/>
                    <a:pt x="140214" y="71779"/>
                    <a:pt x="132995" y="64149"/>
                  </a:cubicBezTo>
                  <a:cubicBezTo>
                    <a:pt x="125777" y="56518"/>
                    <a:pt x="116010" y="52744"/>
                    <a:pt x="103865" y="52744"/>
                  </a:cubicBezTo>
                  <a:cubicBezTo>
                    <a:pt x="91721" y="52744"/>
                    <a:pt x="81954" y="56602"/>
                    <a:pt x="74736" y="64149"/>
                  </a:cubicBezTo>
                  <a:cubicBezTo>
                    <a:pt x="67517" y="71779"/>
                    <a:pt x="63865" y="82513"/>
                    <a:pt x="63865" y="96265"/>
                  </a:cubicBezTo>
                  <a:lnTo>
                    <a:pt x="63865" y="208043"/>
                  </a:lnTo>
                  <a:lnTo>
                    <a:pt x="0" y="208043"/>
                  </a:lnTo>
                  <a:lnTo>
                    <a:pt x="0" y="2180"/>
                  </a:lnTo>
                  <a:lnTo>
                    <a:pt x="63865" y="2180"/>
                  </a:lnTo>
                  <a:lnTo>
                    <a:pt x="63865" y="29517"/>
                  </a:lnTo>
                  <a:cubicBezTo>
                    <a:pt x="70319" y="20460"/>
                    <a:pt x="79067" y="13249"/>
                    <a:pt x="90022" y="7966"/>
                  </a:cubicBezTo>
                  <a:cubicBezTo>
                    <a:pt x="100978" y="2683"/>
                    <a:pt x="113292" y="0"/>
                    <a:pt x="127050" y="0"/>
                  </a:cubicBezTo>
                  <a:cubicBezTo>
                    <a:pt x="151509" y="0"/>
                    <a:pt x="170958" y="7798"/>
                    <a:pt x="185565" y="23395"/>
                  </a:cubicBezTo>
                  <a:close/>
                </a:path>
              </a:pathLst>
            </a:custGeom>
            <a:solidFill>
              <a:srgbClr val="FFFFFF"/>
            </a:solidFill>
            <a:ln w="0" cap="flat">
              <a:noFill/>
              <a:prstDash val="solid"/>
              <a:miter/>
            </a:ln>
          </p:spPr>
          <p:txBody>
            <a:bodyPr rtlCol="0" anchor="ctr"/>
            <a:lstStyle/>
            <a:p>
              <a:endParaRPr lang="pt-BR" dirty="0"/>
            </a:p>
          </p:txBody>
        </p:sp>
        <p:sp>
          <p:nvSpPr>
            <p:cNvPr id="12" name="Forma Livre 153">
              <a:extLst>
                <a:ext uri="{FF2B5EF4-FFF2-40B4-BE49-F238E27FC236}">
                  <a16:creationId xmlns:a16="http://schemas.microsoft.com/office/drawing/2014/main" id="{E02ACF29-AD38-0776-6BE0-26D0C2807231}"/>
                </a:ext>
              </a:extLst>
            </p:cNvPr>
            <p:cNvSpPr/>
            <p:nvPr/>
          </p:nvSpPr>
          <p:spPr>
            <a:xfrm>
              <a:off x="3086409" y="1906483"/>
              <a:ext cx="131551" cy="256175"/>
            </a:xfrm>
            <a:custGeom>
              <a:avLst/>
              <a:gdLst>
                <a:gd name="connsiteX0" fmla="*/ 131551 w 131551"/>
                <a:gd name="connsiteY0" fmla="*/ 202676 h 256175"/>
                <a:gd name="connsiteX1" fmla="*/ 131551 w 131551"/>
                <a:gd name="connsiteY1" fmla="*/ 256175 h 256175"/>
                <a:gd name="connsiteX2" fmla="*/ 99024 w 131551"/>
                <a:gd name="connsiteY2" fmla="*/ 256175 h 256175"/>
                <a:gd name="connsiteX3" fmla="*/ 44841 w 131551"/>
                <a:gd name="connsiteY3" fmla="*/ 239404 h 256175"/>
                <a:gd name="connsiteX4" fmla="*/ 25393 w 131551"/>
                <a:gd name="connsiteY4" fmla="*/ 184564 h 256175"/>
                <a:gd name="connsiteX5" fmla="*/ 25393 w 131551"/>
                <a:gd name="connsiteY5" fmla="*/ 102638 h 256175"/>
                <a:gd name="connsiteX6" fmla="*/ 0 w 131551"/>
                <a:gd name="connsiteY6" fmla="*/ 102638 h 256175"/>
                <a:gd name="connsiteX7" fmla="*/ 0 w 131551"/>
                <a:gd name="connsiteY7" fmla="*/ 50229 h 256175"/>
                <a:gd name="connsiteX8" fmla="*/ 25393 w 131551"/>
                <a:gd name="connsiteY8" fmla="*/ 50229 h 256175"/>
                <a:gd name="connsiteX9" fmla="*/ 25393 w 131551"/>
                <a:gd name="connsiteY9" fmla="*/ 0 h 256175"/>
                <a:gd name="connsiteX10" fmla="*/ 89343 w 131551"/>
                <a:gd name="connsiteY10" fmla="*/ 0 h 256175"/>
                <a:gd name="connsiteX11" fmla="*/ 89343 w 131551"/>
                <a:gd name="connsiteY11" fmla="*/ 50229 h 256175"/>
                <a:gd name="connsiteX12" fmla="*/ 131212 w 131551"/>
                <a:gd name="connsiteY12" fmla="*/ 50229 h 256175"/>
                <a:gd name="connsiteX13" fmla="*/ 131212 w 131551"/>
                <a:gd name="connsiteY13" fmla="*/ 102638 h 256175"/>
                <a:gd name="connsiteX14" fmla="*/ 89343 w 131551"/>
                <a:gd name="connsiteY14" fmla="*/ 102638 h 256175"/>
                <a:gd name="connsiteX15" fmla="*/ 89343 w 131551"/>
                <a:gd name="connsiteY15" fmla="*/ 185318 h 256175"/>
                <a:gd name="connsiteX16" fmla="*/ 93844 w 131551"/>
                <a:gd name="connsiteY16" fmla="*/ 198567 h 256175"/>
                <a:gd name="connsiteX17" fmla="*/ 108791 w 131551"/>
                <a:gd name="connsiteY17" fmla="*/ 202592 h 256175"/>
                <a:gd name="connsiteX18" fmla="*/ 131551 w 131551"/>
                <a:gd name="connsiteY18" fmla="*/ 202592 h 256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31551" h="256175">
                  <a:moveTo>
                    <a:pt x="131551" y="202676"/>
                  </a:moveTo>
                  <a:lnTo>
                    <a:pt x="131551" y="256175"/>
                  </a:lnTo>
                  <a:lnTo>
                    <a:pt x="99024" y="256175"/>
                  </a:lnTo>
                  <a:cubicBezTo>
                    <a:pt x="75839" y="256175"/>
                    <a:pt x="57750" y="250557"/>
                    <a:pt x="44841" y="239404"/>
                  </a:cubicBezTo>
                  <a:cubicBezTo>
                    <a:pt x="31932" y="228252"/>
                    <a:pt x="25393" y="209971"/>
                    <a:pt x="25393" y="184564"/>
                  </a:cubicBezTo>
                  <a:lnTo>
                    <a:pt x="25393" y="102638"/>
                  </a:lnTo>
                  <a:lnTo>
                    <a:pt x="0" y="102638"/>
                  </a:lnTo>
                  <a:lnTo>
                    <a:pt x="0" y="50229"/>
                  </a:lnTo>
                  <a:lnTo>
                    <a:pt x="25393" y="50229"/>
                  </a:lnTo>
                  <a:lnTo>
                    <a:pt x="25393" y="0"/>
                  </a:lnTo>
                  <a:lnTo>
                    <a:pt x="89343" y="0"/>
                  </a:lnTo>
                  <a:lnTo>
                    <a:pt x="89343" y="50229"/>
                  </a:lnTo>
                  <a:lnTo>
                    <a:pt x="131212" y="50229"/>
                  </a:lnTo>
                  <a:lnTo>
                    <a:pt x="131212" y="102638"/>
                  </a:lnTo>
                  <a:lnTo>
                    <a:pt x="89343" y="102638"/>
                  </a:lnTo>
                  <a:lnTo>
                    <a:pt x="89343" y="185318"/>
                  </a:lnTo>
                  <a:cubicBezTo>
                    <a:pt x="89343" y="191440"/>
                    <a:pt x="90872" y="195884"/>
                    <a:pt x="93844" y="198567"/>
                  </a:cubicBezTo>
                  <a:cubicBezTo>
                    <a:pt x="96816" y="201251"/>
                    <a:pt x="101827" y="202592"/>
                    <a:pt x="108791" y="202592"/>
                  </a:cubicBezTo>
                  <a:lnTo>
                    <a:pt x="131551" y="202592"/>
                  </a:lnTo>
                  <a:close/>
                </a:path>
              </a:pathLst>
            </a:custGeom>
            <a:solidFill>
              <a:srgbClr val="FFFFFF"/>
            </a:solidFill>
            <a:ln w="0" cap="flat">
              <a:noFill/>
              <a:prstDash val="solid"/>
              <a:miter/>
            </a:ln>
          </p:spPr>
          <p:txBody>
            <a:bodyPr rtlCol="0" anchor="ctr"/>
            <a:lstStyle/>
            <a:p>
              <a:endParaRPr lang="pt-BR" dirty="0"/>
            </a:p>
          </p:txBody>
        </p:sp>
        <p:sp>
          <p:nvSpPr>
            <p:cNvPr id="13" name="Forma Livre 154">
              <a:extLst>
                <a:ext uri="{FF2B5EF4-FFF2-40B4-BE49-F238E27FC236}">
                  <a16:creationId xmlns:a16="http://schemas.microsoft.com/office/drawing/2014/main" id="{248ED485-9F08-3C56-C7F9-3EA087EB2043}"/>
                </a:ext>
              </a:extLst>
            </p:cNvPr>
            <p:cNvSpPr/>
            <p:nvPr/>
          </p:nvSpPr>
          <p:spPr>
            <a:xfrm>
              <a:off x="3247515" y="1866988"/>
              <a:ext cx="75754" cy="295586"/>
            </a:xfrm>
            <a:custGeom>
              <a:avLst/>
              <a:gdLst>
                <a:gd name="connsiteX0" fmla="*/ 10616 w 75754"/>
                <a:gd name="connsiteY0" fmla="*/ 58530 h 295586"/>
                <a:gd name="connsiteX1" fmla="*/ 0 w 75754"/>
                <a:gd name="connsiteY1" fmla="*/ 34380 h 295586"/>
                <a:gd name="connsiteX2" fmla="*/ 10616 w 75754"/>
                <a:gd name="connsiteY2" fmla="*/ 9811 h 295586"/>
                <a:gd name="connsiteX3" fmla="*/ 38047 w 75754"/>
                <a:gd name="connsiteY3" fmla="*/ 0 h 295586"/>
                <a:gd name="connsiteX4" fmla="*/ 65139 w 75754"/>
                <a:gd name="connsiteY4" fmla="*/ 9811 h 295586"/>
                <a:gd name="connsiteX5" fmla="*/ 75755 w 75754"/>
                <a:gd name="connsiteY5" fmla="*/ 34380 h 295586"/>
                <a:gd name="connsiteX6" fmla="*/ 65139 w 75754"/>
                <a:gd name="connsiteY6" fmla="*/ 58530 h 295586"/>
                <a:gd name="connsiteX7" fmla="*/ 38047 w 75754"/>
                <a:gd name="connsiteY7" fmla="*/ 68341 h 295586"/>
                <a:gd name="connsiteX8" fmla="*/ 10616 w 75754"/>
                <a:gd name="connsiteY8" fmla="*/ 58530 h 295586"/>
                <a:gd name="connsiteX9" fmla="*/ 69895 w 75754"/>
                <a:gd name="connsiteY9" fmla="*/ 89724 h 295586"/>
                <a:gd name="connsiteX10" fmla="*/ 69895 w 75754"/>
                <a:gd name="connsiteY10" fmla="*/ 295587 h 295586"/>
                <a:gd name="connsiteX11" fmla="*/ 5945 w 75754"/>
                <a:gd name="connsiteY11" fmla="*/ 295587 h 295586"/>
                <a:gd name="connsiteX12" fmla="*/ 5945 w 75754"/>
                <a:gd name="connsiteY12" fmla="*/ 89724 h 295586"/>
                <a:gd name="connsiteX13" fmla="*/ 69895 w 75754"/>
                <a:gd name="connsiteY13" fmla="*/ 89724 h 295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5754" h="295586">
                  <a:moveTo>
                    <a:pt x="10616" y="58530"/>
                  </a:moveTo>
                  <a:cubicBezTo>
                    <a:pt x="3482" y="51990"/>
                    <a:pt x="0" y="43940"/>
                    <a:pt x="0" y="34380"/>
                  </a:cubicBezTo>
                  <a:cubicBezTo>
                    <a:pt x="0" y="24821"/>
                    <a:pt x="3567" y="16352"/>
                    <a:pt x="10616" y="9811"/>
                  </a:cubicBezTo>
                  <a:cubicBezTo>
                    <a:pt x="17665" y="3270"/>
                    <a:pt x="26837" y="0"/>
                    <a:pt x="38047" y="0"/>
                  </a:cubicBezTo>
                  <a:cubicBezTo>
                    <a:pt x="49257" y="0"/>
                    <a:pt x="58005" y="3270"/>
                    <a:pt x="65139" y="9811"/>
                  </a:cubicBezTo>
                  <a:cubicBezTo>
                    <a:pt x="72273" y="16352"/>
                    <a:pt x="75755" y="24485"/>
                    <a:pt x="75755" y="34380"/>
                  </a:cubicBezTo>
                  <a:cubicBezTo>
                    <a:pt x="75755" y="44275"/>
                    <a:pt x="72188" y="52074"/>
                    <a:pt x="65139" y="58530"/>
                  </a:cubicBezTo>
                  <a:cubicBezTo>
                    <a:pt x="58090" y="64987"/>
                    <a:pt x="49003" y="68341"/>
                    <a:pt x="38047" y="68341"/>
                  </a:cubicBezTo>
                  <a:cubicBezTo>
                    <a:pt x="27092" y="68341"/>
                    <a:pt x="17665" y="65071"/>
                    <a:pt x="10616" y="58530"/>
                  </a:cubicBezTo>
                  <a:close/>
                  <a:moveTo>
                    <a:pt x="69895" y="89724"/>
                  </a:moveTo>
                  <a:lnTo>
                    <a:pt x="69895" y="295587"/>
                  </a:lnTo>
                  <a:lnTo>
                    <a:pt x="5945" y="295587"/>
                  </a:lnTo>
                  <a:lnTo>
                    <a:pt x="5945" y="89724"/>
                  </a:lnTo>
                  <a:lnTo>
                    <a:pt x="69895" y="89724"/>
                  </a:lnTo>
                  <a:close/>
                </a:path>
              </a:pathLst>
            </a:custGeom>
            <a:solidFill>
              <a:srgbClr val="FFFFFF"/>
            </a:solidFill>
            <a:ln w="0" cap="flat">
              <a:noFill/>
              <a:prstDash val="solid"/>
              <a:miter/>
            </a:ln>
          </p:spPr>
          <p:txBody>
            <a:bodyPr rtlCol="0" anchor="ctr"/>
            <a:lstStyle/>
            <a:p>
              <a:endParaRPr lang="pt-BR" dirty="0"/>
            </a:p>
          </p:txBody>
        </p:sp>
        <p:sp>
          <p:nvSpPr>
            <p:cNvPr id="14" name="Forma Livre 155">
              <a:extLst>
                <a:ext uri="{FF2B5EF4-FFF2-40B4-BE49-F238E27FC236}">
                  <a16:creationId xmlns:a16="http://schemas.microsoft.com/office/drawing/2014/main" id="{FA9207FF-884F-B3EB-E137-4B7D82A9E30B}"/>
                </a:ext>
              </a:extLst>
            </p:cNvPr>
            <p:cNvSpPr/>
            <p:nvPr/>
          </p:nvSpPr>
          <p:spPr>
            <a:xfrm>
              <a:off x="3363695" y="1954616"/>
              <a:ext cx="207391" cy="208042"/>
            </a:xfrm>
            <a:custGeom>
              <a:avLst/>
              <a:gdLst>
                <a:gd name="connsiteX0" fmla="*/ 185565 w 207391"/>
                <a:gd name="connsiteY0" fmla="*/ 23312 h 208042"/>
                <a:gd name="connsiteX1" fmla="*/ 207391 w 207391"/>
                <a:gd name="connsiteY1" fmla="*/ 87712 h 208042"/>
                <a:gd name="connsiteX2" fmla="*/ 207391 w 207391"/>
                <a:gd name="connsiteY2" fmla="*/ 208043 h 208042"/>
                <a:gd name="connsiteX3" fmla="*/ 143866 w 207391"/>
                <a:gd name="connsiteY3" fmla="*/ 208043 h 208042"/>
                <a:gd name="connsiteX4" fmla="*/ 143866 w 207391"/>
                <a:gd name="connsiteY4" fmla="*/ 96265 h 208042"/>
                <a:gd name="connsiteX5" fmla="*/ 132995 w 207391"/>
                <a:gd name="connsiteY5" fmla="*/ 64149 h 208042"/>
                <a:gd name="connsiteX6" fmla="*/ 103865 w 207391"/>
                <a:gd name="connsiteY6" fmla="*/ 52744 h 208042"/>
                <a:gd name="connsiteX7" fmla="*/ 74736 w 207391"/>
                <a:gd name="connsiteY7" fmla="*/ 64149 h 208042"/>
                <a:gd name="connsiteX8" fmla="*/ 63865 w 207391"/>
                <a:gd name="connsiteY8" fmla="*/ 96265 h 208042"/>
                <a:gd name="connsiteX9" fmla="*/ 63865 w 207391"/>
                <a:gd name="connsiteY9" fmla="*/ 208043 h 208042"/>
                <a:gd name="connsiteX10" fmla="*/ 0 w 207391"/>
                <a:gd name="connsiteY10" fmla="*/ 208043 h 208042"/>
                <a:gd name="connsiteX11" fmla="*/ 0 w 207391"/>
                <a:gd name="connsiteY11" fmla="*/ 2180 h 208042"/>
                <a:gd name="connsiteX12" fmla="*/ 63865 w 207391"/>
                <a:gd name="connsiteY12" fmla="*/ 2180 h 208042"/>
                <a:gd name="connsiteX13" fmla="*/ 63865 w 207391"/>
                <a:gd name="connsiteY13" fmla="*/ 29517 h 208042"/>
                <a:gd name="connsiteX14" fmla="*/ 90022 w 207391"/>
                <a:gd name="connsiteY14" fmla="*/ 7966 h 208042"/>
                <a:gd name="connsiteX15" fmla="*/ 127050 w 207391"/>
                <a:gd name="connsiteY15" fmla="*/ 0 h 208042"/>
                <a:gd name="connsiteX16" fmla="*/ 185565 w 207391"/>
                <a:gd name="connsiteY16" fmla="*/ 23395 h 208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7391" h="208042">
                  <a:moveTo>
                    <a:pt x="185565" y="23312"/>
                  </a:moveTo>
                  <a:cubicBezTo>
                    <a:pt x="200172" y="38908"/>
                    <a:pt x="207391" y="60375"/>
                    <a:pt x="207391" y="87712"/>
                  </a:cubicBezTo>
                  <a:lnTo>
                    <a:pt x="207391" y="208043"/>
                  </a:lnTo>
                  <a:lnTo>
                    <a:pt x="143866" y="208043"/>
                  </a:lnTo>
                  <a:lnTo>
                    <a:pt x="143866" y="96265"/>
                  </a:lnTo>
                  <a:cubicBezTo>
                    <a:pt x="143866" y="82513"/>
                    <a:pt x="140214" y="71779"/>
                    <a:pt x="132995" y="64149"/>
                  </a:cubicBezTo>
                  <a:cubicBezTo>
                    <a:pt x="125776" y="56518"/>
                    <a:pt x="116010" y="52744"/>
                    <a:pt x="103865" y="52744"/>
                  </a:cubicBezTo>
                  <a:cubicBezTo>
                    <a:pt x="91721" y="52744"/>
                    <a:pt x="81954" y="56602"/>
                    <a:pt x="74736" y="64149"/>
                  </a:cubicBezTo>
                  <a:cubicBezTo>
                    <a:pt x="67517" y="71779"/>
                    <a:pt x="63865" y="82513"/>
                    <a:pt x="63865" y="96265"/>
                  </a:cubicBezTo>
                  <a:lnTo>
                    <a:pt x="63865" y="208043"/>
                  </a:lnTo>
                  <a:lnTo>
                    <a:pt x="0" y="208043"/>
                  </a:lnTo>
                  <a:lnTo>
                    <a:pt x="0" y="2180"/>
                  </a:lnTo>
                  <a:lnTo>
                    <a:pt x="63865" y="2180"/>
                  </a:lnTo>
                  <a:lnTo>
                    <a:pt x="63865" y="29517"/>
                  </a:lnTo>
                  <a:cubicBezTo>
                    <a:pt x="70319" y="20460"/>
                    <a:pt x="79067" y="13249"/>
                    <a:pt x="90022" y="7966"/>
                  </a:cubicBezTo>
                  <a:cubicBezTo>
                    <a:pt x="100978" y="2683"/>
                    <a:pt x="113292" y="0"/>
                    <a:pt x="127050" y="0"/>
                  </a:cubicBezTo>
                  <a:cubicBezTo>
                    <a:pt x="151509" y="0"/>
                    <a:pt x="170958" y="7798"/>
                    <a:pt x="185565" y="23395"/>
                  </a:cubicBezTo>
                  <a:close/>
                </a:path>
              </a:pathLst>
            </a:custGeom>
            <a:solidFill>
              <a:srgbClr val="FFFFFF"/>
            </a:solidFill>
            <a:ln w="0" cap="flat">
              <a:noFill/>
              <a:prstDash val="solid"/>
              <a:miter/>
            </a:ln>
          </p:spPr>
          <p:txBody>
            <a:bodyPr rtlCol="0" anchor="ctr"/>
            <a:lstStyle/>
            <a:p>
              <a:endParaRPr lang="pt-BR" dirty="0"/>
            </a:p>
          </p:txBody>
        </p:sp>
        <p:sp>
          <p:nvSpPr>
            <p:cNvPr id="15" name="Forma Livre 156">
              <a:extLst>
                <a:ext uri="{FF2B5EF4-FFF2-40B4-BE49-F238E27FC236}">
                  <a16:creationId xmlns:a16="http://schemas.microsoft.com/office/drawing/2014/main" id="{9861848A-34B8-C9AB-5D6A-36081487B3F6}"/>
                </a:ext>
              </a:extLst>
            </p:cNvPr>
            <p:cNvSpPr/>
            <p:nvPr/>
          </p:nvSpPr>
          <p:spPr>
            <a:xfrm>
              <a:off x="3613804" y="1956712"/>
              <a:ext cx="207900" cy="208126"/>
            </a:xfrm>
            <a:custGeom>
              <a:avLst/>
              <a:gdLst>
                <a:gd name="connsiteX0" fmla="*/ 207731 w 207900"/>
                <a:gd name="connsiteY0" fmla="*/ 0 h 208126"/>
                <a:gd name="connsiteX1" fmla="*/ 207731 w 207900"/>
                <a:gd name="connsiteY1" fmla="*/ 205863 h 208126"/>
                <a:gd name="connsiteX2" fmla="*/ 143781 w 207900"/>
                <a:gd name="connsiteY2" fmla="*/ 205863 h 208126"/>
                <a:gd name="connsiteX3" fmla="*/ 143781 w 207900"/>
                <a:gd name="connsiteY3" fmla="*/ 177855 h 208126"/>
                <a:gd name="connsiteX4" fmla="*/ 117454 w 207900"/>
                <a:gd name="connsiteY4" fmla="*/ 199825 h 208126"/>
                <a:gd name="connsiteX5" fmla="*/ 80680 w 207900"/>
                <a:gd name="connsiteY5" fmla="*/ 208127 h 208126"/>
                <a:gd name="connsiteX6" fmla="*/ 38472 w 207900"/>
                <a:gd name="connsiteY6" fmla="*/ 197645 h 208126"/>
                <a:gd name="connsiteX7" fmla="*/ 10106 w 207900"/>
                <a:gd name="connsiteY7" fmla="*/ 167206 h 208126"/>
                <a:gd name="connsiteX8" fmla="*/ 0 w 207900"/>
                <a:gd name="connsiteY8" fmla="*/ 120331 h 208126"/>
                <a:gd name="connsiteX9" fmla="*/ 0 w 207900"/>
                <a:gd name="connsiteY9" fmla="*/ 0 h 208126"/>
                <a:gd name="connsiteX10" fmla="*/ 63525 w 207900"/>
                <a:gd name="connsiteY10" fmla="*/ 0 h 208126"/>
                <a:gd name="connsiteX11" fmla="*/ 63525 w 207900"/>
                <a:gd name="connsiteY11" fmla="*/ 111778 h 208126"/>
                <a:gd name="connsiteX12" fmla="*/ 74396 w 207900"/>
                <a:gd name="connsiteY12" fmla="*/ 143894 h 208126"/>
                <a:gd name="connsiteX13" fmla="*/ 103526 w 207900"/>
                <a:gd name="connsiteY13" fmla="*/ 155298 h 208126"/>
                <a:gd name="connsiteX14" fmla="*/ 133080 w 207900"/>
                <a:gd name="connsiteY14" fmla="*/ 143894 h 208126"/>
                <a:gd name="connsiteX15" fmla="*/ 143951 w 207900"/>
                <a:gd name="connsiteY15" fmla="*/ 111778 h 208126"/>
                <a:gd name="connsiteX16" fmla="*/ 143951 w 207900"/>
                <a:gd name="connsiteY16" fmla="*/ 0 h 208126"/>
                <a:gd name="connsiteX17" fmla="*/ 207901 w 207900"/>
                <a:gd name="connsiteY17" fmla="*/ 0 h 208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07900" h="208126">
                  <a:moveTo>
                    <a:pt x="207731" y="0"/>
                  </a:moveTo>
                  <a:lnTo>
                    <a:pt x="207731" y="205863"/>
                  </a:lnTo>
                  <a:lnTo>
                    <a:pt x="143781" y="205863"/>
                  </a:lnTo>
                  <a:lnTo>
                    <a:pt x="143781" y="177855"/>
                  </a:lnTo>
                  <a:cubicBezTo>
                    <a:pt x="137326" y="186995"/>
                    <a:pt x="128494" y="194291"/>
                    <a:pt x="117454" y="199825"/>
                  </a:cubicBezTo>
                  <a:cubicBezTo>
                    <a:pt x="106328" y="205359"/>
                    <a:pt x="94099" y="208127"/>
                    <a:pt x="80680" y="208127"/>
                  </a:cubicBezTo>
                  <a:cubicBezTo>
                    <a:pt x="64714" y="208127"/>
                    <a:pt x="50616" y="204605"/>
                    <a:pt x="38472" y="197645"/>
                  </a:cubicBezTo>
                  <a:cubicBezTo>
                    <a:pt x="26242" y="190601"/>
                    <a:pt x="16816" y="180455"/>
                    <a:pt x="10106" y="167206"/>
                  </a:cubicBezTo>
                  <a:cubicBezTo>
                    <a:pt x="3397" y="153957"/>
                    <a:pt x="0" y="138276"/>
                    <a:pt x="0" y="120331"/>
                  </a:cubicBezTo>
                  <a:lnTo>
                    <a:pt x="0" y="0"/>
                  </a:lnTo>
                  <a:lnTo>
                    <a:pt x="63525" y="0"/>
                  </a:lnTo>
                  <a:lnTo>
                    <a:pt x="63525" y="111778"/>
                  </a:lnTo>
                  <a:cubicBezTo>
                    <a:pt x="63525" y="125530"/>
                    <a:pt x="67092" y="136263"/>
                    <a:pt x="74396" y="143894"/>
                  </a:cubicBezTo>
                  <a:cubicBezTo>
                    <a:pt x="81615" y="151525"/>
                    <a:pt x="91381" y="155298"/>
                    <a:pt x="103526" y="155298"/>
                  </a:cubicBezTo>
                  <a:cubicBezTo>
                    <a:pt x="115670" y="155298"/>
                    <a:pt x="125776" y="151441"/>
                    <a:pt x="133080" y="143894"/>
                  </a:cubicBezTo>
                  <a:cubicBezTo>
                    <a:pt x="140299" y="136263"/>
                    <a:pt x="143951" y="125530"/>
                    <a:pt x="143951" y="111778"/>
                  </a:cubicBezTo>
                  <a:lnTo>
                    <a:pt x="143951" y="0"/>
                  </a:lnTo>
                  <a:lnTo>
                    <a:pt x="207901" y="0"/>
                  </a:lnTo>
                  <a:close/>
                </a:path>
              </a:pathLst>
            </a:custGeom>
            <a:solidFill>
              <a:srgbClr val="FFFFFF"/>
            </a:solidFill>
            <a:ln w="0" cap="flat">
              <a:noFill/>
              <a:prstDash val="solid"/>
              <a:miter/>
            </a:ln>
          </p:spPr>
          <p:txBody>
            <a:bodyPr rtlCol="0" anchor="ctr"/>
            <a:lstStyle/>
            <a:p>
              <a:endParaRPr lang="pt-BR" dirty="0"/>
            </a:p>
          </p:txBody>
        </p:sp>
        <p:sp>
          <p:nvSpPr>
            <p:cNvPr id="16" name="Forma Livre 157">
              <a:extLst>
                <a:ext uri="{FF2B5EF4-FFF2-40B4-BE49-F238E27FC236}">
                  <a16:creationId xmlns:a16="http://schemas.microsoft.com/office/drawing/2014/main" id="{58667EF0-AE9D-EFAC-682B-A83E4002E9B7}"/>
                </a:ext>
              </a:extLst>
            </p:cNvPr>
            <p:cNvSpPr/>
            <p:nvPr/>
          </p:nvSpPr>
          <p:spPr>
            <a:xfrm>
              <a:off x="3854826" y="1953777"/>
              <a:ext cx="220045" cy="211732"/>
            </a:xfrm>
            <a:custGeom>
              <a:avLst/>
              <a:gdLst>
                <a:gd name="connsiteX0" fmla="*/ 12144 w 220045"/>
                <a:gd name="connsiteY0" fmla="*/ 49810 h 211732"/>
                <a:gd name="connsiteX1" fmla="*/ 45181 w 220045"/>
                <a:gd name="connsiteY1" fmla="*/ 12914 h 211732"/>
                <a:gd name="connsiteX2" fmla="*/ 91891 w 220045"/>
                <a:gd name="connsiteY2" fmla="*/ 0 h 211732"/>
                <a:gd name="connsiteX3" fmla="*/ 130532 w 220045"/>
                <a:gd name="connsiteY3" fmla="*/ 8889 h 211732"/>
                <a:gd name="connsiteX4" fmla="*/ 156180 w 220045"/>
                <a:gd name="connsiteY4" fmla="*/ 32116 h 211732"/>
                <a:gd name="connsiteX5" fmla="*/ 156180 w 220045"/>
                <a:gd name="connsiteY5" fmla="*/ 2935 h 211732"/>
                <a:gd name="connsiteX6" fmla="*/ 220045 w 220045"/>
                <a:gd name="connsiteY6" fmla="*/ 2935 h 211732"/>
                <a:gd name="connsiteX7" fmla="*/ 220045 w 220045"/>
                <a:gd name="connsiteY7" fmla="*/ 208797 h 211732"/>
                <a:gd name="connsiteX8" fmla="*/ 156180 w 220045"/>
                <a:gd name="connsiteY8" fmla="*/ 208797 h 211732"/>
                <a:gd name="connsiteX9" fmla="*/ 156180 w 220045"/>
                <a:gd name="connsiteY9" fmla="*/ 179616 h 211732"/>
                <a:gd name="connsiteX10" fmla="*/ 130193 w 220045"/>
                <a:gd name="connsiteY10" fmla="*/ 202844 h 211732"/>
                <a:gd name="connsiteX11" fmla="*/ 91551 w 220045"/>
                <a:gd name="connsiteY11" fmla="*/ 211732 h 211732"/>
                <a:gd name="connsiteX12" fmla="*/ 45181 w 220045"/>
                <a:gd name="connsiteY12" fmla="*/ 198651 h 211732"/>
                <a:gd name="connsiteX13" fmla="*/ 12144 w 220045"/>
                <a:gd name="connsiteY13" fmla="*/ 161420 h 211732"/>
                <a:gd name="connsiteX14" fmla="*/ 0 w 220045"/>
                <a:gd name="connsiteY14" fmla="*/ 105489 h 211732"/>
                <a:gd name="connsiteX15" fmla="*/ 12144 w 220045"/>
                <a:gd name="connsiteY15" fmla="*/ 49726 h 211732"/>
                <a:gd name="connsiteX16" fmla="*/ 142932 w 220045"/>
                <a:gd name="connsiteY16" fmla="*/ 68593 h 211732"/>
                <a:gd name="connsiteX17" fmla="*/ 110575 w 220045"/>
                <a:gd name="connsiteY17" fmla="*/ 54925 h 211732"/>
                <a:gd name="connsiteX18" fmla="*/ 78218 w 220045"/>
                <a:gd name="connsiteY18" fmla="*/ 68425 h 211732"/>
                <a:gd name="connsiteX19" fmla="*/ 64969 w 220045"/>
                <a:gd name="connsiteY19" fmla="*/ 105489 h 211732"/>
                <a:gd name="connsiteX20" fmla="*/ 78218 w 220045"/>
                <a:gd name="connsiteY20" fmla="*/ 142972 h 211732"/>
                <a:gd name="connsiteX21" fmla="*/ 110575 w 220045"/>
                <a:gd name="connsiteY21" fmla="*/ 156808 h 211732"/>
                <a:gd name="connsiteX22" fmla="*/ 142932 w 220045"/>
                <a:gd name="connsiteY22" fmla="*/ 143139 h 211732"/>
                <a:gd name="connsiteX23" fmla="*/ 156180 w 220045"/>
                <a:gd name="connsiteY23" fmla="*/ 105908 h 211732"/>
                <a:gd name="connsiteX24" fmla="*/ 142932 w 220045"/>
                <a:gd name="connsiteY24" fmla="*/ 68677 h 211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0045" h="211732">
                  <a:moveTo>
                    <a:pt x="12144" y="49810"/>
                  </a:moveTo>
                  <a:cubicBezTo>
                    <a:pt x="20213" y="33793"/>
                    <a:pt x="31253" y="21551"/>
                    <a:pt x="45181" y="12914"/>
                  </a:cubicBezTo>
                  <a:cubicBezTo>
                    <a:pt x="59109" y="4277"/>
                    <a:pt x="74736" y="0"/>
                    <a:pt x="91891" y="0"/>
                  </a:cubicBezTo>
                  <a:cubicBezTo>
                    <a:pt x="106583" y="0"/>
                    <a:pt x="119492" y="2935"/>
                    <a:pt x="130532" y="8889"/>
                  </a:cubicBezTo>
                  <a:cubicBezTo>
                    <a:pt x="141658" y="14758"/>
                    <a:pt x="150150" y="22557"/>
                    <a:pt x="156180" y="32116"/>
                  </a:cubicBezTo>
                  <a:lnTo>
                    <a:pt x="156180" y="2935"/>
                  </a:lnTo>
                  <a:lnTo>
                    <a:pt x="220045" y="2935"/>
                  </a:lnTo>
                  <a:lnTo>
                    <a:pt x="220045" y="208797"/>
                  </a:lnTo>
                  <a:lnTo>
                    <a:pt x="156180" y="208797"/>
                  </a:lnTo>
                  <a:lnTo>
                    <a:pt x="156180" y="179616"/>
                  </a:lnTo>
                  <a:cubicBezTo>
                    <a:pt x="149981" y="189175"/>
                    <a:pt x="141318" y="196974"/>
                    <a:pt x="130193" y="202844"/>
                  </a:cubicBezTo>
                  <a:cubicBezTo>
                    <a:pt x="119067" y="208714"/>
                    <a:pt x="106243" y="211732"/>
                    <a:pt x="91551" y="211732"/>
                  </a:cubicBezTo>
                  <a:cubicBezTo>
                    <a:pt x="74566" y="211732"/>
                    <a:pt x="59194" y="207372"/>
                    <a:pt x="45181" y="198651"/>
                  </a:cubicBezTo>
                  <a:cubicBezTo>
                    <a:pt x="31168" y="189930"/>
                    <a:pt x="20213" y="177520"/>
                    <a:pt x="12144" y="161420"/>
                  </a:cubicBezTo>
                  <a:cubicBezTo>
                    <a:pt x="4076" y="145320"/>
                    <a:pt x="0" y="126704"/>
                    <a:pt x="0" y="105489"/>
                  </a:cubicBezTo>
                  <a:cubicBezTo>
                    <a:pt x="0" y="84274"/>
                    <a:pt x="4076" y="65742"/>
                    <a:pt x="12144" y="49726"/>
                  </a:cubicBezTo>
                  <a:close/>
                  <a:moveTo>
                    <a:pt x="142932" y="68593"/>
                  </a:moveTo>
                  <a:cubicBezTo>
                    <a:pt x="134099" y="59537"/>
                    <a:pt x="123314" y="54925"/>
                    <a:pt x="110575" y="54925"/>
                  </a:cubicBezTo>
                  <a:cubicBezTo>
                    <a:pt x="97836" y="54925"/>
                    <a:pt x="87050" y="59453"/>
                    <a:pt x="78218" y="68425"/>
                  </a:cubicBezTo>
                  <a:cubicBezTo>
                    <a:pt x="69385" y="77398"/>
                    <a:pt x="64969" y="89808"/>
                    <a:pt x="64969" y="105489"/>
                  </a:cubicBezTo>
                  <a:cubicBezTo>
                    <a:pt x="64969" y="121170"/>
                    <a:pt x="69385" y="133748"/>
                    <a:pt x="78218" y="142972"/>
                  </a:cubicBezTo>
                  <a:cubicBezTo>
                    <a:pt x="87050" y="152196"/>
                    <a:pt x="97836" y="156808"/>
                    <a:pt x="110575" y="156808"/>
                  </a:cubicBezTo>
                  <a:cubicBezTo>
                    <a:pt x="123314" y="156808"/>
                    <a:pt x="134014" y="152280"/>
                    <a:pt x="142932" y="143139"/>
                  </a:cubicBezTo>
                  <a:cubicBezTo>
                    <a:pt x="151764" y="134083"/>
                    <a:pt x="156180" y="121589"/>
                    <a:pt x="156180" y="105908"/>
                  </a:cubicBezTo>
                  <a:cubicBezTo>
                    <a:pt x="156180" y="90227"/>
                    <a:pt x="151764" y="77733"/>
                    <a:pt x="142932" y="68677"/>
                  </a:cubicBezTo>
                  <a:close/>
                </a:path>
              </a:pathLst>
            </a:custGeom>
            <a:solidFill>
              <a:srgbClr val="FFFFFF"/>
            </a:solidFill>
            <a:ln w="0" cap="flat">
              <a:noFill/>
              <a:prstDash val="solid"/>
              <a:miter/>
            </a:ln>
          </p:spPr>
          <p:txBody>
            <a:bodyPr rtlCol="0" anchor="ctr"/>
            <a:lstStyle/>
            <a:p>
              <a:endParaRPr lang="pt-BR" dirty="0"/>
            </a:p>
          </p:txBody>
        </p:sp>
      </p:grpSp>
    </p:spTree>
    <p:extLst>
      <p:ext uri="{BB962C8B-B14F-4D97-AF65-F5344CB8AC3E}">
        <p14:creationId xmlns:p14="http://schemas.microsoft.com/office/powerpoint/2010/main" val="38215111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F73CE05-9555-68B0-DCA5-F9E058285606}"/>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08720789-C9C6-1CF6-D667-F8AFDA8D0293}"/>
              </a:ext>
            </a:extLst>
          </p:cNvPr>
          <p:cNvSpPr/>
          <p:nvPr/>
        </p:nvSpPr>
        <p:spPr>
          <a:xfrm>
            <a:off x="0" y="1178388"/>
            <a:ext cx="18288000" cy="739587"/>
          </a:xfrm>
          <a:prstGeom prst="rect">
            <a:avLst/>
          </a:prstGeom>
          <a:solidFill>
            <a:srgbClr val="2856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7" name="Conector Reto 6">
            <a:extLst>
              <a:ext uri="{FF2B5EF4-FFF2-40B4-BE49-F238E27FC236}">
                <a16:creationId xmlns:a16="http://schemas.microsoft.com/office/drawing/2014/main" id="{4E05AFCE-BFCC-F589-9B1F-C9A84E8D6C31}"/>
              </a:ext>
            </a:extLst>
          </p:cNvPr>
          <p:cNvCxnSpPr>
            <a:cxnSpLocks/>
          </p:cNvCxnSpPr>
          <p:nvPr/>
        </p:nvCxnSpPr>
        <p:spPr>
          <a:xfrm flipV="1">
            <a:off x="868312" y="1727847"/>
            <a:ext cx="0" cy="6808035"/>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20" name="CaixaDeTexto 3">
            <a:extLst>
              <a:ext uri="{FF2B5EF4-FFF2-40B4-BE49-F238E27FC236}">
                <a16:creationId xmlns:a16="http://schemas.microsoft.com/office/drawing/2014/main" id="{6DCA2E80-143E-C3DE-7EBC-4F24A6CF516E}"/>
              </a:ext>
            </a:extLst>
          </p:cNvPr>
          <p:cNvSpPr txBox="1"/>
          <p:nvPr/>
        </p:nvSpPr>
        <p:spPr>
          <a:xfrm>
            <a:off x="1478280" y="2146575"/>
            <a:ext cx="15377160" cy="7302961"/>
          </a:xfrm>
          <a:prstGeom prst="rect">
            <a:avLst/>
          </a:prstGeom>
          <a:noFill/>
          <a:ln>
            <a:noFill/>
          </a:ln>
        </p:spPr>
        <p:txBody>
          <a:bodyPr wrap="square" lIns="91440" tIns="45720" rIns="91440" bIns="4572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      }</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    }</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  }</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a:t>
            </a:r>
          </a:p>
          <a:p>
            <a:pPr>
              <a:lnSpc>
                <a:spcPct val="107000"/>
              </a:lnSpc>
              <a:spcAft>
                <a:spcPts val="800"/>
              </a:spcAft>
            </a:pPr>
            <a:endParaRPr lang="pt-BR" kern="100" dirty="0">
              <a:effectLst/>
              <a:latin typeface="Poppins" panose="00000500000000000000" pitchFamily="2" charset="0"/>
              <a:ea typeface="Aptos" panose="020B0004020202020204" pitchFamily="34" charset="0"/>
              <a:cs typeface="Poppins" panose="00000500000000000000" pitchFamily="2" charset="0"/>
            </a:endParaRP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Resposta esperada no arquivo gerado (style.css):</a:t>
            </a:r>
          </a:p>
          <a:p>
            <a:pPr>
              <a:lnSpc>
                <a:spcPct val="107000"/>
              </a:lnSpc>
              <a:spcAft>
                <a:spcPts val="800"/>
              </a:spcAft>
            </a:pPr>
            <a:endParaRPr lang="pt-BR" kern="100" dirty="0">
              <a:effectLst/>
              <a:latin typeface="Poppins" panose="00000500000000000000" pitchFamily="2" charset="0"/>
              <a:ea typeface="Aptos" panose="020B0004020202020204" pitchFamily="34" charset="0"/>
              <a:cs typeface="Poppins" panose="00000500000000000000" pitchFamily="2" charset="0"/>
            </a:endParaRP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O comando sass sass/style.scss css/style.css deve gerar um arquivo CSS com estilo compilado. Exemplo:</a:t>
            </a:r>
          </a:p>
          <a:p>
            <a:pPr>
              <a:lnSpc>
                <a:spcPct val="107000"/>
              </a:lnSpc>
              <a:spcAft>
                <a:spcPts val="800"/>
              </a:spcAft>
            </a:pPr>
            <a:endParaRPr lang="pt-BR" kern="100" dirty="0">
              <a:effectLst/>
              <a:latin typeface="Poppins" panose="00000500000000000000" pitchFamily="2" charset="0"/>
              <a:ea typeface="Aptos" panose="020B0004020202020204" pitchFamily="34" charset="0"/>
              <a:cs typeface="Poppins" panose="00000500000000000000" pitchFamily="2" charset="0"/>
            </a:endParaRP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nav {</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  background-color: #3498db;</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nav ul {</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  list-style: none;</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nav ul li {</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  color: #2ecc71;</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nav ul li:hover {</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  color: rgb(84.456, 216.544, 140.468);</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a:t>
            </a:r>
          </a:p>
          <a:p>
            <a:endParaRPr lang="pt-BR" dirty="0"/>
          </a:p>
        </p:txBody>
      </p:sp>
      <p:sp>
        <p:nvSpPr>
          <p:cNvPr id="8" name="CaixaDeTexto 7">
            <a:extLst>
              <a:ext uri="{FF2B5EF4-FFF2-40B4-BE49-F238E27FC236}">
                <a16:creationId xmlns:a16="http://schemas.microsoft.com/office/drawing/2014/main" id="{8492640D-4F3B-D7AE-7045-B92331DF33C2}"/>
              </a:ext>
            </a:extLst>
          </p:cNvPr>
          <p:cNvSpPr txBox="1"/>
          <p:nvPr/>
        </p:nvSpPr>
        <p:spPr>
          <a:xfrm>
            <a:off x="1478280" y="1193628"/>
            <a:ext cx="8884920" cy="920061"/>
          </a:xfrm>
          <a:prstGeom prst="rect">
            <a:avLst/>
          </a:prstGeom>
          <a:noFill/>
          <a:ln>
            <a:noFill/>
          </a:ln>
        </p:spPr>
        <p:txBody>
          <a:bodyPr spcFirstLastPara="1" wrap="none" lIns="91425" tIns="45700" rIns="91425" bIns="45700" rtlCol="0" anchor="t" anchorCtr="0">
            <a:noAutofit/>
          </a:bodyPr>
          <a:lstStyle/>
          <a:p>
            <a:pPr algn="l"/>
            <a:r>
              <a:rPr lang="pt-BR" sz="4500" b="1" dirty="0">
                <a:solidFill>
                  <a:schemeClr val="bg1"/>
                </a:solidFill>
                <a:latin typeface="Poppins" pitchFamily="2" charset="77"/>
                <a:cs typeface="Poppins" pitchFamily="2" charset="77"/>
              </a:rPr>
              <a:t>Slide 7</a:t>
            </a:r>
            <a:endParaRPr lang="pt-BR" sz="4800" b="1" dirty="0">
              <a:solidFill>
                <a:schemeClr val="bg1"/>
              </a:solidFill>
              <a:latin typeface="Poppins" pitchFamily="2" charset="77"/>
              <a:cs typeface="Poppins" pitchFamily="2" charset="77"/>
            </a:endParaRPr>
          </a:p>
        </p:txBody>
      </p:sp>
      <p:sp>
        <p:nvSpPr>
          <p:cNvPr id="3" name="Oval 8">
            <a:extLst>
              <a:ext uri="{FF2B5EF4-FFF2-40B4-BE49-F238E27FC236}">
                <a16:creationId xmlns:a16="http://schemas.microsoft.com/office/drawing/2014/main" id="{781A9219-A8D8-2D3B-4053-796E748C0142}"/>
              </a:ext>
            </a:extLst>
          </p:cNvPr>
          <p:cNvSpPr/>
          <p:nvPr/>
        </p:nvSpPr>
        <p:spPr>
          <a:xfrm>
            <a:off x="614957" y="2073949"/>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pic>
        <p:nvPicPr>
          <p:cNvPr id="6" name="Gráfico 5">
            <a:extLst>
              <a:ext uri="{FF2B5EF4-FFF2-40B4-BE49-F238E27FC236}">
                <a16:creationId xmlns:a16="http://schemas.microsoft.com/office/drawing/2014/main" id="{17D9FCD5-4173-B681-09DB-5E1F1FEA61F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0869" y="2155130"/>
            <a:ext cx="312039" cy="400050"/>
          </a:xfrm>
          <a:prstGeom prst="rect">
            <a:avLst/>
          </a:prstGeom>
        </p:spPr>
      </p:pic>
      <p:pic>
        <p:nvPicPr>
          <p:cNvPr id="2" name="Imagem 1">
            <a:extLst>
              <a:ext uri="{FF2B5EF4-FFF2-40B4-BE49-F238E27FC236}">
                <a16:creationId xmlns:a16="http://schemas.microsoft.com/office/drawing/2014/main" id="{A21835DD-F146-26C3-7028-5515381EEB9B}"/>
              </a:ext>
            </a:extLst>
          </p:cNvPr>
          <p:cNvPicPr>
            <a:picLocks noChangeAspect="1"/>
          </p:cNvPicPr>
          <p:nvPr/>
        </p:nvPicPr>
        <p:blipFill>
          <a:blip r:embed="rId4"/>
          <a:stretch>
            <a:fillRect/>
          </a:stretch>
        </p:blipFill>
        <p:spPr>
          <a:xfrm>
            <a:off x="11198981" y="8762819"/>
            <a:ext cx="2616200" cy="609600"/>
          </a:xfrm>
          <a:prstGeom prst="rect">
            <a:avLst/>
          </a:prstGeom>
        </p:spPr>
      </p:pic>
      <p:grpSp>
        <p:nvGrpSpPr>
          <p:cNvPr id="4" name="Gráfico 85">
            <a:extLst>
              <a:ext uri="{FF2B5EF4-FFF2-40B4-BE49-F238E27FC236}">
                <a16:creationId xmlns:a16="http://schemas.microsoft.com/office/drawing/2014/main" id="{85CE451B-3644-25DE-54F4-17880BCF5041}"/>
              </a:ext>
            </a:extLst>
          </p:cNvPr>
          <p:cNvGrpSpPr/>
          <p:nvPr/>
        </p:nvGrpSpPr>
        <p:grpSpPr>
          <a:xfrm>
            <a:off x="11549419" y="8889189"/>
            <a:ext cx="1758662" cy="298605"/>
            <a:chOff x="2316209" y="1866988"/>
            <a:chExt cx="1758662" cy="298605"/>
          </a:xfrm>
          <a:solidFill>
            <a:srgbClr val="FFFFFF"/>
          </a:solidFill>
        </p:grpSpPr>
        <p:sp>
          <p:nvSpPr>
            <p:cNvPr id="9" name="Forma Livre 150">
              <a:extLst>
                <a:ext uri="{FF2B5EF4-FFF2-40B4-BE49-F238E27FC236}">
                  <a16:creationId xmlns:a16="http://schemas.microsoft.com/office/drawing/2014/main" id="{23E415C1-9F57-DD37-6C3E-A367E260A910}"/>
                </a:ext>
              </a:extLst>
            </p:cNvPr>
            <p:cNvSpPr/>
            <p:nvPr/>
          </p:nvSpPr>
          <p:spPr>
            <a:xfrm>
              <a:off x="2316209" y="1900613"/>
              <a:ext cx="256393" cy="263805"/>
            </a:xfrm>
            <a:custGeom>
              <a:avLst/>
              <a:gdLst>
                <a:gd name="connsiteX0" fmla="*/ 16815 w 256393"/>
                <a:gd name="connsiteY0" fmla="*/ 63645 h 263805"/>
                <a:gd name="connsiteX1" fmla="*/ 63695 w 256393"/>
                <a:gd name="connsiteY1" fmla="*/ 16771 h 263805"/>
                <a:gd name="connsiteX2" fmla="*/ 131891 w 256393"/>
                <a:gd name="connsiteY2" fmla="*/ 0 h 263805"/>
                <a:gd name="connsiteX3" fmla="*/ 211892 w 256393"/>
                <a:gd name="connsiteY3" fmla="*/ 24318 h 263805"/>
                <a:gd name="connsiteX4" fmla="*/ 256394 w 256393"/>
                <a:gd name="connsiteY4" fmla="*/ 90730 h 263805"/>
                <a:gd name="connsiteX5" fmla="*/ 186159 w 256393"/>
                <a:gd name="connsiteY5" fmla="*/ 90730 h 263805"/>
                <a:gd name="connsiteX6" fmla="*/ 163909 w 256393"/>
                <a:gd name="connsiteY6" fmla="*/ 65993 h 263805"/>
                <a:gd name="connsiteX7" fmla="*/ 131212 w 256393"/>
                <a:gd name="connsiteY7" fmla="*/ 57524 h 263805"/>
                <a:gd name="connsiteX8" fmla="*/ 83398 w 256393"/>
                <a:gd name="connsiteY8" fmla="*/ 77817 h 263805"/>
                <a:gd name="connsiteX9" fmla="*/ 65054 w 256393"/>
                <a:gd name="connsiteY9" fmla="*/ 132071 h 263805"/>
                <a:gd name="connsiteX10" fmla="*/ 83398 w 256393"/>
                <a:gd name="connsiteY10" fmla="*/ 186324 h 263805"/>
                <a:gd name="connsiteX11" fmla="*/ 131212 w 256393"/>
                <a:gd name="connsiteY11" fmla="*/ 206617 h 263805"/>
                <a:gd name="connsiteX12" fmla="*/ 163909 w 256393"/>
                <a:gd name="connsiteY12" fmla="*/ 198148 h 263805"/>
                <a:gd name="connsiteX13" fmla="*/ 186159 w 256393"/>
                <a:gd name="connsiteY13" fmla="*/ 173411 h 263805"/>
                <a:gd name="connsiteX14" fmla="*/ 256394 w 256393"/>
                <a:gd name="connsiteY14" fmla="*/ 173411 h 263805"/>
                <a:gd name="connsiteX15" fmla="*/ 211892 w 256393"/>
                <a:gd name="connsiteY15" fmla="*/ 239656 h 263805"/>
                <a:gd name="connsiteX16" fmla="*/ 131891 w 256393"/>
                <a:gd name="connsiteY16" fmla="*/ 263806 h 263805"/>
                <a:gd name="connsiteX17" fmla="*/ 63695 w 256393"/>
                <a:gd name="connsiteY17" fmla="*/ 247035 h 263805"/>
                <a:gd name="connsiteX18" fmla="*/ 16815 w 256393"/>
                <a:gd name="connsiteY18" fmla="*/ 200328 h 263805"/>
                <a:gd name="connsiteX19" fmla="*/ 0 w 256393"/>
                <a:gd name="connsiteY19" fmla="*/ 132071 h 263805"/>
                <a:gd name="connsiteX20" fmla="*/ 16815 w 256393"/>
                <a:gd name="connsiteY20" fmla="*/ 63645 h 263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6393" h="263805">
                  <a:moveTo>
                    <a:pt x="16815" y="63645"/>
                  </a:moveTo>
                  <a:cubicBezTo>
                    <a:pt x="28026" y="43604"/>
                    <a:pt x="43652" y="28007"/>
                    <a:pt x="63695" y="16771"/>
                  </a:cubicBezTo>
                  <a:cubicBezTo>
                    <a:pt x="83738" y="5618"/>
                    <a:pt x="106498" y="0"/>
                    <a:pt x="131891" y="0"/>
                  </a:cubicBezTo>
                  <a:cubicBezTo>
                    <a:pt x="163059" y="0"/>
                    <a:pt x="189726" y="8134"/>
                    <a:pt x="211892" y="24318"/>
                  </a:cubicBezTo>
                  <a:cubicBezTo>
                    <a:pt x="234058" y="40586"/>
                    <a:pt x="248920" y="62723"/>
                    <a:pt x="256394" y="90730"/>
                  </a:cubicBezTo>
                  <a:lnTo>
                    <a:pt x="186159" y="90730"/>
                  </a:lnTo>
                  <a:cubicBezTo>
                    <a:pt x="180894" y="79913"/>
                    <a:pt x="173505" y="71696"/>
                    <a:pt x="163909" y="65993"/>
                  </a:cubicBezTo>
                  <a:cubicBezTo>
                    <a:pt x="154312" y="60375"/>
                    <a:pt x="143441" y="57524"/>
                    <a:pt x="131212" y="57524"/>
                  </a:cubicBezTo>
                  <a:cubicBezTo>
                    <a:pt x="111509" y="57524"/>
                    <a:pt x="95543" y="64316"/>
                    <a:pt x="83398" y="77817"/>
                  </a:cubicBezTo>
                  <a:cubicBezTo>
                    <a:pt x="71169" y="91317"/>
                    <a:pt x="65054" y="109430"/>
                    <a:pt x="65054" y="132071"/>
                  </a:cubicBezTo>
                  <a:cubicBezTo>
                    <a:pt x="65054" y="154711"/>
                    <a:pt x="71169" y="172824"/>
                    <a:pt x="83398" y="186324"/>
                  </a:cubicBezTo>
                  <a:cubicBezTo>
                    <a:pt x="95627" y="199825"/>
                    <a:pt x="111509" y="206617"/>
                    <a:pt x="131212" y="206617"/>
                  </a:cubicBezTo>
                  <a:cubicBezTo>
                    <a:pt x="143441" y="206617"/>
                    <a:pt x="154312" y="203766"/>
                    <a:pt x="163909" y="198148"/>
                  </a:cubicBezTo>
                  <a:cubicBezTo>
                    <a:pt x="173505" y="192530"/>
                    <a:pt x="180894" y="184228"/>
                    <a:pt x="186159" y="173411"/>
                  </a:cubicBezTo>
                  <a:lnTo>
                    <a:pt x="256394" y="173411"/>
                  </a:lnTo>
                  <a:cubicBezTo>
                    <a:pt x="248920" y="201418"/>
                    <a:pt x="234058" y="223556"/>
                    <a:pt x="211892" y="239656"/>
                  </a:cubicBezTo>
                  <a:cubicBezTo>
                    <a:pt x="189726" y="255756"/>
                    <a:pt x="163059" y="263806"/>
                    <a:pt x="131891" y="263806"/>
                  </a:cubicBezTo>
                  <a:cubicBezTo>
                    <a:pt x="106498" y="263806"/>
                    <a:pt x="83738" y="258188"/>
                    <a:pt x="63695" y="247035"/>
                  </a:cubicBezTo>
                  <a:cubicBezTo>
                    <a:pt x="43652" y="235882"/>
                    <a:pt x="28026" y="220285"/>
                    <a:pt x="16815" y="200328"/>
                  </a:cubicBezTo>
                  <a:cubicBezTo>
                    <a:pt x="5605" y="180371"/>
                    <a:pt x="0" y="157646"/>
                    <a:pt x="0" y="132071"/>
                  </a:cubicBezTo>
                  <a:cubicBezTo>
                    <a:pt x="0" y="106495"/>
                    <a:pt x="5605" y="83687"/>
                    <a:pt x="16815" y="63645"/>
                  </a:cubicBezTo>
                  <a:close/>
                </a:path>
              </a:pathLst>
            </a:custGeom>
            <a:solidFill>
              <a:srgbClr val="FFFFFF"/>
            </a:solidFill>
            <a:ln w="0" cap="flat">
              <a:noFill/>
              <a:prstDash val="solid"/>
              <a:miter/>
            </a:ln>
          </p:spPr>
          <p:txBody>
            <a:bodyPr rtlCol="0" anchor="ctr"/>
            <a:lstStyle/>
            <a:p>
              <a:endParaRPr lang="pt-BR" dirty="0"/>
            </a:p>
          </p:txBody>
        </p:sp>
        <p:sp>
          <p:nvSpPr>
            <p:cNvPr id="10" name="Forma Livre 151">
              <a:extLst>
                <a:ext uri="{FF2B5EF4-FFF2-40B4-BE49-F238E27FC236}">
                  <a16:creationId xmlns:a16="http://schemas.microsoft.com/office/drawing/2014/main" id="{49CE6B2B-6141-674F-6551-FE293CB91F34}"/>
                </a:ext>
              </a:extLst>
            </p:cNvPr>
            <p:cNvSpPr/>
            <p:nvPr/>
          </p:nvSpPr>
          <p:spPr>
            <a:xfrm>
              <a:off x="2599100" y="1953777"/>
              <a:ext cx="216733" cy="211816"/>
            </a:xfrm>
            <a:custGeom>
              <a:avLst/>
              <a:gdLst>
                <a:gd name="connsiteX0" fmla="*/ 52485 w 216733"/>
                <a:gd name="connsiteY0" fmla="*/ 198903 h 211816"/>
                <a:gd name="connsiteX1" fmla="*/ 14013 w 216733"/>
                <a:gd name="connsiteY1" fmla="*/ 162007 h 211816"/>
                <a:gd name="connsiteX2" fmla="*/ 0 w 216733"/>
                <a:gd name="connsiteY2" fmla="*/ 105908 h 211816"/>
                <a:gd name="connsiteX3" fmla="*/ 14183 w 216733"/>
                <a:gd name="connsiteY3" fmla="*/ 49977 h 211816"/>
                <a:gd name="connsiteX4" fmla="*/ 53079 w 216733"/>
                <a:gd name="connsiteY4" fmla="*/ 12914 h 211816"/>
                <a:gd name="connsiteX5" fmla="*/ 108367 w 216733"/>
                <a:gd name="connsiteY5" fmla="*/ 0 h 211816"/>
                <a:gd name="connsiteX6" fmla="*/ 163654 w 216733"/>
                <a:gd name="connsiteY6" fmla="*/ 12914 h 211816"/>
                <a:gd name="connsiteX7" fmla="*/ 202550 w 216733"/>
                <a:gd name="connsiteY7" fmla="*/ 49977 h 211816"/>
                <a:gd name="connsiteX8" fmla="*/ 216733 w 216733"/>
                <a:gd name="connsiteY8" fmla="*/ 105908 h 211816"/>
                <a:gd name="connsiteX9" fmla="*/ 202380 w 216733"/>
                <a:gd name="connsiteY9" fmla="*/ 161839 h 211816"/>
                <a:gd name="connsiteX10" fmla="*/ 163144 w 216733"/>
                <a:gd name="connsiteY10" fmla="*/ 198903 h 211816"/>
                <a:gd name="connsiteX11" fmla="*/ 107687 w 216733"/>
                <a:gd name="connsiteY11" fmla="*/ 211816 h 211816"/>
                <a:gd name="connsiteX12" fmla="*/ 52570 w 216733"/>
                <a:gd name="connsiteY12" fmla="*/ 198903 h 211816"/>
                <a:gd name="connsiteX13" fmla="*/ 138855 w 216733"/>
                <a:gd name="connsiteY13" fmla="*/ 143894 h 211816"/>
                <a:gd name="connsiteX14" fmla="*/ 151764 w 216733"/>
                <a:gd name="connsiteY14" fmla="*/ 105908 h 211816"/>
                <a:gd name="connsiteX15" fmla="*/ 139280 w 216733"/>
                <a:gd name="connsiteY15" fmla="*/ 67922 h 211816"/>
                <a:gd name="connsiteX16" fmla="*/ 108451 w 216733"/>
                <a:gd name="connsiteY16" fmla="*/ 54673 h 211816"/>
                <a:gd name="connsiteX17" fmla="*/ 77453 w 216733"/>
                <a:gd name="connsiteY17" fmla="*/ 67754 h 211816"/>
                <a:gd name="connsiteX18" fmla="*/ 65139 w 216733"/>
                <a:gd name="connsiteY18" fmla="*/ 105908 h 211816"/>
                <a:gd name="connsiteX19" fmla="*/ 77283 w 216733"/>
                <a:gd name="connsiteY19" fmla="*/ 143894 h 211816"/>
                <a:gd name="connsiteX20" fmla="*/ 107772 w 216733"/>
                <a:gd name="connsiteY20" fmla="*/ 157143 h 211816"/>
                <a:gd name="connsiteX21" fmla="*/ 138940 w 216733"/>
                <a:gd name="connsiteY21" fmla="*/ 143894 h 211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16733" h="211816">
                  <a:moveTo>
                    <a:pt x="52485" y="198903"/>
                  </a:moveTo>
                  <a:cubicBezTo>
                    <a:pt x="36179" y="190266"/>
                    <a:pt x="23355" y="178023"/>
                    <a:pt x="14013" y="162007"/>
                  </a:cubicBezTo>
                  <a:cubicBezTo>
                    <a:pt x="4671" y="145991"/>
                    <a:pt x="0" y="127291"/>
                    <a:pt x="0" y="105908"/>
                  </a:cubicBezTo>
                  <a:cubicBezTo>
                    <a:pt x="0" y="84525"/>
                    <a:pt x="4756" y="66077"/>
                    <a:pt x="14183" y="49977"/>
                  </a:cubicBezTo>
                  <a:cubicBezTo>
                    <a:pt x="23610" y="33877"/>
                    <a:pt x="36603" y="21467"/>
                    <a:pt x="53079" y="12914"/>
                  </a:cubicBezTo>
                  <a:cubicBezTo>
                    <a:pt x="69555" y="4277"/>
                    <a:pt x="87984" y="0"/>
                    <a:pt x="108367" y="0"/>
                  </a:cubicBezTo>
                  <a:cubicBezTo>
                    <a:pt x="128749" y="0"/>
                    <a:pt x="147263" y="4277"/>
                    <a:pt x="163654" y="12914"/>
                  </a:cubicBezTo>
                  <a:cubicBezTo>
                    <a:pt x="180130" y="21551"/>
                    <a:pt x="193038" y="33877"/>
                    <a:pt x="202550" y="49977"/>
                  </a:cubicBezTo>
                  <a:cubicBezTo>
                    <a:pt x="211977" y="66077"/>
                    <a:pt x="216733" y="84693"/>
                    <a:pt x="216733" y="105908"/>
                  </a:cubicBezTo>
                  <a:cubicBezTo>
                    <a:pt x="216733" y="127123"/>
                    <a:pt x="211892" y="145739"/>
                    <a:pt x="202380" y="161839"/>
                  </a:cubicBezTo>
                  <a:cubicBezTo>
                    <a:pt x="192784" y="177939"/>
                    <a:pt x="179705" y="190349"/>
                    <a:pt x="163144" y="198903"/>
                  </a:cubicBezTo>
                  <a:cubicBezTo>
                    <a:pt x="146584" y="207540"/>
                    <a:pt x="128069" y="211816"/>
                    <a:pt x="107687" y="211816"/>
                  </a:cubicBezTo>
                  <a:cubicBezTo>
                    <a:pt x="87305" y="211816"/>
                    <a:pt x="68876" y="207540"/>
                    <a:pt x="52570" y="198903"/>
                  </a:cubicBezTo>
                  <a:close/>
                  <a:moveTo>
                    <a:pt x="138855" y="143894"/>
                  </a:moveTo>
                  <a:cubicBezTo>
                    <a:pt x="147433" y="135006"/>
                    <a:pt x="151764" y="122344"/>
                    <a:pt x="151764" y="105908"/>
                  </a:cubicBezTo>
                  <a:cubicBezTo>
                    <a:pt x="151764" y="89473"/>
                    <a:pt x="147603" y="76727"/>
                    <a:pt x="139280" y="67922"/>
                  </a:cubicBezTo>
                  <a:cubicBezTo>
                    <a:pt x="130957" y="59033"/>
                    <a:pt x="120681" y="54673"/>
                    <a:pt x="108451" y="54673"/>
                  </a:cubicBezTo>
                  <a:cubicBezTo>
                    <a:pt x="96222" y="54673"/>
                    <a:pt x="85691" y="59033"/>
                    <a:pt x="77453" y="67754"/>
                  </a:cubicBezTo>
                  <a:cubicBezTo>
                    <a:pt x="69215" y="76475"/>
                    <a:pt x="65139" y="89221"/>
                    <a:pt x="65139" y="105908"/>
                  </a:cubicBezTo>
                  <a:cubicBezTo>
                    <a:pt x="65139" y="122595"/>
                    <a:pt x="69215" y="135089"/>
                    <a:pt x="77283" y="143894"/>
                  </a:cubicBezTo>
                  <a:cubicBezTo>
                    <a:pt x="85351" y="152783"/>
                    <a:pt x="95543" y="157143"/>
                    <a:pt x="107772" y="157143"/>
                  </a:cubicBezTo>
                  <a:cubicBezTo>
                    <a:pt x="120001" y="157143"/>
                    <a:pt x="130362" y="152699"/>
                    <a:pt x="138940" y="143894"/>
                  </a:cubicBezTo>
                  <a:close/>
                </a:path>
              </a:pathLst>
            </a:custGeom>
            <a:solidFill>
              <a:srgbClr val="FFFFFF"/>
            </a:solidFill>
            <a:ln w="0" cap="flat">
              <a:noFill/>
              <a:prstDash val="solid"/>
              <a:miter/>
            </a:ln>
          </p:spPr>
          <p:txBody>
            <a:bodyPr rtlCol="0" anchor="ctr"/>
            <a:lstStyle/>
            <a:p>
              <a:endParaRPr lang="pt-BR" dirty="0"/>
            </a:p>
          </p:txBody>
        </p:sp>
        <p:sp>
          <p:nvSpPr>
            <p:cNvPr id="11" name="Forma Livre 152">
              <a:extLst>
                <a:ext uri="{FF2B5EF4-FFF2-40B4-BE49-F238E27FC236}">
                  <a16:creationId xmlns:a16="http://schemas.microsoft.com/office/drawing/2014/main" id="{1045CAC2-C5F8-4C46-0ECB-D0C6481CE332}"/>
                </a:ext>
              </a:extLst>
            </p:cNvPr>
            <p:cNvSpPr/>
            <p:nvPr/>
          </p:nvSpPr>
          <p:spPr>
            <a:xfrm>
              <a:off x="2849888" y="1954616"/>
              <a:ext cx="207391" cy="208042"/>
            </a:xfrm>
            <a:custGeom>
              <a:avLst/>
              <a:gdLst>
                <a:gd name="connsiteX0" fmla="*/ 185565 w 207391"/>
                <a:gd name="connsiteY0" fmla="*/ 23312 h 208042"/>
                <a:gd name="connsiteX1" fmla="*/ 207391 w 207391"/>
                <a:gd name="connsiteY1" fmla="*/ 87712 h 208042"/>
                <a:gd name="connsiteX2" fmla="*/ 207391 w 207391"/>
                <a:gd name="connsiteY2" fmla="*/ 208043 h 208042"/>
                <a:gd name="connsiteX3" fmla="*/ 143866 w 207391"/>
                <a:gd name="connsiteY3" fmla="*/ 208043 h 208042"/>
                <a:gd name="connsiteX4" fmla="*/ 143866 w 207391"/>
                <a:gd name="connsiteY4" fmla="*/ 96265 h 208042"/>
                <a:gd name="connsiteX5" fmla="*/ 132995 w 207391"/>
                <a:gd name="connsiteY5" fmla="*/ 64149 h 208042"/>
                <a:gd name="connsiteX6" fmla="*/ 103865 w 207391"/>
                <a:gd name="connsiteY6" fmla="*/ 52744 h 208042"/>
                <a:gd name="connsiteX7" fmla="*/ 74736 w 207391"/>
                <a:gd name="connsiteY7" fmla="*/ 64149 h 208042"/>
                <a:gd name="connsiteX8" fmla="*/ 63865 w 207391"/>
                <a:gd name="connsiteY8" fmla="*/ 96265 h 208042"/>
                <a:gd name="connsiteX9" fmla="*/ 63865 w 207391"/>
                <a:gd name="connsiteY9" fmla="*/ 208043 h 208042"/>
                <a:gd name="connsiteX10" fmla="*/ 0 w 207391"/>
                <a:gd name="connsiteY10" fmla="*/ 208043 h 208042"/>
                <a:gd name="connsiteX11" fmla="*/ 0 w 207391"/>
                <a:gd name="connsiteY11" fmla="*/ 2180 h 208042"/>
                <a:gd name="connsiteX12" fmla="*/ 63865 w 207391"/>
                <a:gd name="connsiteY12" fmla="*/ 2180 h 208042"/>
                <a:gd name="connsiteX13" fmla="*/ 63865 w 207391"/>
                <a:gd name="connsiteY13" fmla="*/ 29517 h 208042"/>
                <a:gd name="connsiteX14" fmla="*/ 90022 w 207391"/>
                <a:gd name="connsiteY14" fmla="*/ 7966 h 208042"/>
                <a:gd name="connsiteX15" fmla="*/ 127050 w 207391"/>
                <a:gd name="connsiteY15" fmla="*/ 0 h 208042"/>
                <a:gd name="connsiteX16" fmla="*/ 185565 w 207391"/>
                <a:gd name="connsiteY16" fmla="*/ 23395 h 208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7391" h="208042">
                  <a:moveTo>
                    <a:pt x="185565" y="23312"/>
                  </a:moveTo>
                  <a:cubicBezTo>
                    <a:pt x="200172" y="38908"/>
                    <a:pt x="207391" y="60375"/>
                    <a:pt x="207391" y="87712"/>
                  </a:cubicBezTo>
                  <a:lnTo>
                    <a:pt x="207391" y="208043"/>
                  </a:lnTo>
                  <a:lnTo>
                    <a:pt x="143866" y="208043"/>
                  </a:lnTo>
                  <a:lnTo>
                    <a:pt x="143866" y="96265"/>
                  </a:lnTo>
                  <a:cubicBezTo>
                    <a:pt x="143866" y="82513"/>
                    <a:pt x="140214" y="71779"/>
                    <a:pt x="132995" y="64149"/>
                  </a:cubicBezTo>
                  <a:cubicBezTo>
                    <a:pt x="125777" y="56518"/>
                    <a:pt x="116010" y="52744"/>
                    <a:pt x="103865" y="52744"/>
                  </a:cubicBezTo>
                  <a:cubicBezTo>
                    <a:pt x="91721" y="52744"/>
                    <a:pt x="81954" y="56602"/>
                    <a:pt x="74736" y="64149"/>
                  </a:cubicBezTo>
                  <a:cubicBezTo>
                    <a:pt x="67517" y="71779"/>
                    <a:pt x="63865" y="82513"/>
                    <a:pt x="63865" y="96265"/>
                  </a:cubicBezTo>
                  <a:lnTo>
                    <a:pt x="63865" y="208043"/>
                  </a:lnTo>
                  <a:lnTo>
                    <a:pt x="0" y="208043"/>
                  </a:lnTo>
                  <a:lnTo>
                    <a:pt x="0" y="2180"/>
                  </a:lnTo>
                  <a:lnTo>
                    <a:pt x="63865" y="2180"/>
                  </a:lnTo>
                  <a:lnTo>
                    <a:pt x="63865" y="29517"/>
                  </a:lnTo>
                  <a:cubicBezTo>
                    <a:pt x="70319" y="20460"/>
                    <a:pt x="79067" y="13249"/>
                    <a:pt x="90022" y="7966"/>
                  </a:cubicBezTo>
                  <a:cubicBezTo>
                    <a:pt x="100978" y="2683"/>
                    <a:pt x="113292" y="0"/>
                    <a:pt x="127050" y="0"/>
                  </a:cubicBezTo>
                  <a:cubicBezTo>
                    <a:pt x="151509" y="0"/>
                    <a:pt x="170958" y="7798"/>
                    <a:pt x="185565" y="23395"/>
                  </a:cubicBezTo>
                  <a:close/>
                </a:path>
              </a:pathLst>
            </a:custGeom>
            <a:solidFill>
              <a:srgbClr val="FFFFFF"/>
            </a:solidFill>
            <a:ln w="0" cap="flat">
              <a:noFill/>
              <a:prstDash val="solid"/>
              <a:miter/>
            </a:ln>
          </p:spPr>
          <p:txBody>
            <a:bodyPr rtlCol="0" anchor="ctr"/>
            <a:lstStyle/>
            <a:p>
              <a:endParaRPr lang="pt-BR" dirty="0"/>
            </a:p>
          </p:txBody>
        </p:sp>
        <p:sp>
          <p:nvSpPr>
            <p:cNvPr id="12" name="Forma Livre 153">
              <a:extLst>
                <a:ext uri="{FF2B5EF4-FFF2-40B4-BE49-F238E27FC236}">
                  <a16:creationId xmlns:a16="http://schemas.microsoft.com/office/drawing/2014/main" id="{C1B234E0-2BDC-A1C0-816C-5A114334767D}"/>
                </a:ext>
              </a:extLst>
            </p:cNvPr>
            <p:cNvSpPr/>
            <p:nvPr/>
          </p:nvSpPr>
          <p:spPr>
            <a:xfrm>
              <a:off x="3086409" y="1906483"/>
              <a:ext cx="131551" cy="256175"/>
            </a:xfrm>
            <a:custGeom>
              <a:avLst/>
              <a:gdLst>
                <a:gd name="connsiteX0" fmla="*/ 131551 w 131551"/>
                <a:gd name="connsiteY0" fmla="*/ 202676 h 256175"/>
                <a:gd name="connsiteX1" fmla="*/ 131551 w 131551"/>
                <a:gd name="connsiteY1" fmla="*/ 256175 h 256175"/>
                <a:gd name="connsiteX2" fmla="*/ 99024 w 131551"/>
                <a:gd name="connsiteY2" fmla="*/ 256175 h 256175"/>
                <a:gd name="connsiteX3" fmla="*/ 44841 w 131551"/>
                <a:gd name="connsiteY3" fmla="*/ 239404 h 256175"/>
                <a:gd name="connsiteX4" fmla="*/ 25393 w 131551"/>
                <a:gd name="connsiteY4" fmla="*/ 184564 h 256175"/>
                <a:gd name="connsiteX5" fmla="*/ 25393 w 131551"/>
                <a:gd name="connsiteY5" fmla="*/ 102638 h 256175"/>
                <a:gd name="connsiteX6" fmla="*/ 0 w 131551"/>
                <a:gd name="connsiteY6" fmla="*/ 102638 h 256175"/>
                <a:gd name="connsiteX7" fmla="*/ 0 w 131551"/>
                <a:gd name="connsiteY7" fmla="*/ 50229 h 256175"/>
                <a:gd name="connsiteX8" fmla="*/ 25393 w 131551"/>
                <a:gd name="connsiteY8" fmla="*/ 50229 h 256175"/>
                <a:gd name="connsiteX9" fmla="*/ 25393 w 131551"/>
                <a:gd name="connsiteY9" fmla="*/ 0 h 256175"/>
                <a:gd name="connsiteX10" fmla="*/ 89343 w 131551"/>
                <a:gd name="connsiteY10" fmla="*/ 0 h 256175"/>
                <a:gd name="connsiteX11" fmla="*/ 89343 w 131551"/>
                <a:gd name="connsiteY11" fmla="*/ 50229 h 256175"/>
                <a:gd name="connsiteX12" fmla="*/ 131212 w 131551"/>
                <a:gd name="connsiteY12" fmla="*/ 50229 h 256175"/>
                <a:gd name="connsiteX13" fmla="*/ 131212 w 131551"/>
                <a:gd name="connsiteY13" fmla="*/ 102638 h 256175"/>
                <a:gd name="connsiteX14" fmla="*/ 89343 w 131551"/>
                <a:gd name="connsiteY14" fmla="*/ 102638 h 256175"/>
                <a:gd name="connsiteX15" fmla="*/ 89343 w 131551"/>
                <a:gd name="connsiteY15" fmla="*/ 185318 h 256175"/>
                <a:gd name="connsiteX16" fmla="*/ 93844 w 131551"/>
                <a:gd name="connsiteY16" fmla="*/ 198567 h 256175"/>
                <a:gd name="connsiteX17" fmla="*/ 108791 w 131551"/>
                <a:gd name="connsiteY17" fmla="*/ 202592 h 256175"/>
                <a:gd name="connsiteX18" fmla="*/ 131551 w 131551"/>
                <a:gd name="connsiteY18" fmla="*/ 202592 h 256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31551" h="256175">
                  <a:moveTo>
                    <a:pt x="131551" y="202676"/>
                  </a:moveTo>
                  <a:lnTo>
                    <a:pt x="131551" y="256175"/>
                  </a:lnTo>
                  <a:lnTo>
                    <a:pt x="99024" y="256175"/>
                  </a:lnTo>
                  <a:cubicBezTo>
                    <a:pt x="75839" y="256175"/>
                    <a:pt x="57750" y="250557"/>
                    <a:pt x="44841" y="239404"/>
                  </a:cubicBezTo>
                  <a:cubicBezTo>
                    <a:pt x="31932" y="228252"/>
                    <a:pt x="25393" y="209971"/>
                    <a:pt x="25393" y="184564"/>
                  </a:cubicBezTo>
                  <a:lnTo>
                    <a:pt x="25393" y="102638"/>
                  </a:lnTo>
                  <a:lnTo>
                    <a:pt x="0" y="102638"/>
                  </a:lnTo>
                  <a:lnTo>
                    <a:pt x="0" y="50229"/>
                  </a:lnTo>
                  <a:lnTo>
                    <a:pt x="25393" y="50229"/>
                  </a:lnTo>
                  <a:lnTo>
                    <a:pt x="25393" y="0"/>
                  </a:lnTo>
                  <a:lnTo>
                    <a:pt x="89343" y="0"/>
                  </a:lnTo>
                  <a:lnTo>
                    <a:pt x="89343" y="50229"/>
                  </a:lnTo>
                  <a:lnTo>
                    <a:pt x="131212" y="50229"/>
                  </a:lnTo>
                  <a:lnTo>
                    <a:pt x="131212" y="102638"/>
                  </a:lnTo>
                  <a:lnTo>
                    <a:pt x="89343" y="102638"/>
                  </a:lnTo>
                  <a:lnTo>
                    <a:pt x="89343" y="185318"/>
                  </a:lnTo>
                  <a:cubicBezTo>
                    <a:pt x="89343" y="191440"/>
                    <a:pt x="90872" y="195884"/>
                    <a:pt x="93844" y="198567"/>
                  </a:cubicBezTo>
                  <a:cubicBezTo>
                    <a:pt x="96816" y="201251"/>
                    <a:pt x="101827" y="202592"/>
                    <a:pt x="108791" y="202592"/>
                  </a:cubicBezTo>
                  <a:lnTo>
                    <a:pt x="131551" y="202592"/>
                  </a:lnTo>
                  <a:close/>
                </a:path>
              </a:pathLst>
            </a:custGeom>
            <a:solidFill>
              <a:srgbClr val="FFFFFF"/>
            </a:solidFill>
            <a:ln w="0" cap="flat">
              <a:noFill/>
              <a:prstDash val="solid"/>
              <a:miter/>
            </a:ln>
          </p:spPr>
          <p:txBody>
            <a:bodyPr rtlCol="0" anchor="ctr"/>
            <a:lstStyle/>
            <a:p>
              <a:endParaRPr lang="pt-BR" dirty="0"/>
            </a:p>
          </p:txBody>
        </p:sp>
        <p:sp>
          <p:nvSpPr>
            <p:cNvPr id="13" name="Forma Livre 154">
              <a:extLst>
                <a:ext uri="{FF2B5EF4-FFF2-40B4-BE49-F238E27FC236}">
                  <a16:creationId xmlns:a16="http://schemas.microsoft.com/office/drawing/2014/main" id="{67137D9D-8E2B-1393-0D48-049C1D4478D6}"/>
                </a:ext>
              </a:extLst>
            </p:cNvPr>
            <p:cNvSpPr/>
            <p:nvPr/>
          </p:nvSpPr>
          <p:spPr>
            <a:xfrm>
              <a:off x="3247515" y="1866988"/>
              <a:ext cx="75754" cy="295586"/>
            </a:xfrm>
            <a:custGeom>
              <a:avLst/>
              <a:gdLst>
                <a:gd name="connsiteX0" fmla="*/ 10616 w 75754"/>
                <a:gd name="connsiteY0" fmla="*/ 58530 h 295586"/>
                <a:gd name="connsiteX1" fmla="*/ 0 w 75754"/>
                <a:gd name="connsiteY1" fmla="*/ 34380 h 295586"/>
                <a:gd name="connsiteX2" fmla="*/ 10616 w 75754"/>
                <a:gd name="connsiteY2" fmla="*/ 9811 h 295586"/>
                <a:gd name="connsiteX3" fmla="*/ 38047 w 75754"/>
                <a:gd name="connsiteY3" fmla="*/ 0 h 295586"/>
                <a:gd name="connsiteX4" fmla="*/ 65139 w 75754"/>
                <a:gd name="connsiteY4" fmla="*/ 9811 h 295586"/>
                <a:gd name="connsiteX5" fmla="*/ 75755 w 75754"/>
                <a:gd name="connsiteY5" fmla="*/ 34380 h 295586"/>
                <a:gd name="connsiteX6" fmla="*/ 65139 w 75754"/>
                <a:gd name="connsiteY6" fmla="*/ 58530 h 295586"/>
                <a:gd name="connsiteX7" fmla="*/ 38047 w 75754"/>
                <a:gd name="connsiteY7" fmla="*/ 68341 h 295586"/>
                <a:gd name="connsiteX8" fmla="*/ 10616 w 75754"/>
                <a:gd name="connsiteY8" fmla="*/ 58530 h 295586"/>
                <a:gd name="connsiteX9" fmla="*/ 69895 w 75754"/>
                <a:gd name="connsiteY9" fmla="*/ 89724 h 295586"/>
                <a:gd name="connsiteX10" fmla="*/ 69895 w 75754"/>
                <a:gd name="connsiteY10" fmla="*/ 295587 h 295586"/>
                <a:gd name="connsiteX11" fmla="*/ 5945 w 75754"/>
                <a:gd name="connsiteY11" fmla="*/ 295587 h 295586"/>
                <a:gd name="connsiteX12" fmla="*/ 5945 w 75754"/>
                <a:gd name="connsiteY12" fmla="*/ 89724 h 295586"/>
                <a:gd name="connsiteX13" fmla="*/ 69895 w 75754"/>
                <a:gd name="connsiteY13" fmla="*/ 89724 h 295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5754" h="295586">
                  <a:moveTo>
                    <a:pt x="10616" y="58530"/>
                  </a:moveTo>
                  <a:cubicBezTo>
                    <a:pt x="3482" y="51990"/>
                    <a:pt x="0" y="43940"/>
                    <a:pt x="0" y="34380"/>
                  </a:cubicBezTo>
                  <a:cubicBezTo>
                    <a:pt x="0" y="24821"/>
                    <a:pt x="3567" y="16352"/>
                    <a:pt x="10616" y="9811"/>
                  </a:cubicBezTo>
                  <a:cubicBezTo>
                    <a:pt x="17665" y="3270"/>
                    <a:pt x="26837" y="0"/>
                    <a:pt x="38047" y="0"/>
                  </a:cubicBezTo>
                  <a:cubicBezTo>
                    <a:pt x="49257" y="0"/>
                    <a:pt x="58005" y="3270"/>
                    <a:pt x="65139" y="9811"/>
                  </a:cubicBezTo>
                  <a:cubicBezTo>
                    <a:pt x="72273" y="16352"/>
                    <a:pt x="75755" y="24485"/>
                    <a:pt x="75755" y="34380"/>
                  </a:cubicBezTo>
                  <a:cubicBezTo>
                    <a:pt x="75755" y="44275"/>
                    <a:pt x="72188" y="52074"/>
                    <a:pt x="65139" y="58530"/>
                  </a:cubicBezTo>
                  <a:cubicBezTo>
                    <a:pt x="58090" y="64987"/>
                    <a:pt x="49003" y="68341"/>
                    <a:pt x="38047" y="68341"/>
                  </a:cubicBezTo>
                  <a:cubicBezTo>
                    <a:pt x="27092" y="68341"/>
                    <a:pt x="17665" y="65071"/>
                    <a:pt x="10616" y="58530"/>
                  </a:cubicBezTo>
                  <a:close/>
                  <a:moveTo>
                    <a:pt x="69895" y="89724"/>
                  </a:moveTo>
                  <a:lnTo>
                    <a:pt x="69895" y="295587"/>
                  </a:lnTo>
                  <a:lnTo>
                    <a:pt x="5945" y="295587"/>
                  </a:lnTo>
                  <a:lnTo>
                    <a:pt x="5945" y="89724"/>
                  </a:lnTo>
                  <a:lnTo>
                    <a:pt x="69895" y="89724"/>
                  </a:lnTo>
                  <a:close/>
                </a:path>
              </a:pathLst>
            </a:custGeom>
            <a:solidFill>
              <a:srgbClr val="FFFFFF"/>
            </a:solidFill>
            <a:ln w="0" cap="flat">
              <a:noFill/>
              <a:prstDash val="solid"/>
              <a:miter/>
            </a:ln>
          </p:spPr>
          <p:txBody>
            <a:bodyPr rtlCol="0" anchor="ctr"/>
            <a:lstStyle/>
            <a:p>
              <a:endParaRPr lang="pt-BR" dirty="0"/>
            </a:p>
          </p:txBody>
        </p:sp>
        <p:sp>
          <p:nvSpPr>
            <p:cNvPr id="14" name="Forma Livre 155">
              <a:extLst>
                <a:ext uri="{FF2B5EF4-FFF2-40B4-BE49-F238E27FC236}">
                  <a16:creationId xmlns:a16="http://schemas.microsoft.com/office/drawing/2014/main" id="{7500E025-143C-78E9-069A-DEA68502CDAD}"/>
                </a:ext>
              </a:extLst>
            </p:cNvPr>
            <p:cNvSpPr/>
            <p:nvPr/>
          </p:nvSpPr>
          <p:spPr>
            <a:xfrm>
              <a:off x="3363695" y="1954616"/>
              <a:ext cx="207391" cy="208042"/>
            </a:xfrm>
            <a:custGeom>
              <a:avLst/>
              <a:gdLst>
                <a:gd name="connsiteX0" fmla="*/ 185565 w 207391"/>
                <a:gd name="connsiteY0" fmla="*/ 23312 h 208042"/>
                <a:gd name="connsiteX1" fmla="*/ 207391 w 207391"/>
                <a:gd name="connsiteY1" fmla="*/ 87712 h 208042"/>
                <a:gd name="connsiteX2" fmla="*/ 207391 w 207391"/>
                <a:gd name="connsiteY2" fmla="*/ 208043 h 208042"/>
                <a:gd name="connsiteX3" fmla="*/ 143866 w 207391"/>
                <a:gd name="connsiteY3" fmla="*/ 208043 h 208042"/>
                <a:gd name="connsiteX4" fmla="*/ 143866 w 207391"/>
                <a:gd name="connsiteY4" fmla="*/ 96265 h 208042"/>
                <a:gd name="connsiteX5" fmla="*/ 132995 w 207391"/>
                <a:gd name="connsiteY5" fmla="*/ 64149 h 208042"/>
                <a:gd name="connsiteX6" fmla="*/ 103865 w 207391"/>
                <a:gd name="connsiteY6" fmla="*/ 52744 h 208042"/>
                <a:gd name="connsiteX7" fmla="*/ 74736 w 207391"/>
                <a:gd name="connsiteY7" fmla="*/ 64149 h 208042"/>
                <a:gd name="connsiteX8" fmla="*/ 63865 w 207391"/>
                <a:gd name="connsiteY8" fmla="*/ 96265 h 208042"/>
                <a:gd name="connsiteX9" fmla="*/ 63865 w 207391"/>
                <a:gd name="connsiteY9" fmla="*/ 208043 h 208042"/>
                <a:gd name="connsiteX10" fmla="*/ 0 w 207391"/>
                <a:gd name="connsiteY10" fmla="*/ 208043 h 208042"/>
                <a:gd name="connsiteX11" fmla="*/ 0 w 207391"/>
                <a:gd name="connsiteY11" fmla="*/ 2180 h 208042"/>
                <a:gd name="connsiteX12" fmla="*/ 63865 w 207391"/>
                <a:gd name="connsiteY12" fmla="*/ 2180 h 208042"/>
                <a:gd name="connsiteX13" fmla="*/ 63865 w 207391"/>
                <a:gd name="connsiteY13" fmla="*/ 29517 h 208042"/>
                <a:gd name="connsiteX14" fmla="*/ 90022 w 207391"/>
                <a:gd name="connsiteY14" fmla="*/ 7966 h 208042"/>
                <a:gd name="connsiteX15" fmla="*/ 127050 w 207391"/>
                <a:gd name="connsiteY15" fmla="*/ 0 h 208042"/>
                <a:gd name="connsiteX16" fmla="*/ 185565 w 207391"/>
                <a:gd name="connsiteY16" fmla="*/ 23395 h 208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7391" h="208042">
                  <a:moveTo>
                    <a:pt x="185565" y="23312"/>
                  </a:moveTo>
                  <a:cubicBezTo>
                    <a:pt x="200172" y="38908"/>
                    <a:pt x="207391" y="60375"/>
                    <a:pt x="207391" y="87712"/>
                  </a:cubicBezTo>
                  <a:lnTo>
                    <a:pt x="207391" y="208043"/>
                  </a:lnTo>
                  <a:lnTo>
                    <a:pt x="143866" y="208043"/>
                  </a:lnTo>
                  <a:lnTo>
                    <a:pt x="143866" y="96265"/>
                  </a:lnTo>
                  <a:cubicBezTo>
                    <a:pt x="143866" y="82513"/>
                    <a:pt x="140214" y="71779"/>
                    <a:pt x="132995" y="64149"/>
                  </a:cubicBezTo>
                  <a:cubicBezTo>
                    <a:pt x="125776" y="56518"/>
                    <a:pt x="116010" y="52744"/>
                    <a:pt x="103865" y="52744"/>
                  </a:cubicBezTo>
                  <a:cubicBezTo>
                    <a:pt x="91721" y="52744"/>
                    <a:pt x="81954" y="56602"/>
                    <a:pt x="74736" y="64149"/>
                  </a:cubicBezTo>
                  <a:cubicBezTo>
                    <a:pt x="67517" y="71779"/>
                    <a:pt x="63865" y="82513"/>
                    <a:pt x="63865" y="96265"/>
                  </a:cubicBezTo>
                  <a:lnTo>
                    <a:pt x="63865" y="208043"/>
                  </a:lnTo>
                  <a:lnTo>
                    <a:pt x="0" y="208043"/>
                  </a:lnTo>
                  <a:lnTo>
                    <a:pt x="0" y="2180"/>
                  </a:lnTo>
                  <a:lnTo>
                    <a:pt x="63865" y="2180"/>
                  </a:lnTo>
                  <a:lnTo>
                    <a:pt x="63865" y="29517"/>
                  </a:lnTo>
                  <a:cubicBezTo>
                    <a:pt x="70319" y="20460"/>
                    <a:pt x="79067" y="13249"/>
                    <a:pt x="90022" y="7966"/>
                  </a:cubicBezTo>
                  <a:cubicBezTo>
                    <a:pt x="100978" y="2683"/>
                    <a:pt x="113292" y="0"/>
                    <a:pt x="127050" y="0"/>
                  </a:cubicBezTo>
                  <a:cubicBezTo>
                    <a:pt x="151509" y="0"/>
                    <a:pt x="170958" y="7798"/>
                    <a:pt x="185565" y="23395"/>
                  </a:cubicBezTo>
                  <a:close/>
                </a:path>
              </a:pathLst>
            </a:custGeom>
            <a:solidFill>
              <a:srgbClr val="FFFFFF"/>
            </a:solidFill>
            <a:ln w="0" cap="flat">
              <a:noFill/>
              <a:prstDash val="solid"/>
              <a:miter/>
            </a:ln>
          </p:spPr>
          <p:txBody>
            <a:bodyPr rtlCol="0" anchor="ctr"/>
            <a:lstStyle/>
            <a:p>
              <a:endParaRPr lang="pt-BR" dirty="0"/>
            </a:p>
          </p:txBody>
        </p:sp>
        <p:sp>
          <p:nvSpPr>
            <p:cNvPr id="15" name="Forma Livre 156">
              <a:extLst>
                <a:ext uri="{FF2B5EF4-FFF2-40B4-BE49-F238E27FC236}">
                  <a16:creationId xmlns:a16="http://schemas.microsoft.com/office/drawing/2014/main" id="{E636A1B1-563B-7964-AEB7-110E0E9B1CB6}"/>
                </a:ext>
              </a:extLst>
            </p:cNvPr>
            <p:cNvSpPr/>
            <p:nvPr/>
          </p:nvSpPr>
          <p:spPr>
            <a:xfrm>
              <a:off x="3613804" y="1956712"/>
              <a:ext cx="207900" cy="208126"/>
            </a:xfrm>
            <a:custGeom>
              <a:avLst/>
              <a:gdLst>
                <a:gd name="connsiteX0" fmla="*/ 207731 w 207900"/>
                <a:gd name="connsiteY0" fmla="*/ 0 h 208126"/>
                <a:gd name="connsiteX1" fmla="*/ 207731 w 207900"/>
                <a:gd name="connsiteY1" fmla="*/ 205863 h 208126"/>
                <a:gd name="connsiteX2" fmla="*/ 143781 w 207900"/>
                <a:gd name="connsiteY2" fmla="*/ 205863 h 208126"/>
                <a:gd name="connsiteX3" fmla="*/ 143781 w 207900"/>
                <a:gd name="connsiteY3" fmla="*/ 177855 h 208126"/>
                <a:gd name="connsiteX4" fmla="*/ 117454 w 207900"/>
                <a:gd name="connsiteY4" fmla="*/ 199825 h 208126"/>
                <a:gd name="connsiteX5" fmla="*/ 80680 w 207900"/>
                <a:gd name="connsiteY5" fmla="*/ 208127 h 208126"/>
                <a:gd name="connsiteX6" fmla="*/ 38472 w 207900"/>
                <a:gd name="connsiteY6" fmla="*/ 197645 h 208126"/>
                <a:gd name="connsiteX7" fmla="*/ 10106 w 207900"/>
                <a:gd name="connsiteY7" fmla="*/ 167206 h 208126"/>
                <a:gd name="connsiteX8" fmla="*/ 0 w 207900"/>
                <a:gd name="connsiteY8" fmla="*/ 120331 h 208126"/>
                <a:gd name="connsiteX9" fmla="*/ 0 w 207900"/>
                <a:gd name="connsiteY9" fmla="*/ 0 h 208126"/>
                <a:gd name="connsiteX10" fmla="*/ 63525 w 207900"/>
                <a:gd name="connsiteY10" fmla="*/ 0 h 208126"/>
                <a:gd name="connsiteX11" fmla="*/ 63525 w 207900"/>
                <a:gd name="connsiteY11" fmla="*/ 111778 h 208126"/>
                <a:gd name="connsiteX12" fmla="*/ 74396 w 207900"/>
                <a:gd name="connsiteY12" fmla="*/ 143894 h 208126"/>
                <a:gd name="connsiteX13" fmla="*/ 103526 w 207900"/>
                <a:gd name="connsiteY13" fmla="*/ 155298 h 208126"/>
                <a:gd name="connsiteX14" fmla="*/ 133080 w 207900"/>
                <a:gd name="connsiteY14" fmla="*/ 143894 h 208126"/>
                <a:gd name="connsiteX15" fmla="*/ 143951 w 207900"/>
                <a:gd name="connsiteY15" fmla="*/ 111778 h 208126"/>
                <a:gd name="connsiteX16" fmla="*/ 143951 w 207900"/>
                <a:gd name="connsiteY16" fmla="*/ 0 h 208126"/>
                <a:gd name="connsiteX17" fmla="*/ 207901 w 207900"/>
                <a:gd name="connsiteY17" fmla="*/ 0 h 208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07900" h="208126">
                  <a:moveTo>
                    <a:pt x="207731" y="0"/>
                  </a:moveTo>
                  <a:lnTo>
                    <a:pt x="207731" y="205863"/>
                  </a:lnTo>
                  <a:lnTo>
                    <a:pt x="143781" y="205863"/>
                  </a:lnTo>
                  <a:lnTo>
                    <a:pt x="143781" y="177855"/>
                  </a:lnTo>
                  <a:cubicBezTo>
                    <a:pt x="137326" y="186995"/>
                    <a:pt x="128494" y="194291"/>
                    <a:pt x="117454" y="199825"/>
                  </a:cubicBezTo>
                  <a:cubicBezTo>
                    <a:pt x="106328" y="205359"/>
                    <a:pt x="94099" y="208127"/>
                    <a:pt x="80680" y="208127"/>
                  </a:cubicBezTo>
                  <a:cubicBezTo>
                    <a:pt x="64714" y="208127"/>
                    <a:pt x="50616" y="204605"/>
                    <a:pt x="38472" y="197645"/>
                  </a:cubicBezTo>
                  <a:cubicBezTo>
                    <a:pt x="26242" y="190601"/>
                    <a:pt x="16816" y="180455"/>
                    <a:pt x="10106" y="167206"/>
                  </a:cubicBezTo>
                  <a:cubicBezTo>
                    <a:pt x="3397" y="153957"/>
                    <a:pt x="0" y="138276"/>
                    <a:pt x="0" y="120331"/>
                  </a:cubicBezTo>
                  <a:lnTo>
                    <a:pt x="0" y="0"/>
                  </a:lnTo>
                  <a:lnTo>
                    <a:pt x="63525" y="0"/>
                  </a:lnTo>
                  <a:lnTo>
                    <a:pt x="63525" y="111778"/>
                  </a:lnTo>
                  <a:cubicBezTo>
                    <a:pt x="63525" y="125530"/>
                    <a:pt x="67092" y="136263"/>
                    <a:pt x="74396" y="143894"/>
                  </a:cubicBezTo>
                  <a:cubicBezTo>
                    <a:pt x="81615" y="151525"/>
                    <a:pt x="91381" y="155298"/>
                    <a:pt x="103526" y="155298"/>
                  </a:cubicBezTo>
                  <a:cubicBezTo>
                    <a:pt x="115670" y="155298"/>
                    <a:pt x="125776" y="151441"/>
                    <a:pt x="133080" y="143894"/>
                  </a:cubicBezTo>
                  <a:cubicBezTo>
                    <a:pt x="140299" y="136263"/>
                    <a:pt x="143951" y="125530"/>
                    <a:pt x="143951" y="111778"/>
                  </a:cubicBezTo>
                  <a:lnTo>
                    <a:pt x="143951" y="0"/>
                  </a:lnTo>
                  <a:lnTo>
                    <a:pt x="207901" y="0"/>
                  </a:lnTo>
                  <a:close/>
                </a:path>
              </a:pathLst>
            </a:custGeom>
            <a:solidFill>
              <a:srgbClr val="FFFFFF"/>
            </a:solidFill>
            <a:ln w="0" cap="flat">
              <a:noFill/>
              <a:prstDash val="solid"/>
              <a:miter/>
            </a:ln>
          </p:spPr>
          <p:txBody>
            <a:bodyPr rtlCol="0" anchor="ctr"/>
            <a:lstStyle/>
            <a:p>
              <a:endParaRPr lang="pt-BR" dirty="0"/>
            </a:p>
          </p:txBody>
        </p:sp>
        <p:sp>
          <p:nvSpPr>
            <p:cNvPr id="16" name="Forma Livre 157">
              <a:extLst>
                <a:ext uri="{FF2B5EF4-FFF2-40B4-BE49-F238E27FC236}">
                  <a16:creationId xmlns:a16="http://schemas.microsoft.com/office/drawing/2014/main" id="{2DCA882B-D275-4826-951B-02CB705C8935}"/>
                </a:ext>
              </a:extLst>
            </p:cNvPr>
            <p:cNvSpPr/>
            <p:nvPr/>
          </p:nvSpPr>
          <p:spPr>
            <a:xfrm>
              <a:off x="3854826" y="1953777"/>
              <a:ext cx="220045" cy="211732"/>
            </a:xfrm>
            <a:custGeom>
              <a:avLst/>
              <a:gdLst>
                <a:gd name="connsiteX0" fmla="*/ 12144 w 220045"/>
                <a:gd name="connsiteY0" fmla="*/ 49810 h 211732"/>
                <a:gd name="connsiteX1" fmla="*/ 45181 w 220045"/>
                <a:gd name="connsiteY1" fmla="*/ 12914 h 211732"/>
                <a:gd name="connsiteX2" fmla="*/ 91891 w 220045"/>
                <a:gd name="connsiteY2" fmla="*/ 0 h 211732"/>
                <a:gd name="connsiteX3" fmla="*/ 130532 w 220045"/>
                <a:gd name="connsiteY3" fmla="*/ 8889 h 211732"/>
                <a:gd name="connsiteX4" fmla="*/ 156180 w 220045"/>
                <a:gd name="connsiteY4" fmla="*/ 32116 h 211732"/>
                <a:gd name="connsiteX5" fmla="*/ 156180 w 220045"/>
                <a:gd name="connsiteY5" fmla="*/ 2935 h 211732"/>
                <a:gd name="connsiteX6" fmla="*/ 220045 w 220045"/>
                <a:gd name="connsiteY6" fmla="*/ 2935 h 211732"/>
                <a:gd name="connsiteX7" fmla="*/ 220045 w 220045"/>
                <a:gd name="connsiteY7" fmla="*/ 208797 h 211732"/>
                <a:gd name="connsiteX8" fmla="*/ 156180 w 220045"/>
                <a:gd name="connsiteY8" fmla="*/ 208797 h 211732"/>
                <a:gd name="connsiteX9" fmla="*/ 156180 w 220045"/>
                <a:gd name="connsiteY9" fmla="*/ 179616 h 211732"/>
                <a:gd name="connsiteX10" fmla="*/ 130193 w 220045"/>
                <a:gd name="connsiteY10" fmla="*/ 202844 h 211732"/>
                <a:gd name="connsiteX11" fmla="*/ 91551 w 220045"/>
                <a:gd name="connsiteY11" fmla="*/ 211732 h 211732"/>
                <a:gd name="connsiteX12" fmla="*/ 45181 w 220045"/>
                <a:gd name="connsiteY12" fmla="*/ 198651 h 211732"/>
                <a:gd name="connsiteX13" fmla="*/ 12144 w 220045"/>
                <a:gd name="connsiteY13" fmla="*/ 161420 h 211732"/>
                <a:gd name="connsiteX14" fmla="*/ 0 w 220045"/>
                <a:gd name="connsiteY14" fmla="*/ 105489 h 211732"/>
                <a:gd name="connsiteX15" fmla="*/ 12144 w 220045"/>
                <a:gd name="connsiteY15" fmla="*/ 49726 h 211732"/>
                <a:gd name="connsiteX16" fmla="*/ 142932 w 220045"/>
                <a:gd name="connsiteY16" fmla="*/ 68593 h 211732"/>
                <a:gd name="connsiteX17" fmla="*/ 110575 w 220045"/>
                <a:gd name="connsiteY17" fmla="*/ 54925 h 211732"/>
                <a:gd name="connsiteX18" fmla="*/ 78218 w 220045"/>
                <a:gd name="connsiteY18" fmla="*/ 68425 h 211732"/>
                <a:gd name="connsiteX19" fmla="*/ 64969 w 220045"/>
                <a:gd name="connsiteY19" fmla="*/ 105489 h 211732"/>
                <a:gd name="connsiteX20" fmla="*/ 78218 w 220045"/>
                <a:gd name="connsiteY20" fmla="*/ 142972 h 211732"/>
                <a:gd name="connsiteX21" fmla="*/ 110575 w 220045"/>
                <a:gd name="connsiteY21" fmla="*/ 156808 h 211732"/>
                <a:gd name="connsiteX22" fmla="*/ 142932 w 220045"/>
                <a:gd name="connsiteY22" fmla="*/ 143139 h 211732"/>
                <a:gd name="connsiteX23" fmla="*/ 156180 w 220045"/>
                <a:gd name="connsiteY23" fmla="*/ 105908 h 211732"/>
                <a:gd name="connsiteX24" fmla="*/ 142932 w 220045"/>
                <a:gd name="connsiteY24" fmla="*/ 68677 h 211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0045" h="211732">
                  <a:moveTo>
                    <a:pt x="12144" y="49810"/>
                  </a:moveTo>
                  <a:cubicBezTo>
                    <a:pt x="20213" y="33793"/>
                    <a:pt x="31253" y="21551"/>
                    <a:pt x="45181" y="12914"/>
                  </a:cubicBezTo>
                  <a:cubicBezTo>
                    <a:pt x="59109" y="4277"/>
                    <a:pt x="74736" y="0"/>
                    <a:pt x="91891" y="0"/>
                  </a:cubicBezTo>
                  <a:cubicBezTo>
                    <a:pt x="106583" y="0"/>
                    <a:pt x="119492" y="2935"/>
                    <a:pt x="130532" y="8889"/>
                  </a:cubicBezTo>
                  <a:cubicBezTo>
                    <a:pt x="141658" y="14758"/>
                    <a:pt x="150150" y="22557"/>
                    <a:pt x="156180" y="32116"/>
                  </a:cubicBezTo>
                  <a:lnTo>
                    <a:pt x="156180" y="2935"/>
                  </a:lnTo>
                  <a:lnTo>
                    <a:pt x="220045" y="2935"/>
                  </a:lnTo>
                  <a:lnTo>
                    <a:pt x="220045" y="208797"/>
                  </a:lnTo>
                  <a:lnTo>
                    <a:pt x="156180" y="208797"/>
                  </a:lnTo>
                  <a:lnTo>
                    <a:pt x="156180" y="179616"/>
                  </a:lnTo>
                  <a:cubicBezTo>
                    <a:pt x="149981" y="189175"/>
                    <a:pt x="141318" y="196974"/>
                    <a:pt x="130193" y="202844"/>
                  </a:cubicBezTo>
                  <a:cubicBezTo>
                    <a:pt x="119067" y="208714"/>
                    <a:pt x="106243" y="211732"/>
                    <a:pt x="91551" y="211732"/>
                  </a:cubicBezTo>
                  <a:cubicBezTo>
                    <a:pt x="74566" y="211732"/>
                    <a:pt x="59194" y="207372"/>
                    <a:pt x="45181" y="198651"/>
                  </a:cubicBezTo>
                  <a:cubicBezTo>
                    <a:pt x="31168" y="189930"/>
                    <a:pt x="20213" y="177520"/>
                    <a:pt x="12144" y="161420"/>
                  </a:cubicBezTo>
                  <a:cubicBezTo>
                    <a:pt x="4076" y="145320"/>
                    <a:pt x="0" y="126704"/>
                    <a:pt x="0" y="105489"/>
                  </a:cubicBezTo>
                  <a:cubicBezTo>
                    <a:pt x="0" y="84274"/>
                    <a:pt x="4076" y="65742"/>
                    <a:pt x="12144" y="49726"/>
                  </a:cubicBezTo>
                  <a:close/>
                  <a:moveTo>
                    <a:pt x="142932" y="68593"/>
                  </a:moveTo>
                  <a:cubicBezTo>
                    <a:pt x="134099" y="59537"/>
                    <a:pt x="123314" y="54925"/>
                    <a:pt x="110575" y="54925"/>
                  </a:cubicBezTo>
                  <a:cubicBezTo>
                    <a:pt x="97836" y="54925"/>
                    <a:pt x="87050" y="59453"/>
                    <a:pt x="78218" y="68425"/>
                  </a:cubicBezTo>
                  <a:cubicBezTo>
                    <a:pt x="69385" y="77398"/>
                    <a:pt x="64969" y="89808"/>
                    <a:pt x="64969" y="105489"/>
                  </a:cubicBezTo>
                  <a:cubicBezTo>
                    <a:pt x="64969" y="121170"/>
                    <a:pt x="69385" y="133748"/>
                    <a:pt x="78218" y="142972"/>
                  </a:cubicBezTo>
                  <a:cubicBezTo>
                    <a:pt x="87050" y="152196"/>
                    <a:pt x="97836" y="156808"/>
                    <a:pt x="110575" y="156808"/>
                  </a:cubicBezTo>
                  <a:cubicBezTo>
                    <a:pt x="123314" y="156808"/>
                    <a:pt x="134014" y="152280"/>
                    <a:pt x="142932" y="143139"/>
                  </a:cubicBezTo>
                  <a:cubicBezTo>
                    <a:pt x="151764" y="134083"/>
                    <a:pt x="156180" y="121589"/>
                    <a:pt x="156180" y="105908"/>
                  </a:cubicBezTo>
                  <a:cubicBezTo>
                    <a:pt x="156180" y="90227"/>
                    <a:pt x="151764" y="77733"/>
                    <a:pt x="142932" y="68677"/>
                  </a:cubicBezTo>
                  <a:close/>
                </a:path>
              </a:pathLst>
            </a:custGeom>
            <a:solidFill>
              <a:srgbClr val="FFFFFF"/>
            </a:solidFill>
            <a:ln w="0" cap="flat">
              <a:noFill/>
              <a:prstDash val="solid"/>
              <a:miter/>
            </a:ln>
          </p:spPr>
          <p:txBody>
            <a:bodyPr rtlCol="0" anchor="ctr"/>
            <a:lstStyle/>
            <a:p>
              <a:endParaRPr lang="pt-BR" dirty="0"/>
            </a:p>
          </p:txBody>
        </p:sp>
      </p:grpSp>
    </p:spTree>
    <p:extLst>
      <p:ext uri="{BB962C8B-B14F-4D97-AF65-F5344CB8AC3E}">
        <p14:creationId xmlns:p14="http://schemas.microsoft.com/office/powerpoint/2010/main" val="37168681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E2BA35E-2219-A4D0-B7D0-DDFE4B6355A6}"/>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32DED5CA-D2FB-210B-5378-63FB92C9AD84}"/>
              </a:ext>
            </a:extLst>
          </p:cNvPr>
          <p:cNvSpPr/>
          <p:nvPr/>
        </p:nvSpPr>
        <p:spPr>
          <a:xfrm>
            <a:off x="0" y="1178388"/>
            <a:ext cx="18288000" cy="739587"/>
          </a:xfrm>
          <a:prstGeom prst="rect">
            <a:avLst/>
          </a:prstGeom>
          <a:solidFill>
            <a:srgbClr val="2856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7" name="Conector Reto 6">
            <a:extLst>
              <a:ext uri="{FF2B5EF4-FFF2-40B4-BE49-F238E27FC236}">
                <a16:creationId xmlns:a16="http://schemas.microsoft.com/office/drawing/2014/main" id="{FC345B24-0097-400A-14B6-FCF272368679}"/>
              </a:ext>
            </a:extLst>
          </p:cNvPr>
          <p:cNvCxnSpPr>
            <a:cxnSpLocks/>
          </p:cNvCxnSpPr>
          <p:nvPr/>
        </p:nvCxnSpPr>
        <p:spPr>
          <a:xfrm flipV="1">
            <a:off x="868312" y="1727847"/>
            <a:ext cx="0" cy="6808035"/>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20" name="CaixaDeTexto 3">
            <a:extLst>
              <a:ext uri="{FF2B5EF4-FFF2-40B4-BE49-F238E27FC236}">
                <a16:creationId xmlns:a16="http://schemas.microsoft.com/office/drawing/2014/main" id="{DCDCD29D-946C-7AEE-25A5-EE0C9EF70FD0}"/>
              </a:ext>
            </a:extLst>
          </p:cNvPr>
          <p:cNvSpPr txBox="1"/>
          <p:nvPr/>
        </p:nvSpPr>
        <p:spPr>
          <a:xfrm>
            <a:off x="1478280" y="2146575"/>
            <a:ext cx="15377160" cy="6311408"/>
          </a:xfrm>
          <a:prstGeom prst="rect">
            <a:avLst/>
          </a:prstGeom>
          <a:noFill/>
          <a:ln>
            <a:noFill/>
          </a:ln>
        </p:spPr>
        <p:txBody>
          <a:bodyPr wrap="square" lIns="91440" tIns="45720" rIns="91440" bIns="4572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Etapa 4: Desenvolvimento com LESS</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O arquivo deve conter:</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Variáveis, como @spacing: 16px;</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Funções para manipulação de valores, como fade(#3498db, 50%).</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Estilos com herança, como .primary-button { .button; }.</a:t>
            </a:r>
          </a:p>
          <a:p>
            <a:pPr>
              <a:lnSpc>
                <a:spcPct val="107000"/>
              </a:lnSpc>
              <a:spcAft>
                <a:spcPts val="800"/>
              </a:spcAft>
            </a:pPr>
            <a:endParaRPr lang="pt-BR" kern="100" dirty="0">
              <a:effectLst/>
              <a:latin typeface="Poppins" panose="00000500000000000000" pitchFamily="2" charset="0"/>
              <a:ea typeface="Aptos" panose="020B0004020202020204" pitchFamily="34" charset="0"/>
              <a:cs typeface="Poppins" panose="00000500000000000000" pitchFamily="2" charset="0"/>
            </a:endParaRP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Exemplo esperado no arquivo style.less</a:t>
            </a:r>
          </a:p>
          <a:p>
            <a:pPr>
              <a:lnSpc>
                <a:spcPct val="107000"/>
              </a:lnSpc>
              <a:spcAft>
                <a:spcPts val="800"/>
              </a:spcAft>
            </a:pPr>
            <a:endParaRPr lang="pt-BR" kern="100" dirty="0">
              <a:effectLst/>
              <a:latin typeface="Poppins" panose="00000500000000000000" pitchFamily="2" charset="0"/>
              <a:ea typeface="Aptos" panose="020B0004020202020204" pitchFamily="34" charset="0"/>
              <a:cs typeface="Poppins" panose="00000500000000000000" pitchFamily="2" charset="0"/>
            </a:endParaRP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@spacing: 16px;</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@font-size: 14px;</a:t>
            </a:r>
          </a:p>
          <a:p>
            <a:pPr>
              <a:lnSpc>
                <a:spcPct val="107000"/>
              </a:lnSpc>
              <a:spcAft>
                <a:spcPts val="800"/>
              </a:spcAft>
            </a:pPr>
            <a:endParaRPr lang="pt-BR" kern="100" dirty="0">
              <a:effectLst/>
              <a:latin typeface="Poppins" panose="00000500000000000000" pitchFamily="2" charset="0"/>
              <a:ea typeface="Aptos" panose="020B0004020202020204" pitchFamily="34" charset="0"/>
              <a:cs typeface="Poppins" panose="00000500000000000000" pitchFamily="2" charset="0"/>
            </a:endParaRP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.button {</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  padding: @spacing;</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  font-size: @font-size;</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  background-color: fade(#3498db, 50%);</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  &amp;:hover {</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    background-color: fade(#3498db, 70%);</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  }</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a:t>
            </a:r>
          </a:p>
        </p:txBody>
      </p:sp>
      <p:sp>
        <p:nvSpPr>
          <p:cNvPr id="8" name="CaixaDeTexto 7">
            <a:extLst>
              <a:ext uri="{FF2B5EF4-FFF2-40B4-BE49-F238E27FC236}">
                <a16:creationId xmlns:a16="http://schemas.microsoft.com/office/drawing/2014/main" id="{24B54799-5035-E980-FDAC-97EB9A150CCA}"/>
              </a:ext>
            </a:extLst>
          </p:cNvPr>
          <p:cNvSpPr txBox="1"/>
          <p:nvPr/>
        </p:nvSpPr>
        <p:spPr>
          <a:xfrm>
            <a:off x="1478280" y="1193628"/>
            <a:ext cx="8884920" cy="920061"/>
          </a:xfrm>
          <a:prstGeom prst="rect">
            <a:avLst/>
          </a:prstGeom>
          <a:noFill/>
          <a:ln>
            <a:noFill/>
          </a:ln>
        </p:spPr>
        <p:txBody>
          <a:bodyPr spcFirstLastPara="1" wrap="none" lIns="91425" tIns="45700" rIns="91425" bIns="45700" rtlCol="0" anchor="t" anchorCtr="0">
            <a:noAutofit/>
          </a:bodyPr>
          <a:lstStyle/>
          <a:p>
            <a:pPr algn="l"/>
            <a:r>
              <a:rPr lang="pt-BR" sz="4500" b="1" dirty="0">
                <a:solidFill>
                  <a:schemeClr val="bg1"/>
                </a:solidFill>
                <a:latin typeface="Poppins" pitchFamily="2" charset="77"/>
                <a:cs typeface="Poppins" pitchFamily="2" charset="77"/>
              </a:rPr>
              <a:t>Slide 7</a:t>
            </a:r>
            <a:endParaRPr lang="pt-BR" sz="4800" b="1" dirty="0">
              <a:solidFill>
                <a:schemeClr val="bg1"/>
              </a:solidFill>
              <a:latin typeface="Poppins" pitchFamily="2" charset="77"/>
              <a:cs typeface="Poppins" pitchFamily="2" charset="77"/>
            </a:endParaRPr>
          </a:p>
        </p:txBody>
      </p:sp>
      <p:sp>
        <p:nvSpPr>
          <p:cNvPr id="3" name="Oval 8">
            <a:extLst>
              <a:ext uri="{FF2B5EF4-FFF2-40B4-BE49-F238E27FC236}">
                <a16:creationId xmlns:a16="http://schemas.microsoft.com/office/drawing/2014/main" id="{AD68E313-7442-FFE4-2DAB-C022738C0729}"/>
              </a:ext>
            </a:extLst>
          </p:cNvPr>
          <p:cNvSpPr/>
          <p:nvPr/>
        </p:nvSpPr>
        <p:spPr>
          <a:xfrm>
            <a:off x="614957" y="2073949"/>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pic>
        <p:nvPicPr>
          <p:cNvPr id="6" name="Gráfico 5">
            <a:extLst>
              <a:ext uri="{FF2B5EF4-FFF2-40B4-BE49-F238E27FC236}">
                <a16:creationId xmlns:a16="http://schemas.microsoft.com/office/drawing/2014/main" id="{BF83A0DC-1838-DF06-9003-4E7981AFE81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0869" y="2155130"/>
            <a:ext cx="312039" cy="400050"/>
          </a:xfrm>
          <a:prstGeom prst="rect">
            <a:avLst/>
          </a:prstGeom>
        </p:spPr>
      </p:pic>
      <p:pic>
        <p:nvPicPr>
          <p:cNvPr id="2" name="Imagem 1">
            <a:extLst>
              <a:ext uri="{FF2B5EF4-FFF2-40B4-BE49-F238E27FC236}">
                <a16:creationId xmlns:a16="http://schemas.microsoft.com/office/drawing/2014/main" id="{186741BD-FFAF-B0FF-7F35-556202C7F22C}"/>
              </a:ext>
            </a:extLst>
          </p:cNvPr>
          <p:cNvPicPr>
            <a:picLocks noChangeAspect="1"/>
          </p:cNvPicPr>
          <p:nvPr/>
        </p:nvPicPr>
        <p:blipFill>
          <a:blip r:embed="rId4"/>
          <a:stretch>
            <a:fillRect/>
          </a:stretch>
        </p:blipFill>
        <p:spPr>
          <a:xfrm>
            <a:off x="11198981" y="8762819"/>
            <a:ext cx="2616200" cy="609600"/>
          </a:xfrm>
          <a:prstGeom prst="rect">
            <a:avLst/>
          </a:prstGeom>
        </p:spPr>
      </p:pic>
      <p:grpSp>
        <p:nvGrpSpPr>
          <p:cNvPr id="4" name="Gráfico 85">
            <a:extLst>
              <a:ext uri="{FF2B5EF4-FFF2-40B4-BE49-F238E27FC236}">
                <a16:creationId xmlns:a16="http://schemas.microsoft.com/office/drawing/2014/main" id="{A9944748-1D79-6741-7044-D92EB21F939C}"/>
              </a:ext>
            </a:extLst>
          </p:cNvPr>
          <p:cNvGrpSpPr/>
          <p:nvPr/>
        </p:nvGrpSpPr>
        <p:grpSpPr>
          <a:xfrm>
            <a:off x="11549419" y="8889189"/>
            <a:ext cx="1758662" cy="298605"/>
            <a:chOff x="2316209" y="1866988"/>
            <a:chExt cx="1758662" cy="298605"/>
          </a:xfrm>
          <a:solidFill>
            <a:srgbClr val="FFFFFF"/>
          </a:solidFill>
        </p:grpSpPr>
        <p:sp>
          <p:nvSpPr>
            <p:cNvPr id="9" name="Forma Livre 150">
              <a:extLst>
                <a:ext uri="{FF2B5EF4-FFF2-40B4-BE49-F238E27FC236}">
                  <a16:creationId xmlns:a16="http://schemas.microsoft.com/office/drawing/2014/main" id="{1E5821F3-BC8E-7D3A-59E9-4D76F8AF5D40}"/>
                </a:ext>
              </a:extLst>
            </p:cNvPr>
            <p:cNvSpPr/>
            <p:nvPr/>
          </p:nvSpPr>
          <p:spPr>
            <a:xfrm>
              <a:off x="2316209" y="1900613"/>
              <a:ext cx="256393" cy="263805"/>
            </a:xfrm>
            <a:custGeom>
              <a:avLst/>
              <a:gdLst>
                <a:gd name="connsiteX0" fmla="*/ 16815 w 256393"/>
                <a:gd name="connsiteY0" fmla="*/ 63645 h 263805"/>
                <a:gd name="connsiteX1" fmla="*/ 63695 w 256393"/>
                <a:gd name="connsiteY1" fmla="*/ 16771 h 263805"/>
                <a:gd name="connsiteX2" fmla="*/ 131891 w 256393"/>
                <a:gd name="connsiteY2" fmla="*/ 0 h 263805"/>
                <a:gd name="connsiteX3" fmla="*/ 211892 w 256393"/>
                <a:gd name="connsiteY3" fmla="*/ 24318 h 263805"/>
                <a:gd name="connsiteX4" fmla="*/ 256394 w 256393"/>
                <a:gd name="connsiteY4" fmla="*/ 90730 h 263805"/>
                <a:gd name="connsiteX5" fmla="*/ 186159 w 256393"/>
                <a:gd name="connsiteY5" fmla="*/ 90730 h 263805"/>
                <a:gd name="connsiteX6" fmla="*/ 163909 w 256393"/>
                <a:gd name="connsiteY6" fmla="*/ 65993 h 263805"/>
                <a:gd name="connsiteX7" fmla="*/ 131212 w 256393"/>
                <a:gd name="connsiteY7" fmla="*/ 57524 h 263805"/>
                <a:gd name="connsiteX8" fmla="*/ 83398 w 256393"/>
                <a:gd name="connsiteY8" fmla="*/ 77817 h 263805"/>
                <a:gd name="connsiteX9" fmla="*/ 65054 w 256393"/>
                <a:gd name="connsiteY9" fmla="*/ 132071 h 263805"/>
                <a:gd name="connsiteX10" fmla="*/ 83398 w 256393"/>
                <a:gd name="connsiteY10" fmla="*/ 186324 h 263805"/>
                <a:gd name="connsiteX11" fmla="*/ 131212 w 256393"/>
                <a:gd name="connsiteY11" fmla="*/ 206617 h 263805"/>
                <a:gd name="connsiteX12" fmla="*/ 163909 w 256393"/>
                <a:gd name="connsiteY12" fmla="*/ 198148 h 263805"/>
                <a:gd name="connsiteX13" fmla="*/ 186159 w 256393"/>
                <a:gd name="connsiteY13" fmla="*/ 173411 h 263805"/>
                <a:gd name="connsiteX14" fmla="*/ 256394 w 256393"/>
                <a:gd name="connsiteY14" fmla="*/ 173411 h 263805"/>
                <a:gd name="connsiteX15" fmla="*/ 211892 w 256393"/>
                <a:gd name="connsiteY15" fmla="*/ 239656 h 263805"/>
                <a:gd name="connsiteX16" fmla="*/ 131891 w 256393"/>
                <a:gd name="connsiteY16" fmla="*/ 263806 h 263805"/>
                <a:gd name="connsiteX17" fmla="*/ 63695 w 256393"/>
                <a:gd name="connsiteY17" fmla="*/ 247035 h 263805"/>
                <a:gd name="connsiteX18" fmla="*/ 16815 w 256393"/>
                <a:gd name="connsiteY18" fmla="*/ 200328 h 263805"/>
                <a:gd name="connsiteX19" fmla="*/ 0 w 256393"/>
                <a:gd name="connsiteY19" fmla="*/ 132071 h 263805"/>
                <a:gd name="connsiteX20" fmla="*/ 16815 w 256393"/>
                <a:gd name="connsiteY20" fmla="*/ 63645 h 263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6393" h="263805">
                  <a:moveTo>
                    <a:pt x="16815" y="63645"/>
                  </a:moveTo>
                  <a:cubicBezTo>
                    <a:pt x="28026" y="43604"/>
                    <a:pt x="43652" y="28007"/>
                    <a:pt x="63695" y="16771"/>
                  </a:cubicBezTo>
                  <a:cubicBezTo>
                    <a:pt x="83738" y="5618"/>
                    <a:pt x="106498" y="0"/>
                    <a:pt x="131891" y="0"/>
                  </a:cubicBezTo>
                  <a:cubicBezTo>
                    <a:pt x="163059" y="0"/>
                    <a:pt x="189726" y="8134"/>
                    <a:pt x="211892" y="24318"/>
                  </a:cubicBezTo>
                  <a:cubicBezTo>
                    <a:pt x="234058" y="40586"/>
                    <a:pt x="248920" y="62723"/>
                    <a:pt x="256394" y="90730"/>
                  </a:cubicBezTo>
                  <a:lnTo>
                    <a:pt x="186159" y="90730"/>
                  </a:lnTo>
                  <a:cubicBezTo>
                    <a:pt x="180894" y="79913"/>
                    <a:pt x="173505" y="71696"/>
                    <a:pt x="163909" y="65993"/>
                  </a:cubicBezTo>
                  <a:cubicBezTo>
                    <a:pt x="154312" y="60375"/>
                    <a:pt x="143441" y="57524"/>
                    <a:pt x="131212" y="57524"/>
                  </a:cubicBezTo>
                  <a:cubicBezTo>
                    <a:pt x="111509" y="57524"/>
                    <a:pt x="95543" y="64316"/>
                    <a:pt x="83398" y="77817"/>
                  </a:cubicBezTo>
                  <a:cubicBezTo>
                    <a:pt x="71169" y="91317"/>
                    <a:pt x="65054" y="109430"/>
                    <a:pt x="65054" y="132071"/>
                  </a:cubicBezTo>
                  <a:cubicBezTo>
                    <a:pt x="65054" y="154711"/>
                    <a:pt x="71169" y="172824"/>
                    <a:pt x="83398" y="186324"/>
                  </a:cubicBezTo>
                  <a:cubicBezTo>
                    <a:pt x="95627" y="199825"/>
                    <a:pt x="111509" y="206617"/>
                    <a:pt x="131212" y="206617"/>
                  </a:cubicBezTo>
                  <a:cubicBezTo>
                    <a:pt x="143441" y="206617"/>
                    <a:pt x="154312" y="203766"/>
                    <a:pt x="163909" y="198148"/>
                  </a:cubicBezTo>
                  <a:cubicBezTo>
                    <a:pt x="173505" y="192530"/>
                    <a:pt x="180894" y="184228"/>
                    <a:pt x="186159" y="173411"/>
                  </a:cubicBezTo>
                  <a:lnTo>
                    <a:pt x="256394" y="173411"/>
                  </a:lnTo>
                  <a:cubicBezTo>
                    <a:pt x="248920" y="201418"/>
                    <a:pt x="234058" y="223556"/>
                    <a:pt x="211892" y="239656"/>
                  </a:cubicBezTo>
                  <a:cubicBezTo>
                    <a:pt x="189726" y="255756"/>
                    <a:pt x="163059" y="263806"/>
                    <a:pt x="131891" y="263806"/>
                  </a:cubicBezTo>
                  <a:cubicBezTo>
                    <a:pt x="106498" y="263806"/>
                    <a:pt x="83738" y="258188"/>
                    <a:pt x="63695" y="247035"/>
                  </a:cubicBezTo>
                  <a:cubicBezTo>
                    <a:pt x="43652" y="235882"/>
                    <a:pt x="28026" y="220285"/>
                    <a:pt x="16815" y="200328"/>
                  </a:cubicBezTo>
                  <a:cubicBezTo>
                    <a:pt x="5605" y="180371"/>
                    <a:pt x="0" y="157646"/>
                    <a:pt x="0" y="132071"/>
                  </a:cubicBezTo>
                  <a:cubicBezTo>
                    <a:pt x="0" y="106495"/>
                    <a:pt x="5605" y="83687"/>
                    <a:pt x="16815" y="63645"/>
                  </a:cubicBezTo>
                  <a:close/>
                </a:path>
              </a:pathLst>
            </a:custGeom>
            <a:solidFill>
              <a:srgbClr val="FFFFFF"/>
            </a:solidFill>
            <a:ln w="0" cap="flat">
              <a:noFill/>
              <a:prstDash val="solid"/>
              <a:miter/>
            </a:ln>
          </p:spPr>
          <p:txBody>
            <a:bodyPr rtlCol="0" anchor="ctr"/>
            <a:lstStyle/>
            <a:p>
              <a:endParaRPr lang="pt-BR" dirty="0"/>
            </a:p>
          </p:txBody>
        </p:sp>
        <p:sp>
          <p:nvSpPr>
            <p:cNvPr id="10" name="Forma Livre 151">
              <a:extLst>
                <a:ext uri="{FF2B5EF4-FFF2-40B4-BE49-F238E27FC236}">
                  <a16:creationId xmlns:a16="http://schemas.microsoft.com/office/drawing/2014/main" id="{ECE3EE62-4049-D8E5-91FF-0CC2E5A15494}"/>
                </a:ext>
              </a:extLst>
            </p:cNvPr>
            <p:cNvSpPr/>
            <p:nvPr/>
          </p:nvSpPr>
          <p:spPr>
            <a:xfrm>
              <a:off x="2599100" y="1953777"/>
              <a:ext cx="216733" cy="211816"/>
            </a:xfrm>
            <a:custGeom>
              <a:avLst/>
              <a:gdLst>
                <a:gd name="connsiteX0" fmla="*/ 52485 w 216733"/>
                <a:gd name="connsiteY0" fmla="*/ 198903 h 211816"/>
                <a:gd name="connsiteX1" fmla="*/ 14013 w 216733"/>
                <a:gd name="connsiteY1" fmla="*/ 162007 h 211816"/>
                <a:gd name="connsiteX2" fmla="*/ 0 w 216733"/>
                <a:gd name="connsiteY2" fmla="*/ 105908 h 211816"/>
                <a:gd name="connsiteX3" fmla="*/ 14183 w 216733"/>
                <a:gd name="connsiteY3" fmla="*/ 49977 h 211816"/>
                <a:gd name="connsiteX4" fmla="*/ 53079 w 216733"/>
                <a:gd name="connsiteY4" fmla="*/ 12914 h 211816"/>
                <a:gd name="connsiteX5" fmla="*/ 108367 w 216733"/>
                <a:gd name="connsiteY5" fmla="*/ 0 h 211816"/>
                <a:gd name="connsiteX6" fmla="*/ 163654 w 216733"/>
                <a:gd name="connsiteY6" fmla="*/ 12914 h 211816"/>
                <a:gd name="connsiteX7" fmla="*/ 202550 w 216733"/>
                <a:gd name="connsiteY7" fmla="*/ 49977 h 211816"/>
                <a:gd name="connsiteX8" fmla="*/ 216733 w 216733"/>
                <a:gd name="connsiteY8" fmla="*/ 105908 h 211816"/>
                <a:gd name="connsiteX9" fmla="*/ 202380 w 216733"/>
                <a:gd name="connsiteY9" fmla="*/ 161839 h 211816"/>
                <a:gd name="connsiteX10" fmla="*/ 163144 w 216733"/>
                <a:gd name="connsiteY10" fmla="*/ 198903 h 211816"/>
                <a:gd name="connsiteX11" fmla="*/ 107687 w 216733"/>
                <a:gd name="connsiteY11" fmla="*/ 211816 h 211816"/>
                <a:gd name="connsiteX12" fmla="*/ 52570 w 216733"/>
                <a:gd name="connsiteY12" fmla="*/ 198903 h 211816"/>
                <a:gd name="connsiteX13" fmla="*/ 138855 w 216733"/>
                <a:gd name="connsiteY13" fmla="*/ 143894 h 211816"/>
                <a:gd name="connsiteX14" fmla="*/ 151764 w 216733"/>
                <a:gd name="connsiteY14" fmla="*/ 105908 h 211816"/>
                <a:gd name="connsiteX15" fmla="*/ 139280 w 216733"/>
                <a:gd name="connsiteY15" fmla="*/ 67922 h 211816"/>
                <a:gd name="connsiteX16" fmla="*/ 108451 w 216733"/>
                <a:gd name="connsiteY16" fmla="*/ 54673 h 211816"/>
                <a:gd name="connsiteX17" fmla="*/ 77453 w 216733"/>
                <a:gd name="connsiteY17" fmla="*/ 67754 h 211816"/>
                <a:gd name="connsiteX18" fmla="*/ 65139 w 216733"/>
                <a:gd name="connsiteY18" fmla="*/ 105908 h 211816"/>
                <a:gd name="connsiteX19" fmla="*/ 77283 w 216733"/>
                <a:gd name="connsiteY19" fmla="*/ 143894 h 211816"/>
                <a:gd name="connsiteX20" fmla="*/ 107772 w 216733"/>
                <a:gd name="connsiteY20" fmla="*/ 157143 h 211816"/>
                <a:gd name="connsiteX21" fmla="*/ 138940 w 216733"/>
                <a:gd name="connsiteY21" fmla="*/ 143894 h 211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16733" h="211816">
                  <a:moveTo>
                    <a:pt x="52485" y="198903"/>
                  </a:moveTo>
                  <a:cubicBezTo>
                    <a:pt x="36179" y="190266"/>
                    <a:pt x="23355" y="178023"/>
                    <a:pt x="14013" y="162007"/>
                  </a:cubicBezTo>
                  <a:cubicBezTo>
                    <a:pt x="4671" y="145991"/>
                    <a:pt x="0" y="127291"/>
                    <a:pt x="0" y="105908"/>
                  </a:cubicBezTo>
                  <a:cubicBezTo>
                    <a:pt x="0" y="84525"/>
                    <a:pt x="4756" y="66077"/>
                    <a:pt x="14183" y="49977"/>
                  </a:cubicBezTo>
                  <a:cubicBezTo>
                    <a:pt x="23610" y="33877"/>
                    <a:pt x="36603" y="21467"/>
                    <a:pt x="53079" y="12914"/>
                  </a:cubicBezTo>
                  <a:cubicBezTo>
                    <a:pt x="69555" y="4277"/>
                    <a:pt x="87984" y="0"/>
                    <a:pt x="108367" y="0"/>
                  </a:cubicBezTo>
                  <a:cubicBezTo>
                    <a:pt x="128749" y="0"/>
                    <a:pt x="147263" y="4277"/>
                    <a:pt x="163654" y="12914"/>
                  </a:cubicBezTo>
                  <a:cubicBezTo>
                    <a:pt x="180130" y="21551"/>
                    <a:pt x="193038" y="33877"/>
                    <a:pt x="202550" y="49977"/>
                  </a:cubicBezTo>
                  <a:cubicBezTo>
                    <a:pt x="211977" y="66077"/>
                    <a:pt x="216733" y="84693"/>
                    <a:pt x="216733" y="105908"/>
                  </a:cubicBezTo>
                  <a:cubicBezTo>
                    <a:pt x="216733" y="127123"/>
                    <a:pt x="211892" y="145739"/>
                    <a:pt x="202380" y="161839"/>
                  </a:cubicBezTo>
                  <a:cubicBezTo>
                    <a:pt x="192784" y="177939"/>
                    <a:pt x="179705" y="190349"/>
                    <a:pt x="163144" y="198903"/>
                  </a:cubicBezTo>
                  <a:cubicBezTo>
                    <a:pt x="146584" y="207540"/>
                    <a:pt x="128069" y="211816"/>
                    <a:pt x="107687" y="211816"/>
                  </a:cubicBezTo>
                  <a:cubicBezTo>
                    <a:pt x="87305" y="211816"/>
                    <a:pt x="68876" y="207540"/>
                    <a:pt x="52570" y="198903"/>
                  </a:cubicBezTo>
                  <a:close/>
                  <a:moveTo>
                    <a:pt x="138855" y="143894"/>
                  </a:moveTo>
                  <a:cubicBezTo>
                    <a:pt x="147433" y="135006"/>
                    <a:pt x="151764" y="122344"/>
                    <a:pt x="151764" y="105908"/>
                  </a:cubicBezTo>
                  <a:cubicBezTo>
                    <a:pt x="151764" y="89473"/>
                    <a:pt x="147603" y="76727"/>
                    <a:pt x="139280" y="67922"/>
                  </a:cubicBezTo>
                  <a:cubicBezTo>
                    <a:pt x="130957" y="59033"/>
                    <a:pt x="120681" y="54673"/>
                    <a:pt x="108451" y="54673"/>
                  </a:cubicBezTo>
                  <a:cubicBezTo>
                    <a:pt x="96222" y="54673"/>
                    <a:pt x="85691" y="59033"/>
                    <a:pt x="77453" y="67754"/>
                  </a:cubicBezTo>
                  <a:cubicBezTo>
                    <a:pt x="69215" y="76475"/>
                    <a:pt x="65139" y="89221"/>
                    <a:pt x="65139" y="105908"/>
                  </a:cubicBezTo>
                  <a:cubicBezTo>
                    <a:pt x="65139" y="122595"/>
                    <a:pt x="69215" y="135089"/>
                    <a:pt x="77283" y="143894"/>
                  </a:cubicBezTo>
                  <a:cubicBezTo>
                    <a:pt x="85351" y="152783"/>
                    <a:pt x="95543" y="157143"/>
                    <a:pt x="107772" y="157143"/>
                  </a:cubicBezTo>
                  <a:cubicBezTo>
                    <a:pt x="120001" y="157143"/>
                    <a:pt x="130362" y="152699"/>
                    <a:pt x="138940" y="143894"/>
                  </a:cubicBezTo>
                  <a:close/>
                </a:path>
              </a:pathLst>
            </a:custGeom>
            <a:solidFill>
              <a:srgbClr val="FFFFFF"/>
            </a:solidFill>
            <a:ln w="0" cap="flat">
              <a:noFill/>
              <a:prstDash val="solid"/>
              <a:miter/>
            </a:ln>
          </p:spPr>
          <p:txBody>
            <a:bodyPr rtlCol="0" anchor="ctr"/>
            <a:lstStyle/>
            <a:p>
              <a:endParaRPr lang="pt-BR" dirty="0"/>
            </a:p>
          </p:txBody>
        </p:sp>
        <p:sp>
          <p:nvSpPr>
            <p:cNvPr id="11" name="Forma Livre 152">
              <a:extLst>
                <a:ext uri="{FF2B5EF4-FFF2-40B4-BE49-F238E27FC236}">
                  <a16:creationId xmlns:a16="http://schemas.microsoft.com/office/drawing/2014/main" id="{BA8A2570-D675-565B-D04F-38BD2AE0047A}"/>
                </a:ext>
              </a:extLst>
            </p:cNvPr>
            <p:cNvSpPr/>
            <p:nvPr/>
          </p:nvSpPr>
          <p:spPr>
            <a:xfrm>
              <a:off x="2849888" y="1954616"/>
              <a:ext cx="207391" cy="208042"/>
            </a:xfrm>
            <a:custGeom>
              <a:avLst/>
              <a:gdLst>
                <a:gd name="connsiteX0" fmla="*/ 185565 w 207391"/>
                <a:gd name="connsiteY0" fmla="*/ 23312 h 208042"/>
                <a:gd name="connsiteX1" fmla="*/ 207391 w 207391"/>
                <a:gd name="connsiteY1" fmla="*/ 87712 h 208042"/>
                <a:gd name="connsiteX2" fmla="*/ 207391 w 207391"/>
                <a:gd name="connsiteY2" fmla="*/ 208043 h 208042"/>
                <a:gd name="connsiteX3" fmla="*/ 143866 w 207391"/>
                <a:gd name="connsiteY3" fmla="*/ 208043 h 208042"/>
                <a:gd name="connsiteX4" fmla="*/ 143866 w 207391"/>
                <a:gd name="connsiteY4" fmla="*/ 96265 h 208042"/>
                <a:gd name="connsiteX5" fmla="*/ 132995 w 207391"/>
                <a:gd name="connsiteY5" fmla="*/ 64149 h 208042"/>
                <a:gd name="connsiteX6" fmla="*/ 103865 w 207391"/>
                <a:gd name="connsiteY6" fmla="*/ 52744 h 208042"/>
                <a:gd name="connsiteX7" fmla="*/ 74736 w 207391"/>
                <a:gd name="connsiteY7" fmla="*/ 64149 h 208042"/>
                <a:gd name="connsiteX8" fmla="*/ 63865 w 207391"/>
                <a:gd name="connsiteY8" fmla="*/ 96265 h 208042"/>
                <a:gd name="connsiteX9" fmla="*/ 63865 w 207391"/>
                <a:gd name="connsiteY9" fmla="*/ 208043 h 208042"/>
                <a:gd name="connsiteX10" fmla="*/ 0 w 207391"/>
                <a:gd name="connsiteY10" fmla="*/ 208043 h 208042"/>
                <a:gd name="connsiteX11" fmla="*/ 0 w 207391"/>
                <a:gd name="connsiteY11" fmla="*/ 2180 h 208042"/>
                <a:gd name="connsiteX12" fmla="*/ 63865 w 207391"/>
                <a:gd name="connsiteY12" fmla="*/ 2180 h 208042"/>
                <a:gd name="connsiteX13" fmla="*/ 63865 w 207391"/>
                <a:gd name="connsiteY13" fmla="*/ 29517 h 208042"/>
                <a:gd name="connsiteX14" fmla="*/ 90022 w 207391"/>
                <a:gd name="connsiteY14" fmla="*/ 7966 h 208042"/>
                <a:gd name="connsiteX15" fmla="*/ 127050 w 207391"/>
                <a:gd name="connsiteY15" fmla="*/ 0 h 208042"/>
                <a:gd name="connsiteX16" fmla="*/ 185565 w 207391"/>
                <a:gd name="connsiteY16" fmla="*/ 23395 h 208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7391" h="208042">
                  <a:moveTo>
                    <a:pt x="185565" y="23312"/>
                  </a:moveTo>
                  <a:cubicBezTo>
                    <a:pt x="200172" y="38908"/>
                    <a:pt x="207391" y="60375"/>
                    <a:pt x="207391" y="87712"/>
                  </a:cubicBezTo>
                  <a:lnTo>
                    <a:pt x="207391" y="208043"/>
                  </a:lnTo>
                  <a:lnTo>
                    <a:pt x="143866" y="208043"/>
                  </a:lnTo>
                  <a:lnTo>
                    <a:pt x="143866" y="96265"/>
                  </a:lnTo>
                  <a:cubicBezTo>
                    <a:pt x="143866" y="82513"/>
                    <a:pt x="140214" y="71779"/>
                    <a:pt x="132995" y="64149"/>
                  </a:cubicBezTo>
                  <a:cubicBezTo>
                    <a:pt x="125777" y="56518"/>
                    <a:pt x="116010" y="52744"/>
                    <a:pt x="103865" y="52744"/>
                  </a:cubicBezTo>
                  <a:cubicBezTo>
                    <a:pt x="91721" y="52744"/>
                    <a:pt x="81954" y="56602"/>
                    <a:pt x="74736" y="64149"/>
                  </a:cubicBezTo>
                  <a:cubicBezTo>
                    <a:pt x="67517" y="71779"/>
                    <a:pt x="63865" y="82513"/>
                    <a:pt x="63865" y="96265"/>
                  </a:cubicBezTo>
                  <a:lnTo>
                    <a:pt x="63865" y="208043"/>
                  </a:lnTo>
                  <a:lnTo>
                    <a:pt x="0" y="208043"/>
                  </a:lnTo>
                  <a:lnTo>
                    <a:pt x="0" y="2180"/>
                  </a:lnTo>
                  <a:lnTo>
                    <a:pt x="63865" y="2180"/>
                  </a:lnTo>
                  <a:lnTo>
                    <a:pt x="63865" y="29517"/>
                  </a:lnTo>
                  <a:cubicBezTo>
                    <a:pt x="70319" y="20460"/>
                    <a:pt x="79067" y="13249"/>
                    <a:pt x="90022" y="7966"/>
                  </a:cubicBezTo>
                  <a:cubicBezTo>
                    <a:pt x="100978" y="2683"/>
                    <a:pt x="113292" y="0"/>
                    <a:pt x="127050" y="0"/>
                  </a:cubicBezTo>
                  <a:cubicBezTo>
                    <a:pt x="151509" y="0"/>
                    <a:pt x="170958" y="7798"/>
                    <a:pt x="185565" y="23395"/>
                  </a:cubicBezTo>
                  <a:close/>
                </a:path>
              </a:pathLst>
            </a:custGeom>
            <a:solidFill>
              <a:srgbClr val="FFFFFF"/>
            </a:solidFill>
            <a:ln w="0" cap="flat">
              <a:noFill/>
              <a:prstDash val="solid"/>
              <a:miter/>
            </a:ln>
          </p:spPr>
          <p:txBody>
            <a:bodyPr rtlCol="0" anchor="ctr"/>
            <a:lstStyle/>
            <a:p>
              <a:endParaRPr lang="pt-BR" dirty="0"/>
            </a:p>
          </p:txBody>
        </p:sp>
        <p:sp>
          <p:nvSpPr>
            <p:cNvPr id="12" name="Forma Livre 153">
              <a:extLst>
                <a:ext uri="{FF2B5EF4-FFF2-40B4-BE49-F238E27FC236}">
                  <a16:creationId xmlns:a16="http://schemas.microsoft.com/office/drawing/2014/main" id="{01987ECD-6146-7779-006E-1893CCFFE458}"/>
                </a:ext>
              </a:extLst>
            </p:cNvPr>
            <p:cNvSpPr/>
            <p:nvPr/>
          </p:nvSpPr>
          <p:spPr>
            <a:xfrm>
              <a:off x="3086409" y="1906483"/>
              <a:ext cx="131551" cy="256175"/>
            </a:xfrm>
            <a:custGeom>
              <a:avLst/>
              <a:gdLst>
                <a:gd name="connsiteX0" fmla="*/ 131551 w 131551"/>
                <a:gd name="connsiteY0" fmla="*/ 202676 h 256175"/>
                <a:gd name="connsiteX1" fmla="*/ 131551 w 131551"/>
                <a:gd name="connsiteY1" fmla="*/ 256175 h 256175"/>
                <a:gd name="connsiteX2" fmla="*/ 99024 w 131551"/>
                <a:gd name="connsiteY2" fmla="*/ 256175 h 256175"/>
                <a:gd name="connsiteX3" fmla="*/ 44841 w 131551"/>
                <a:gd name="connsiteY3" fmla="*/ 239404 h 256175"/>
                <a:gd name="connsiteX4" fmla="*/ 25393 w 131551"/>
                <a:gd name="connsiteY4" fmla="*/ 184564 h 256175"/>
                <a:gd name="connsiteX5" fmla="*/ 25393 w 131551"/>
                <a:gd name="connsiteY5" fmla="*/ 102638 h 256175"/>
                <a:gd name="connsiteX6" fmla="*/ 0 w 131551"/>
                <a:gd name="connsiteY6" fmla="*/ 102638 h 256175"/>
                <a:gd name="connsiteX7" fmla="*/ 0 w 131551"/>
                <a:gd name="connsiteY7" fmla="*/ 50229 h 256175"/>
                <a:gd name="connsiteX8" fmla="*/ 25393 w 131551"/>
                <a:gd name="connsiteY8" fmla="*/ 50229 h 256175"/>
                <a:gd name="connsiteX9" fmla="*/ 25393 w 131551"/>
                <a:gd name="connsiteY9" fmla="*/ 0 h 256175"/>
                <a:gd name="connsiteX10" fmla="*/ 89343 w 131551"/>
                <a:gd name="connsiteY10" fmla="*/ 0 h 256175"/>
                <a:gd name="connsiteX11" fmla="*/ 89343 w 131551"/>
                <a:gd name="connsiteY11" fmla="*/ 50229 h 256175"/>
                <a:gd name="connsiteX12" fmla="*/ 131212 w 131551"/>
                <a:gd name="connsiteY12" fmla="*/ 50229 h 256175"/>
                <a:gd name="connsiteX13" fmla="*/ 131212 w 131551"/>
                <a:gd name="connsiteY13" fmla="*/ 102638 h 256175"/>
                <a:gd name="connsiteX14" fmla="*/ 89343 w 131551"/>
                <a:gd name="connsiteY14" fmla="*/ 102638 h 256175"/>
                <a:gd name="connsiteX15" fmla="*/ 89343 w 131551"/>
                <a:gd name="connsiteY15" fmla="*/ 185318 h 256175"/>
                <a:gd name="connsiteX16" fmla="*/ 93844 w 131551"/>
                <a:gd name="connsiteY16" fmla="*/ 198567 h 256175"/>
                <a:gd name="connsiteX17" fmla="*/ 108791 w 131551"/>
                <a:gd name="connsiteY17" fmla="*/ 202592 h 256175"/>
                <a:gd name="connsiteX18" fmla="*/ 131551 w 131551"/>
                <a:gd name="connsiteY18" fmla="*/ 202592 h 256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31551" h="256175">
                  <a:moveTo>
                    <a:pt x="131551" y="202676"/>
                  </a:moveTo>
                  <a:lnTo>
                    <a:pt x="131551" y="256175"/>
                  </a:lnTo>
                  <a:lnTo>
                    <a:pt x="99024" y="256175"/>
                  </a:lnTo>
                  <a:cubicBezTo>
                    <a:pt x="75839" y="256175"/>
                    <a:pt x="57750" y="250557"/>
                    <a:pt x="44841" y="239404"/>
                  </a:cubicBezTo>
                  <a:cubicBezTo>
                    <a:pt x="31932" y="228252"/>
                    <a:pt x="25393" y="209971"/>
                    <a:pt x="25393" y="184564"/>
                  </a:cubicBezTo>
                  <a:lnTo>
                    <a:pt x="25393" y="102638"/>
                  </a:lnTo>
                  <a:lnTo>
                    <a:pt x="0" y="102638"/>
                  </a:lnTo>
                  <a:lnTo>
                    <a:pt x="0" y="50229"/>
                  </a:lnTo>
                  <a:lnTo>
                    <a:pt x="25393" y="50229"/>
                  </a:lnTo>
                  <a:lnTo>
                    <a:pt x="25393" y="0"/>
                  </a:lnTo>
                  <a:lnTo>
                    <a:pt x="89343" y="0"/>
                  </a:lnTo>
                  <a:lnTo>
                    <a:pt x="89343" y="50229"/>
                  </a:lnTo>
                  <a:lnTo>
                    <a:pt x="131212" y="50229"/>
                  </a:lnTo>
                  <a:lnTo>
                    <a:pt x="131212" y="102638"/>
                  </a:lnTo>
                  <a:lnTo>
                    <a:pt x="89343" y="102638"/>
                  </a:lnTo>
                  <a:lnTo>
                    <a:pt x="89343" y="185318"/>
                  </a:lnTo>
                  <a:cubicBezTo>
                    <a:pt x="89343" y="191440"/>
                    <a:pt x="90872" y="195884"/>
                    <a:pt x="93844" y="198567"/>
                  </a:cubicBezTo>
                  <a:cubicBezTo>
                    <a:pt x="96816" y="201251"/>
                    <a:pt x="101827" y="202592"/>
                    <a:pt x="108791" y="202592"/>
                  </a:cubicBezTo>
                  <a:lnTo>
                    <a:pt x="131551" y="202592"/>
                  </a:lnTo>
                  <a:close/>
                </a:path>
              </a:pathLst>
            </a:custGeom>
            <a:solidFill>
              <a:srgbClr val="FFFFFF"/>
            </a:solidFill>
            <a:ln w="0" cap="flat">
              <a:noFill/>
              <a:prstDash val="solid"/>
              <a:miter/>
            </a:ln>
          </p:spPr>
          <p:txBody>
            <a:bodyPr rtlCol="0" anchor="ctr"/>
            <a:lstStyle/>
            <a:p>
              <a:endParaRPr lang="pt-BR" dirty="0"/>
            </a:p>
          </p:txBody>
        </p:sp>
        <p:sp>
          <p:nvSpPr>
            <p:cNvPr id="13" name="Forma Livre 154">
              <a:extLst>
                <a:ext uri="{FF2B5EF4-FFF2-40B4-BE49-F238E27FC236}">
                  <a16:creationId xmlns:a16="http://schemas.microsoft.com/office/drawing/2014/main" id="{D3FB492A-9D5A-492A-7FE7-8C4CA62B31E8}"/>
                </a:ext>
              </a:extLst>
            </p:cNvPr>
            <p:cNvSpPr/>
            <p:nvPr/>
          </p:nvSpPr>
          <p:spPr>
            <a:xfrm>
              <a:off x="3247515" y="1866988"/>
              <a:ext cx="75754" cy="295586"/>
            </a:xfrm>
            <a:custGeom>
              <a:avLst/>
              <a:gdLst>
                <a:gd name="connsiteX0" fmla="*/ 10616 w 75754"/>
                <a:gd name="connsiteY0" fmla="*/ 58530 h 295586"/>
                <a:gd name="connsiteX1" fmla="*/ 0 w 75754"/>
                <a:gd name="connsiteY1" fmla="*/ 34380 h 295586"/>
                <a:gd name="connsiteX2" fmla="*/ 10616 w 75754"/>
                <a:gd name="connsiteY2" fmla="*/ 9811 h 295586"/>
                <a:gd name="connsiteX3" fmla="*/ 38047 w 75754"/>
                <a:gd name="connsiteY3" fmla="*/ 0 h 295586"/>
                <a:gd name="connsiteX4" fmla="*/ 65139 w 75754"/>
                <a:gd name="connsiteY4" fmla="*/ 9811 h 295586"/>
                <a:gd name="connsiteX5" fmla="*/ 75755 w 75754"/>
                <a:gd name="connsiteY5" fmla="*/ 34380 h 295586"/>
                <a:gd name="connsiteX6" fmla="*/ 65139 w 75754"/>
                <a:gd name="connsiteY6" fmla="*/ 58530 h 295586"/>
                <a:gd name="connsiteX7" fmla="*/ 38047 w 75754"/>
                <a:gd name="connsiteY7" fmla="*/ 68341 h 295586"/>
                <a:gd name="connsiteX8" fmla="*/ 10616 w 75754"/>
                <a:gd name="connsiteY8" fmla="*/ 58530 h 295586"/>
                <a:gd name="connsiteX9" fmla="*/ 69895 w 75754"/>
                <a:gd name="connsiteY9" fmla="*/ 89724 h 295586"/>
                <a:gd name="connsiteX10" fmla="*/ 69895 w 75754"/>
                <a:gd name="connsiteY10" fmla="*/ 295587 h 295586"/>
                <a:gd name="connsiteX11" fmla="*/ 5945 w 75754"/>
                <a:gd name="connsiteY11" fmla="*/ 295587 h 295586"/>
                <a:gd name="connsiteX12" fmla="*/ 5945 w 75754"/>
                <a:gd name="connsiteY12" fmla="*/ 89724 h 295586"/>
                <a:gd name="connsiteX13" fmla="*/ 69895 w 75754"/>
                <a:gd name="connsiteY13" fmla="*/ 89724 h 295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5754" h="295586">
                  <a:moveTo>
                    <a:pt x="10616" y="58530"/>
                  </a:moveTo>
                  <a:cubicBezTo>
                    <a:pt x="3482" y="51990"/>
                    <a:pt x="0" y="43940"/>
                    <a:pt x="0" y="34380"/>
                  </a:cubicBezTo>
                  <a:cubicBezTo>
                    <a:pt x="0" y="24821"/>
                    <a:pt x="3567" y="16352"/>
                    <a:pt x="10616" y="9811"/>
                  </a:cubicBezTo>
                  <a:cubicBezTo>
                    <a:pt x="17665" y="3270"/>
                    <a:pt x="26837" y="0"/>
                    <a:pt x="38047" y="0"/>
                  </a:cubicBezTo>
                  <a:cubicBezTo>
                    <a:pt x="49257" y="0"/>
                    <a:pt x="58005" y="3270"/>
                    <a:pt x="65139" y="9811"/>
                  </a:cubicBezTo>
                  <a:cubicBezTo>
                    <a:pt x="72273" y="16352"/>
                    <a:pt x="75755" y="24485"/>
                    <a:pt x="75755" y="34380"/>
                  </a:cubicBezTo>
                  <a:cubicBezTo>
                    <a:pt x="75755" y="44275"/>
                    <a:pt x="72188" y="52074"/>
                    <a:pt x="65139" y="58530"/>
                  </a:cubicBezTo>
                  <a:cubicBezTo>
                    <a:pt x="58090" y="64987"/>
                    <a:pt x="49003" y="68341"/>
                    <a:pt x="38047" y="68341"/>
                  </a:cubicBezTo>
                  <a:cubicBezTo>
                    <a:pt x="27092" y="68341"/>
                    <a:pt x="17665" y="65071"/>
                    <a:pt x="10616" y="58530"/>
                  </a:cubicBezTo>
                  <a:close/>
                  <a:moveTo>
                    <a:pt x="69895" y="89724"/>
                  </a:moveTo>
                  <a:lnTo>
                    <a:pt x="69895" y="295587"/>
                  </a:lnTo>
                  <a:lnTo>
                    <a:pt x="5945" y="295587"/>
                  </a:lnTo>
                  <a:lnTo>
                    <a:pt x="5945" y="89724"/>
                  </a:lnTo>
                  <a:lnTo>
                    <a:pt x="69895" y="89724"/>
                  </a:lnTo>
                  <a:close/>
                </a:path>
              </a:pathLst>
            </a:custGeom>
            <a:solidFill>
              <a:srgbClr val="FFFFFF"/>
            </a:solidFill>
            <a:ln w="0" cap="flat">
              <a:noFill/>
              <a:prstDash val="solid"/>
              <a:miter/>
            </a:ln>
          </p:spPr>
          <p:txBody>
            <a:bodyPr rtlCol="0" anchor="ctr"/>
            <a:lstStyle/>
            <a:p>
              <a:endParaRPr lang="pt-BR" dirty="0"/>
            </a:p>
          </p:txBody>
        </p:sp>
        <p:sp>
          <p:nvSpPr>
            <p:cNvPr id="14" name="Forma Livre 155">
              <a:extLst>
                <a:ext uri="{FF2B5EF4-FFF2-40B4-BE49-F238E27FC236}">
                  <a16:creationId xmlns:a16="http://schemas.microsoft.com/office/drawing/2014/main" id="{341AF00C-6821-0FCC-E9F0-CAB8A85EE521}"/>
                </a:ext>
              </a:extLst>
            </p:cNvPr>
            <p:cNvSpPr/>
            <p:nvPr/>
          </p:nvSpPr>
          <p:spPr>
            <a:xfrm>
              <a:off x="3363695" y="1954616"/>
              <a:ext cx="207391" cy="208042"/>
            </a:xfrm>
            <a:custGeom>
              <a:avLst/>
              <a:gdLst>
                <a:gd name="connsiteX0" fmla="*/ 185565 w 207391"/>
                <a:gd name="connsiteY0" fmla="*/ 23312 h 208042"/>
                <a:gd name="connsiteX1" fmla="*/ 207391 w 207391"/>
                <a:gd name="connsiteY1" fmla="*/ 87712 h 208042"/>
                <a:gd name="connsiteX2" fmla="*/ 207391 w 207391"/>
                <a:gd name="connsiteY2" fmla="*/ 208043 h 208042"/>
                <a:gd name="connsiteX3" fmla="*/ 143866 w 207391"/>
                <a:gd name="connsiteY3" fmla="*/ 208043 h 208042"/>
                <a:gd name="connsiteX4" fmla="*/ 143866 w 207391"/>
                <a:gd name="connsiteY4" fmla="*/ 96265 h 208042"/>
                <a:gd name="connsiteX5" fmla="*/ 132995 w 207391"/>
                <a:gd name="connsiteY5" fmla="*/ 64149 h 208042"/>
                <a:gd name="connsiteX6" fmla="*/ 103865 w 207391"/>
                <a:gd name="connsiteY6" fmla="*/ 52744 h 208042"/>
                <a:gd name="connsiteX7" fmla="*/ 74736 w 207391"/>
                <a:gd name="connsiteY7" fmla="*/ 64149 h 208042"/>
                <a:gd name="connsiteX8" fmla="*/ 63865 w 207391"/>
                <a:gd name="connsiteY8" fmla="*/ 96265 h 208042"/>
                <a:gd name="connsiteX9" fmla="*/ 63865 w 207391"/>
                <a:gd name="connsiteY9" fmla="*/ 208043 h 208042"/>
                <a:gd name="connsiteX10" fmla="*/ 0 w 207391"/>
                <a:gd name="connsiteY10" fmla="*/ 208043 h 208042"/>
                <a:gd name="connsiteX11" fmla="*/ 0 w 207391"/>
                <a:gd name="connsiteY11" fmla="*/ 2180 h 208042"/>
                <a:gd name="connsiteX12" fmla="*/ 63865 w 207391"/>
                <a:gd name="connsiteY12" fmla="*/ 2180 h 208042"/>
                <a:gd name="connsiteX13" fmla="*/ 63865 w 207391"/>
                <a:gd name="connsiteY13" fmla="*/ 29517 h 208042"/>
                <a:gd name="connsiteX14" fmla="*/ 90022 w 207391"/>
                <a:gd name="connsiteY14" fmla="*/ 7966 h 208042"/>
                <a:gd name="connsiteX15" fmla="*/ 127050 w 207391"/>
                <a:gd name="connsiteY15" fmla="*/ 0 h 208042"/>
                <a:gd name="connsiteX16" fmla="*/ 185565 w 207391"/>
                <a:gd name="connsiteY16" fmla="*/ 23395 h 208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7391" h="208042">
                  <a:moveTo>
                    <a:pt x="185565" y="23312"/>
                  </a:moveTo>
                  <a:cubicBezTo>
                    <a:pt x="200172" y="38908"/>
                    <a:pt x="207391" y="60375"/>
                    <a:pt x="207391" y="87712"/>
                  </a:cubicBezTo>
                  <a:lnTo>
                    <a:pt x="207391" y="208043"/>
                  </a:lnTo>
                  <a:lnTo>
                    <a:pt x="143866" y="208043"/>
                  </a:lnTo>
                  <a:lnTo>
                    <a:pt x="143866" y="96265"/>
                  </a:lnTo>
                  <a:cubicBezTo>
                    <a:pt x="143866" y="82513"/>
                    <a:pt x="140214" y="71779"/>
                    <a:pt x="132995" y="64149"/>
                  </a:cubicBezTo>
                  <a:cubicBezTo>
                    <a:pt x="125776" y="56518"/>
                    <a:pt x="116010" y="52744"/>
                    <a:pt x="103865" y="52744"/>
                  </a:cubicBezTo>
                  <a:cubicBezTo>
                    <a:pt x="91721" y="52744"/>
                    <a:pt x="81954" y="56602"/>
                    <a:pt x="74736" y="64149"/>
                  </a:cubicBezTo>
                  <a:cubicBezTo>
                    <a:pt x="67517" y="71779"/>
                    <a:pt x="63865" y="82513"/>
                    <a:pt x="63865" y="96265"/>
                  </a:cubicBezTo>
                  <a:lnTo>
                    <a:pt x="63865" y="208043"/>
                  </a:lnTo>
                  <a:lnTo>
                    <a:pt x="0" y="208043"/>
                  </a:lnTo>
                  <a:lnTo>
                    <a:pt x="0" y="2180"/>
                  </a:lnTo>
                  <a:lnTo>
                    <a:pt x="63865" y="2180"/>
                  </a:lnTo>
                  <a:lnTo>
                    <a:pt x="63865" y="29517"/>
                  </a:lnTo>
                  <a:cubicBezTo>
                    <a:pt x="70319" y="20460"/>
                    <a:pt x="79067" y="13249"/>
                    <a:pt x="90022" y="7966"/>
                  </a:cubicBezTo>
                  <a:cubicBezTo>
                    <a:pt x="100978" y="2683"/>
                    <a:pt x="113292" y="0"/>
                    <a:pt x="127050" y="0"/>
                  </a:cubicBezTo>
                  <a:cubicBezTo>
                    <a:pt x="151509" y="0"/>
                    <a:pt x="170958" y="7798"/>
                    <a:pt x="185565" y="23395"/>
                  </a:cubicBezTo>
                  <a:close/>
                </a:path>
              </a:pathLst>
            </a:custGeom>
            <a:solidFill>
              <a:srgbClr val="FFFFFF"/>
            </a:solidFill>
            <a:ln w="0" cap="flat">
              <a:noFill/>
              <a:prstDash val="solid"/>
              <a:miter/>
            </a:ln>
          </p:spPr>
          <p:txBody>
            <a:bodyPr rtlCol="0" anchor="ctr"/>
            <a:lstStyle/>
            <a:p>
              <a:endParaRPr lang="pt-BR" dirty="0"/>
            </a:p>
          </p:txBody>
        </p:sp>
        <p:sp>
          <p:nvSpPr>
            <p:cNvPr id="15" name="Forma Livre 156">
              <a:extLst>
                <a:ext uri="{FF2B5EF4-FFF2-40B4-BE49-F238E27FC236}">
                  <a16:creationId xmlns:a16="http://schemas.microsoft.com/office/drawing/2014/main" id="{C6730935-D707-BB5E-83BB-268BDB2A0111}"/>
                </a:ext>
              </a:extLst>
            </p:cNvPr>
            <p:cNvSpPr/>
            <p:nvPr/>
          </p:nvSpPr>
          <p:spPr>
            <a:xfrm>
              <a:off x="3613804" y="1956712"/>
              <a:ext cx="207900" cy="208126"/>
            </a:xfrm>
            <a:custGeom>
              <a:avLst/>
              <a:gdLst>
                <a:gd name="connsiteX0" fmla="*/ 207731 w 207900"/>
                <a:gd name="connsiteY0" fmla="*/ 0 h 208126"/>
                <a:gd name="connsiteX1" fmla="*/ 207731 w 207900"/>
                <a:gd name="connsiteY1" fmla="*/ 205863 h 208126"/>
                <a:gd name="connsiteX2" fmla="*/ 143781 w 207900"/>
                <a:gd name="connsiteY2" fmla="*/ 205863 h 208126"/>
                <a:gd name="connsiteX3" fmla="*/ 143781 w 207900"/>
                <a:gd name="connsiteY3" fmla="*/ 177855 h 208126"/>
                <a:gd name="connsiteX4" fmla="*/ 117454 w 207900"/>
                <a:gd name="connsiteY4" fmla="*/ 199825 h 208126"/>
                <a:gd name="connsiteX5" fmla="*/ 80680 w 207900"/>
                <a:gd name="connsiteY5" fmla="*/ 208127 h 208126"/>
                <a:gd name="connsiteX6" fmla="*/ 38472 w 207900"/>
                <a:gd name="connsiteY6" fmla="*/ 197645 h 208126"/>
                <a:gd name="connsiteX7" fmla="*/ 10106 w 207900"/>
                <a:gd name="connsiteY7" fmla="*/ 167206 h 208126"/>
                <a:gd name="connsiteX8" fmla="*/ 0 w 207900"/>
                <a:gd name="connsiteY8" fmla="*/ 120331 h 208126"/>
                <a:gd name="connsiteX9" fmla="*/ 0 w 207900"/>
                <a:gd name="connsiteY9" fmla="*/ 0 h 208126"/>
                <a:gd name="connsiteX10" fmla="*/ 63525 w 207900"/>
                <a:gd name="connsiteY10" fmla="*/ 0 h 208126"/>
                <a:gd name="connsiteX11" fmla="*/ 63525 w 207900"/>
                <a:gd name="connsiteY11" fmla="*/ 111778 h 208126"/>
                <a:gd name="connsiteX12" fmla="*/ 74396 w 207900"/>
                <a:gd name="connsiteY12" fmla="*/ 143894 h 208126"/>
                <a:gd name="connsiteX13" fmla="*/ 103526 w 207900"/>
                <a:gd name="connsiteY13" fmla="*/ 155298 h 208126"/>
                <a:gd name="connsiteX14" fmla="*/ 133080 w 207900"/>
                <a:gd name="connsiteY14" fmla="*/ 143894 h 208126"/>
                <a:gd name="connsiteX15" fmla="*/ 143951 w 207900"/>
                <a:gd name="connsiteY15" fmla="*/ 111778 h 208126"/>
                <a:gd name="connsiteX16" fmla="*/ 143951 w 207900"/>
                <a:gd name="connsiteY16" fmla="*/ 0 h 208126"/>
                <a:gd name="connsiteX17" fmla="*/ 207901 w 207900"/>
                <a:gd name="connsiteY17" fmla="*/ 0 h 208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07900" h="208126">
                  <a:moveTo>
                    <a:pt x="207731" y="0"/>
                  </a:moveTo>
                  <a:lnTo>
                    <a:pt x="207731" y="205863"/>
                  </a:lnTo>
                  <a:lnTo>
                    <a:pt x="143781" y="205863"/>
                  </a:lnTo>
                  <a:lnTo>
                    <a:pt x="143781" y="177855"/>
                  </a:lnTo>
                  <a:cubicBezTo>
                    <a:pt x="137326" y="186995"/>
                    <a:pt x="128494" y="194291"/>
                    <a:pt x="117454" y="199825"/>
                  </a:cubicBezTo>
                  <a:cubicBezTo>
                    <a:pt x="106328" y="205359"/>
                    <a:pt x="94099" y="208127"/>
                    <a:pt x="80680" y="208127"/>
                  </a:cubicBezTo>
                  <a:cubicBezTo>
                    <a:pt x="64714" y="208127"/>
                    <a:pt x="50616" y="204605"/>
                    <a:pt x="38472" y="197645"/>
                  </a:cubicBezTo>
                  <a:cubicBezTo>
                    <a:pt x="26242" y="190601"/>
                    <a:pt x="16816" y="180455"/>
                    <a:pt x="10106" y="167206"/>
                  </a:cubicBezTo>
                  <a:cubicBezTo>
                    <a:pt x="3397" y="153957"/>
                    <a:pt x="0" y="138276"/>
                    <a:pt x="0" y="120331"/>
                  </a:cubicBezTo>
                  <a:lnTo>
                    <a:pt x="0" y="0"/>
                  </a:lnTo>
                  <a:lnTo>
                    <a:pt x="63525" y="0"/>
                  </a:lnTo>
                  <a:lnTo>
                    <a:pt x="63525" y="111778"/>
                  </a:lnTo>
                  <a:cubicBezTo>
                    <a:pt x="63525" y="125530"/>
                    <a:pt x="67092" y="136263"/>
                    <a:pt x="74396" y="143894"/>
                  </a:cubicBezTo>
                  <a:cubicBezTo>
                    <a:pt x="81615" y="151525"/>
                    <a:pt x="91381" y="155298"/>
                    <a:pt x="103526" y="155298"/>
                  </a:cubicBezTo>
                  <a:cubicBezTo>
                    <a:pt x="115670" y="155298"/>
                    <a:pt x="125776" y="151441"/>
                    <a:pt x="133080" y="143894"/>
                  </a:cubicBezTo>
                  <a:cubicBezTo>
                    <a:pt x="140299" y="136263"/>
                    <a:pt x="143951" y="125530"/>
                    <a:pt x="143951" y="111778"/>
                  </a:cubicBezTo>
                  <a:lnTo>
                    <a:pt x="143951" y="0"/>
                  </a:lnTo>
                  <a:lnTo>
                    <a:pt x="207901" y="0"/>
                  </a:lnTo>
                  <a:close/>
                </a:path>
              </a:pathLst>
            </a:custGeom>
            <a:solidFill>
              <a:srgbClr val="FFFFFF"/>
            </a:solidFill>
            <a:ln w="0" cap="flat">
              <a:noFill/>
              <a:prstDash val="solid"/>
              <a:miter/>
            </a:ln>
          </p:spPr>
          <p:txBody>
            <a:bodyPr rtlCol="0" anchor="ctr"/>
            <a:lstStyle/>
            <a:p>
              <a:endParaRPr lang="pt-BR" dirty="0"/>
            </a:p>
          </p:txBody>
        </p:sp>
        <p:sp>
          <p:nvSpPr>
            <p:cNvPr id="16" name="Forma Livre 157">
              <a:extLst>
                <a:ext uri="{FF2B5EF4-FFF2-40B4-BE49-F238E27FC236}">
                  <a16:creationId xmlns:a16="http://schemas.microsoft.com/office/drawing/2014/main" id="{0DF70A19-4E64-5FA9-C858-6D2A84C62D6D}"/>
                </a:ext>
              </a:extLst>
            </p:cNvPr>
            <p:cNvSpPr/>
            <p:nvPr/>
          </p:nvSpPr>
          <p:spPr>
            <a:xfrm>
              <a:off x="3854826" y="1953777"/>
              <a:ext cx="220045" cy="211732"/>
            </a:xfrm>
            <a:custGeom>
              <a:avLst/>
              <a:gdLst>
                <a:gd name="connsiteX0" fmla="*/ 12144 w 220045"/>
                <a:gd name="connsiteY0" fmla="*/ 49810 h 211732"/>
                <a:gd name="connsiteX1" fmla="*/ 45181 w 220045"/>
                <a:gd name="connsiteY1" fmla="*/ 12914 h 211732"/>
                <a:gd name="connsiteX2" fmla="*/ 91891 w 220045"/>
                <a:gd name="connsiteY2" fmla="*/ 0 h 211732"/>
                <a:gd name="connsiteX3" fmla="*/ 130532 w 220045"/>
                <a:gd name="connsiteY3" fmla="*/ 8889 h 211732"/>
                <a:gd name="connsiteX4" fmla="*/ 156180 w 220045"/>
                <a:gd name="connsiteY4" fmla="*/ 32116 h 211732"/>
                <a:gd name="connsiteX5" fmla="*/ 156180 w 220045"/>
                <a:gd name="connsiteY5" fmla="*/ 2935 h 211732"/>
                <a:gd name="connsiteX6" fmla="*/ 220045 w 220045"/>
                <a:gd name="connsiteY6" fmla="*/ 2935 h 211732"/>
                <a:gd name="connsiteX7" fmla="*/ 220045 w 220045"/>
                <a:gd name="connsiteY7" fmla="*/ 208797 h 211732"/>
                <a:gd name="connsiteX8" fmla="*/ 156180 w 220045"/>
                <a:gd name="connsiteY8" fmla="*/ 208797 h 211732"/>
                <a:gd name="connsiteX9" fmla="*/ 156180 w 220045"/>
                <a:gd name="connsiteY9" fmla="*/ 179616 h 211732"/>
                <a:gd name="connsiteX10" fmla="*/ 130193 w 220045"/>
                <a:gd name="connsiteY10" fmla="*/ 202844 h 211732"/>
                <a:gd name="connsiteX11" fmla="*/ 91551 w 220045"/>
                <a:gd name="connsiteY11" fmla="*/ 211732 h 211732"/>
                <a:gd name="connsiteX12" fmla="*/ 45181 w 220045"/>
                <a:gd name="connsiteY12" fmla="*/ 198651 h 211732"/>
                <a:gd name="connsiteX13" fmla="*/ 12144 w 220045"/>
                <a:gd name="connsiteY13" fmla="*/ 161420 h 211732"/>
                <a:gd name="connsiteX14" fmla="*/ 0 w 220045"/>
                <a:gd name="connsiteY14" fmla="*/ 105489 h 211732"/>
                <a:gd name="connsiteX15" fmla="*/ 12144 w 220045"/>
                <a:gd name="connsiteY15" fmla="*/ 49726 h 211732"/>
                <a:gd name="connsiteX16" fmla="*/ 142932 w 220045"/>
                <a:gd name="connsiteY16" fmla="*/ 68593 h 211732"/>
                <a:gd name="connsiteX17" fmla="*/ 110575 w 220045"/>
                <a:gd name="connsiteY17" fmla="*/ 54925 h 211732"/>
                <a:gd name="connsiteX18" fmla="*/ 78218 w 220045"/>
                <a:gd name="connsiteY18" fmla="*/ 68425 h 211732"/>
                <a:gd name="connsiteX19" fmla="*/ 64969 w 220045"/>
                <a:gd name="connsiteY19" fmla="*/ 105489 h 211732"/>
                <a:gd name="connsiteX20" fmla="*/ 78218 w 220045"/>
                <a:gd name="connsiteY20" fmla="*/ 142972 h 211732"/>
                <a:gd name="connsiteX21" fmla="*/ 110575 w 220045"/>
                <a:gd name="connsiteY21" fmla="*/ 156808 h 211732"/>
                <a:gd name="connsiteX22" fmla="*/ 142932 w 220045"/>
                <a:gd name="connsiteY22" fmla="*/ 143139 h 211732"/>
                <a:gd name="connsiteX23" fmla="*/ 156180 w 220045"/>
                <a:gd name="connsiteY23" fmla="*/ 105908 h 211732"/>
                <a:gd name="connsiteX24" fmla="*/ 142932 w 220045"/>
                <a:gd name="connsiteY24" fmla="*/ 68677 h 211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0045" h="211732">
                  <a:moveTo>
                    <a:pt x="12144" y="49810"/>
                  </a:moveTo>
                  <a:cubicBezTo>
                    <a:pt x="20213" y="33793"/>
                    <a:pt x="31253" y="21551"/>
                    <a:pt x="45181" y="12914"/>
                  </a:cubicBezTo>
                  <a:cubicBezTo>
                    <a:pt x="59109" y="4277"/>
                    <a:pt x="74736" y="0"/>
                    <a:pt x="91891" y="0"/>
                  </a:cubicBezTo>
                  <a:cubicBezTo>
                    <a:pt x="106583" y="0"/>
                    <a:pt x="119492" y="2935"/>
                    <a:pt x="130532" y="8889"/>
                  </a:cubicBezTo>
                  <a:cubicBezTo>
                    <a:pt x="141658" y="14758"/>
                    <a:pt x="150150" y="22557"/>
                    <a:pt x="156180" y="32116"/>
                  </a:cubicBezTo>
                  <a:lnTo>
                    <a:pt x="156180" y="2935"/>
                  </a:lnTo>
                  <a:lnTo>
                    <a:pt x="220045" y="2935"/>
                  </a:lnTo>
                  <a:lnTo>
                    <a:pt x="220045" y="208797"/>
                  </a:lnTo>
                  <a:lnTo>
                    <a:pt x="156180" y="208797"/>
                  </a:lnTo>
                  <a:lnTo>
                    <a:pt x="156180" y="179616"/>
                  </a:lnTo>
                  <a:cubicBezTo>
                    <a:pt x="149981" y="189175"/>
                    <a:pt x="141318" y="196974"/>
                    <a:pt x="130193" y="202844"/>
                  </a:cubicBezTo>
                  <a:cubicBezTo>
                    <a:pt x="119067" y="208714"/>
                    <a:pt x="106243" y="211732"/>
                    <a:pt x="91551" y="211732"/>
                  </a:cubicBezTo>
                  <a:cubicBezTo>
                    <a:pt x="74566" y="211732"/>
                    <a:pt x="59194" y="207372"/>
                    <a:pt x="45181" y="198651"/>
                  </a:cubicBezTo>
                  <a:cubicBezTo>
                    <a:pt x="31168" y="189930"/>
                    <a:pt x="20213" y="177520"/>
                    <a:pt x="12144" y="161420"/>
                  </a:cubicBezTo>
                  <a:cubicBezTo>
                    <a:pt x="4076" y="145320"/>
                    <a:pt x="0" y="126704"/>
                    <a:pt x="0" y="105489"/>
                  </a:cubicBezTo>
                  <a:cubicBezTo>
                    <a:pt x="0" y="84274"/>
                    <a:pt x="4076" y="65742"/>
                    <a:pt x="12144" y="49726"/>
                  </a:cubicBezTo>
                  <a:close/>
                  <a:moveTo>
                    <a:pt x="142932" y="68593"/>
                  </a:moveTo>
                  <a:cubicBezTo>
                    <a:pt x="134099" y="59537"/>
                    <a:pt x="123314" y="54925"/>
                    <a:pt x="110575" y="54925"/>
                  </a:cubicBezTo>
                  <a:cubicBezTo>
                    <a:pt x="97836" y="54925"/>
                    <a:pt x="87050" y="59453"/>
                    <a:pt x="78218" y="68425"/>
                  </a:cubicBezTo>
                  <a:cubicBezTo>
                    <a:pt x="69385" y="77398"/>
                    <a:pt x="64969" y="89808"/>
                    <a:pt x="64969" y="105489"/>
                  </a:cubicBezTo>
                  <a:cubicBezTo>
                    <a:pt x="64969" y="121170"/>
                    <a:pt x="69385" y="133748"/>
                    <a:pt x="78218" y="142972"/>
                  </a:cubicBezTo>
                  <a:cubicBezTo>
                    <a:pt x="87050" y="152196"/>
                    <a:pt x="97836" y="156808"/>
                    <a:pt x="110575" y="156808"/>
                  </a:cubicBezTo>
                  <a:cubicBezTo>
                    <a:pt x="123314" y="156808"/>
                    <a:pt x="134014" y="152280"/>
                    <a:pt x="142932" y="143139"/>
                  </a:cubicBezTo>
                  <a:cubicBezTo>
                    <a:pt x="151764" y="134083"/>
                    <a:pt x="156180" y="121589"/>
                    <a:pt x="156180" y="105908"/>
                  </a:cubicBezTo>
                  <a:cubicBezTo>
                    <a:pt x="156180" y="90227"/>
                    <a:pt x="151764" y="77733"/>
                    <a:pt x="142932" y="68677"/>
                  </a:cubicBezTo>
                  <a:close/>
                </a:path>
              </a:pathLst>
            </a:custGeom>
            <a:solidFill>
              <a:srgbClr val="FFFFFF"/>
            </a:solidFill>
            <a:ln w="0" cap="flat">
              <a:noFill/>
              <a:prstDash val="solid"/>
              <a:miter/>
            </a:ln>
          </p:spPr>
          <p:txBody>
            <a:bodyPr rtlCol="0" anchor="ctr"/>
            <a:lstStyle/>
            <a:p>
              <a:endParaRPr lang="pt-BR" dirty="0"/>
            </a:p>
          </p:txBody>
        </p:sp>
      </p:grpSp>
    </p:spTree>
    <p:extLst>
      <p:ext uri="{BB962C8B-B14F-4D97-AF65-F5344CB8AC3E}">
        <p14:creationId xmlns:p14="http://schemas.microsoft.com/office/powerpoint/2010/main" val="27041423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977F087-7584-D927-2A73-5C595F9B1A1A}"/>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82061FC9-4C19-8E81-66E7-BB6FAFB4611F}"/>
              </a:ext>
            </a:extLst>
          </p:cNvPr>
          <p:cNvSpPr/>
          <p:nvPr/>
        </p:nvSpPr>
        <p:spPr>
          <a:xfrm>
            <a:off x="0" y="1178388"/>
            <a:ext cx="18288000" cy="739587"/>
          </a:xfrm>
          <a:prstGeom prst="rect">
            <a:avLst/>
          </a:prstGeom>
          <a:solidFill>
            <a:srgbClr val="2856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7" name="Conector Reto 6">
            <a:extLst>
              <a:ext uri="{FF2B5EF4-FFF2-40B4-BE49-F238E27FC236}">
                <a16:creationId xmlns:a16="http://schemas.microsoft.com/office/drawing/2014/main" id="{83FA83C9-9EFB-74DA-EA96-BDB8BC74C41F}"/>
              </a:ext>
            </a:extLst>
          </p:cNvPr>
          <p:cNvCxnSpPr>
            <a:cxnSpLocks/>
          </p:cNvCxnSpPr>
          <p:nvPr/>
        </p:nvCxnSpPr>
        <p:spPr>
          <a:xfrm flipV="1">
            <a:off x="868312" y="1594033"/>
            <a:ext cx="0" cy="6808035"/>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20" name="CaixaDeTexto 3">
            <a:extLst>
              <a:ext uri="{FF2B5EF4-FFF2-40B4-BE49-F238E27FC236}">
                <a16:creationId xmlns:a16="http://schemas.microsoft.com/office/drawing/2014/main" id="{8C63D30E-13CF-6F4A-E742-70EF89A85BB5}"/>
              </a:ext>
            </a:extLst>
          </p:cNvPr>
          <p:cNvSpPr txBox="1"/>
          <p:nvPr/>
        </p:nvSpPr>
        <p:spPr>
          <a:xfrm>
            <a:off x="1478280" y="2146575"/>
            <a:ext cx="15377160" cy="7643824"/>
          </a:xfrm>
          <a:prstGeom prst="rect">
            <a:avLst/>
          </a:prstGeom>
          <a:noFill/>
          <a:ln>
            <a:noFill/>
          </a:ln>
        </p:spPr>
        <p:txBody>
          <a:bodyPr wrap="square" lIns="91440" tIns="45720" rIns="91440" bIns="4572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primary-button {</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  .button;</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  color: white;</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a:t>
            </a:r>
          </a:p>
          <a:p>
            <a:pPr>
              <a:lnSpc>
                <a:spcPct val="107000"/>
              </a:lnSpc>
              <a:spcAft>
                <a:spcPts val="800"/>
              </a:spcAft>
            </a:pPr>
            <a:endParaRPr lang="pt-BR" kern="100" dirty="0">
              <a:effectLst/>
              <a:latin typeface="Poppins" panose="00000500000000000000" pitchFamily="2" charset="0"/>
              <a:ea typeface="Aptos" panose="020B0004020202020204" pitchFamily="34" charset="0"/>
              <a:cs typeface="Poppins" panose="00000500000000000000" pitchFamily="2" charset="0"/>
            </a:endParaRP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Resposta esperada no arquivo gerado (style.css):</a:t>
            </a:r>
          </a:p>
          <a:p>
            <a:pPr>
              <a:lnSpc>
                <a:spcPct val="107000"/>
              </a:lnSpc>
              <a:spcAft>
                <a:spcPts val="800"/>
              </a:spcAft>
            </a:pPr>
            <a:endParaRPr lang="pt-BR" kern="100" dirty="0">
              <a:effectLst/>
              <a:latin typeface="Poppins" panose="00000500000000000000" pitchFamily="2" charset="0"/>
              <a:ea typeface="Aptos" panose="020B0004020202020204" pitchFamily="34" charset="0"/>
              <a:cs typeface="Poppins" panose="00000500000000000000" pitchFamily="2" charset="0"/>
            </a:endParaRP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O comando lessc less/style.less css/style.css deve gerar um arquivo CSS equivalente:</a:t>
            </a:r>
          </a:p>
          <a:p>
            <a:pPr>
              <a:lnSpc>
                <a:spcPct val="107000"/>
              </a:lnSpc>
              <a:spcAft>
                <a:spcPts val="800"/>
              </a:spcAft>
            </a:pPr>
            <a:endParaRPr lang="pt-BR" kern="100" dirty="0">
              <a:effectLst/>
              <a:latin typeface="Poppins" panose="00000500000000000000" pitchFamily="2" charset="0"/>
              <a:ea typeface="Aptos" panose="020B0004020202020204" pitchFamily="34" charset="0"/>
              <a:cs typeface="Poppins" panose="00000500000000000000" pitchFamily="2" charset="0"/>
            </a:endParaRP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.button {</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  padding: 16px;</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  font-size: 14px;</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  background-color: rgba(52, 152, 219, 0.5);</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.button:hover {</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  background-color: rgba(52, 152, 219, 0.7);</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.primary-button {</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  padding: 16px;</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  font-size: 14px;</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  background-color: rgba(52, 152, 219, 0.5);</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  color: white;</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a:t>
            </a:r>
          </a:p>
        </p:txBody>
      </p:sp>
      <p:sp>
        <p:nvSpPr>
          <p:cNvPr id="8" name="CaixaDeTexto 7">
            <a:extLst>
              <a:ext uri="{FF2B5EF4-FFF2-40B4-BE49-F238E27FC236}">
                <a16:creationId xmlns:a16="http://schemas.microsoft.com/office/drawing/2014/main" id="{7567AA1A-8738-5E4E-E717-AFF999D3D9AA}"/>
              </a:ext>
            </a:extLst>
          </p:cNvPr>
          <p:cNvSpPr txBox="1"/>
          <p:nvPr/>
        </p:nvSpPr>
        <p:spPr>
          <a:xfrm>
            <a:off x="1478280" y="1193628"/>
            <a:ext cx="8884920" cy="920061"/>
          </a:xfrm>
          <a:prstGeom prst="rect">
            <a:avLst/>
          </a:prstGeom>
          <a:noFill/>
          <a:ln>
            <a:noFill/>
          </a:ln>
        </p:spPr>
        <p:txBody>
          <a:bodyPr spcFirstLastPara="1" wrap="none" lIns="91425" tIns="45700" rIns="91425" bIns="45700" rtlCol="0" anchor="t" anchorCtr="0">
            <a:noAutofit/>
          </a:bodyPr>
          <a:lstStyle/>
          <a:p>
            <a:pPr algn="l"/>
            <a:r>
              <a:rPr lang="pt-BR" sz="4500" b="1" dirty="0">
                <a:solidFill>
                  <a:schemeClr val="bg1"/>
                </a:solidFill>
                <a:latin typeface="Poppins" pitchFamily="2" charset="77"/>
                <a:cs typeface="Poppins" pitchFamily="2" charset="77"/>
              </a:rPr>
              <a:t>Slide 7</a:t>
            </a:r>
            <a:endParaRPr lang="pt-BR" sz="4800" b="1" dirty="0">
              <a:solidFill>
                <a:schemeClr val="bg1"/>
              </a:solidFill>
              <a:latin typeface="Poppins" pitchFamily="2" charset="77"/>
              <a:cs typeface="Poppins" pitchFamily="2" charset="77"/>
            </a:endParaRPr>
          </a:p>
        </p:txBody>
      </p:sp>
      <p:sp>
        <p:nvSpPr>
          <p:cNvPr id="3" name="Oval 8">
            <a:extLst>
              <a:ext uri="{FF2B5EF4-FFF2-40B4-BE49-F238E27FC236}">
                <a16:creationId xmlns:a16="http://schemas.microsoft.com/office/drawing/2014/main" id="{C5C5D5C2-4ADF-9AD0-C401-23B2E2137A12}"/>
              </a:ext>
            </a:extLst>
          </p:cNvPr>
          <p:cNvSpPr/>
          <p:nvPr/>
        </p:nvSpPr>
        <p:spPr>
          <a:xfrm>
            <a:off x="614957" y="2073949"/>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pic>
        <p:nvPicPr>
          <p:cNvPr id="6" name="Gráfico 5">
            <a:extLst>
              <a:ext uri="{FF2B5EF4-FFF2-40B4-BE49-F238E27FC236}">
                <a16:creationId xmlns:a16="http://schemas.microsoft.com/office/drawing/2014/main" id="{E723F0FB-9159-B70C-11BB-E2BE3D0AAB5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0869" y="2155130"/>
            <a:ext cx="312039" cy="400050"/>
          </a:xfrm>
          <a:prstGeom prst="rect">
            <a:avLst/>
          </a:prstGeom>
        </p:spPr>
      </p:pic>
      <p:pic>
        <p:nvPicPr>
          <p:cNvPr id="2" name="Imagem 1">
            <a:extLst>
              <a:ext uri="{FF2B5EF4-FFF2-40B4-BE49-F238E27FC236}">
                <a16:creationId xmlns:a16="http://schemas.microsoft.com/office/drawing/2014/main" id="{E7B32FDD-20DB-3B88-5299-A950211DEA7C}"/>
              </a:ext>
            </a:extLst>
          </p:cNvPr>
          <p:cNvPicPr>
            <a:picLocks noChangeAspect="1"/>
          </p:cNvPicPr>
          <p:nvPr/>
        </p:nvPicPr>
        <p:blipFill>
          <a:blip r:embed="rId4"/>
          <a:stretch>
            <a:fillRect/>
          </a:stretch>
        </p:blipFill>
        <p:spPr>
          <a:xfrm>
            <a:off x="11198981" y="8762819"/>
            <a:ext cx="2616200" cy="609600"/>
          </a:xfrm>
          <a:prstGeom prst="rect">
            <a:avLst/>
          </a:prstGeom>
        </p:spPr>
      </p:pic>
      <p:grpSp>
        <p:nvGrpSpPr>
          <p:cNvPr id="4" name="Gráfico 85">
            <a:extLst>
              <a:ext uri="{FF2B5EF4-FFF2-40B4-BE49-F238E27FC236}">
                <a16:creationId xmlns:a16="http://schemas.microsoft.com/office/drawing/2014/main" id="{FB6A1C8D-18E8-F26C-BF80-F136BD575072}"/>
              </a:ext>
            </a:extLst>
          </p:cNvPr>
          <p:cNvGrpSpPr/>
          <p:nvPr/>
        </p:nvGrpSpPr>
        <p:grpSpPr>
          <a:xfrm>
            <a:off x="11549419" y="8889189"/>
            <a:ext cx="1758662" cy="298605"/>
            <a:chOff x="2316209" y="1866988"/>
            <a:chExt cx="1758662" cy="298605"/>
          </a:xfrm>
          <a:solidFill>
            <a:srgbClr val="FFFFFF"/>
          </a:solidFill>
        </p:grpSpPr>
        <p:sp>
          <p:nvSpPr>
            <p:cNvPr id="9" name="Forma Livre 150">
              <a:extLst>
                <a:ext uri="{FF2B5EF4-FFF2-40B4-BE49-F238E27FC236}">
                  <a16:creationId xmlns:a16="http://schemas.microsoft.com/office/drawing/2014/main" id="{F8298E5A-3B70-7568-C003-AC377FC6AEA2}"/>
                </a:ext>
              </a:extLst>
            </p:cNvPr>
            <p:cNvSpPr/>
            <p:nvPr/>
          </p:nvSpPr>
          <p:spPr>
            <a:xfrm>
              <a:off x="2316209" y="1900613"/>
              <a:ext cx="256393" cy="263805"/>
            </a:xfrm>
            <a:custGeom>
              <a:avLst/>
              <a:gdLst>
                <a:gd name="connsiteX0" fmla="*/ 16815 w 256393"/>
                <a:gd name="connsiteY0" fmla="*/ 63645 h 263805"/>
                <a:gd name="connsiteX1" fmla="*/ 63695 w 256393"/>
                <a:gd name="connsiteY1" fmla="*/ 16771 h 263805"/>
                <a:gd name="connsiteX2" fmla="*/ 131891 w 256393"/>
                <a:gd name="connsiteY2" fmla="*/ 0 h 263805"/>
                <a:gd name="connsiteX3" fmla="*/ 211892 w 256393"/>
                <a:gd name="connsiteY3" fmla="*/ 24318 h 263805"/>
                <a:gd name="connsiteX4" fmla="*/ 256394 w 256393"/>
                <a:gd name="connsiteY4" fmla="*/ 90730 h 263805"/>
                <a:gd name="connsiteX5" fmla="*/ 186159 w 256393"/>
                <a:gd name="connsiteY5" fmla="*/ 90730 h 263805"/>
                <a:gd name="connsiteX6" fmla="*/ 163909 w 256393"/>
                <a:gd name="connsiteY6" fmla="*/ 65993 h 263805"/>
                <a:gd name="connsiteX7" fmla="*/ 131212 w 256393"/>
                <a:gd name="connsiteY7" fmla="*/ 57524 h 263805"/>
                <a:gd name="connsiteX8" fmla="*/ 83398 w 256393"/>
                <a:gd name="connsiteY8" fmla="*/ 77817 h 263805"/>
                <a:gd name="connsiteX9" fmla="*/ 65054 w 256393"/>
                <a:gd name="connsiteY9" fmla="*/ 132071 h 263805"/>
                <a:gd name="connsiteX10" fmla="*/ 83398 w 256393"/>
                <a:gd name="connsiteY10" fmla="*/ 186324 h 263805"/>
                <a:gd name="connsiteX11" fmla="*/ 131212 w 256393"/>
                <a:gd name="connsiteY11" fmla="*/ 206617 h 263805"/>
                <a:gd name="connsiteX12" fmla="*/ 163909 w 256393"/>
                <a:gd name="connsiteY12" fmla="*/ 198148 h 263805"/>
                <a:gd name="connsiteX13" fmla="*/ 186159 w 256393"/>
                <a:gd name="connsiteY13" fmla="*/ 173411 h 263805"/>
                <a:gd name="connsiteX14" fmla="*/ 256394 w 256393"/>
                <a:gd name="connsiteY14" fmla="*/ 173411 h 263805"/>
                <a:gd name="connsiteX15" fmla="*/ 211892 w 256393"/>
                <a:gd name="connsiteY15" fmla="*/ 239656 h 263805"/>
                <a:gd name="connsiteX16" fmla="*/ 131891 w 256393"/>
                <a:gd name="connsiteY16" fmla="*/ 263806 h 263805"/>
                <a:gd name="connsiteX17" fmla="*/ 63695 w 256393"/>
                <a:gd name="connsiteY17" fmla="*/ 247035 h 263805"/>
                <a:gd name="connsiteX18" fmla="*/ 16815 w 256393"/>
                <a:gd name="connsiteY18" fmla="*/ 200328 h 263805"/>
                <a:gd name="connsiteX19" fmla="*/ 0 w 256393"/>
                <a:gd name="connsiteY19" fmla="*/ 132071 h 263805"/>
                <a:gd name="connsiteX20" fmla="*/ 16815 w 256393"/>
                <a:gd name="connsiteY20" fmla="*/ 63645 h 263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6393" h="263805">
                  <a:moveTo>
                    <a:pt x="16815" y="63645"/>
                  </a:moveTo>
                  <a:cubicBezTo>
                    <a:pt x="28026" y="43604"/>
                    <a:pt x="43652" y="28007"/>
                    <a:pt x="63695" y="16771"/>
                  </a:cubicBezTo>
                  <a:cubicBezTo>
                    <a:pt x="83738" y="5618"/>
                    <a:pt x="106498" y="0"/>
                    <a:pt x="131891" y="0"/>
                  </a:cubicBezTo>
                  <a:cubicBezTo>
                    <a:pt x="163059" y="0"/>
                    <a:pt x="189726" y="8134"/>
                    <a:pt x="211892" y="24318"/>
                  </a:cubicBezTo>
                  <a:cubicBezTo>
                    <a:pt x="234058" y="40586"/>
                    <a:pt x="248920" y="62723"/>
                    <a:pt x="256394" y="90730"/>
                  </a:cubicBezTo>
                  <a:lnTo>
                    <a:pt x="186159" y="90730"/>
                  </a:lnTo>
                  <a:cubicBezTo>
                    <a:pt x="180894" y="79913"/>
                    <a:pt x="173505" y="71696"/>
                    <a:pt x="163909" y="65993"/>
                  </a:cubicBezTo>
                  <a:cubicBezTo>
                    <a:pt x="154312" y="60375"/>
                    <a:pt x="143441" y="57524"/>
                    <a:pt x="131212" y="57524"/>
                  </a:cubicBezTo>
                  <a:cubicBezTo>
                    <a:pt x="111509" y="57524"/>
                    <a:pt x="95543" y="64316"/>
                    <a:pt x="83398" y="77817"/>
                  </a:cubicBezTo>
                  <a:cubicBezTo>
                    <a:pt x="71169" y="91317"/>
                    <a:pt x="65054" y="109430"/>
                    <a:pt x="65054" y="132071"/>
                  </a:cubicBezTo>
                  <a:cubicBezTo>
                    <a:pt x="65054" y="154711"/>
                    <a:pt x="71169" y="172824"/>
                    <a:pt x="83398" y="186324"/>
                  </a:cubicBezTo>
                  <a:cubicBezTo>
                    <a:pt x="95627" y="199825"/>
                    <a:pt x="111509" y="206617"/>
                    <a:pt x="131212" y="206617"/>
                  </a:cubicBezTo>
                  <a:cubicBezTo>
                    <a:pt x="143441" y="206617"/>
                    <a:pt x="154312" y="203766"/>
                    <a:pt x="163909" y="198148"/>
                  </a:cubicBezTo>
                  <a:cubicBezTo>
                    <a:pt x="173505" y="192530"/>
                    <a:pt x="180894" y="184228"/>
                    <a:pt x="186159" y="173411"/>
                  </a:cubicBezTo>
                  <a:lnTo>
                    <a:pt x="256394" y="173411"/>
                  </a:lnTo>
                  <a:cubicBezTo>
                    <a:pt x="248920" y="201418"/>
                    <a:pt x="234058" y="223556"/>
                    <a:pt x="211892" y="239656"/>
                  </a:cubicBezTo>
                  <a:cubicBezTo>
                    <a:pt x="189726" y="255756"/>
                    <a:pt x="163059" y="263806"/>
                    <a:pt x="131891" y="263806"/>
                  </a:cubicBezTo>
                  <a:cubicBezTo>
                    <a:pt x="106498" y="263806"/>
                    <a:pt x="83738" y="258188"/>
                    <a:pt x="63695" y="247035"/>
                  </a:cubicBezTo>
                  <a:cubicBezTo>
                    <a:pt x="43652" y="235882"/>
                    <a:pt x="28026" y="220285"/>
                    <a:pt x="16815" y="200328"/>
                  </a:cubicBezTo>
                  <a:cubicBezTo>
                    <a:pt x="5605" y="180371"/>
                    <a:pt x="0" y="157646"/>
                    <a:pt x="0" y="132071"/>
                  </a:cubicBezTo>
                  <a:cubicBezTo>
                    <a:pt x="0" y="106495"/>
                    <a:pt x="5605" y="83687"/>
                    <a:pt x="16815" y="63645"/>
                  </a:cubicBezTo>
                  <a:close/>
                </a:path>
              </a:pathLst>
            </a:custGeom>
            <a:solidFill>
              <a:srgbClr val="FFFFFF"/>
            </a:solidFill>
            <a:ln w="0" cap="flat">
              <a:noFill/>
              <a:prstDash val="solid"/>
              <a:miter/>
            </a:ln>
          </p:spPr>
          <p:txBody>
            <a:bodyPr rtlCol="0" anchor="ctr"/>
            <a:lstStyle/>
            <a:p>
              <a:endParaRPr lang="pt-BR" dirty="0"/>
            </a:p>
          </p:txBody>
        </p:sp>
        <p:sp>
          <p:nvSpPr>
            <p:cNvPr id="10" name="Forma Livre 151">
              <a:extLst>
                <a:ext uri="{FF2B5EF4-FFF2-40B4-BE49-F238E27FC236}">
                  <a16:creationId xmlns:a16="http://schemas.microsoft.com/office/drawing/2014/main" id="{6B2F8838-EEDE-F155-796D-69C18FE53C51}"/>
                </a:ext>
              </a:extLst>
            </p:cNvPr>
            <p:cNvSpPr/>
            <p:nvPr/>
          </p:nvSpPr>
          <p:spPr>
            <a:xfrm>
              <a:off x="2599100" y="1953777"/>
              <a:ext cx="216733" cy="211816"/>
            </a:xfrm>
            <a:custGeom>
              <a:avLst/>
              <a:gdLst>
                <a:gd name="connsiteX0" fmla="*/ 52485 w 216733"/>
                <a:gd name="connsiteY0" fmla="*/ 198903 h 211816"/>
                <a:gd name="connsiteX1" fmla="*/ 14013 w 216733"/>
                <a:gd name="connsiteY1" fmla="*/ 162007 h 211816"/>
                <a:gd name="connsiteX2" fmla="*/ 0 w 216733"/>
                <a:gd name="connsiteY2" fmla="*/ 105908 h 211816"/>
                <a:gd name="connsiteX3" fmla="*/ 14183 w 216733"/>
                <a:gd name="connsiteY3" fmla="*/ 49977 h 211816"/>
                <a:gd name="connsiteX4" fmla="*/ 53079 w 216733"/>
                <a:gd name="connsiteY4" fmla="*/ 12914 h 211816"/>
                <a:gd name="connsiteX5" fmla="*/ 108367 w 216733"/>
                <a:gd name="connsiteY5" fmla="*/ 0 h 211816"/>
                <a:gd name="connsiteX6" fmla="*/ 163654 w 216733"/>
                <a:gd name="connsiteY6" fmla="*/ 12914 h 211816"/>
                <a:gd name="connsiteX7" fmla="*/ 202550 w 216733"/>
                <a:gd name="connsiteY7" fmla="*/ 49977 h 211816"/>
                <a:gd name="connsiteX8" fmla="*/ 216733 w 216733"/>
                <a:gd name="connsiteY8" fmla="*/ 105908 h 211816"/>
                <a:gd name="connsiteX9" fmla="*/ 202380 w 216733"/>
                <a:gd name="connsiteY9" fmla="*/ 161839 h 211816"/>
                <a:gd name="connsiteX10" fmla="*/ 163144 w 216733"/>
                <a:gd name="connsiteY10" fmla="*/ 198903 h 211816"/>
                <a:gd name="connsiteX11" fmla="*/ 107687 w 216733"/>
                <a:gd name="connsiteY11" fmla="*/ 211816 h 211816"/>
                <a:gd name="connsiteX12" fmla="*/ 52570 w 216733"/>
                <a:gd name="connsiteY12" fmla="*/ 198903 h 211816"/>
                <a:gd name="connsiteX13" fmla="*/ 138855 w 216733"/>
                <a:gd name="connsiteY13" fmla="*/ 143894 h 211816"/>
                <a:gd name="connsiteX14" fmla="*/ 151764 w 216733"/>
                <a:gd name="connsiteY14" fmla="*/ 105908 h 211816"/>
                <a:gd name="connsiteX15" fmla="*/ 139280 w 216733"/>
                <a:gd name="connsiteY15" fmla="*/ 67922 h 211816"/>
                <a:gd name="connsiteX16" fmla="*/ 108451 w 216733"/>
                <a:gd name="connsiteY16" fmla="*/ 54673 h 211816"/>
                <a:gd name="connsiteX17" fmla="*/ 77453 w 216733"/>
                <a:gd name="connsiteY17" fmla="*/ 67754 h 211816"/>
                <a:gd name="connsiteX18" fmla="*/ 65139 w 216733"/>
                <a:gd name="connsiteY18" fmla="*/ 105908 h 211816"/>
                <a:gd name="connsiteX19" fmla="*/ 77283 w 216733"/>
                <a:gd name="connsiteY19" fmla="*/ 143894 h 211816"/>
                <a:gd name="connsiteX20" fmla="*/ 107772 w 216733"/>
                <a:gd name="connsiteY20" fmla="*/ 157143 h 211816"/>
                <a:gd name="connsiteX21" fmla="*/ 138940 w 216733"/>
                <a:gd name="connsiteY21" fmla="*/ 143894 h 211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16733" h="211816">
                  <a:moveTo>
                    <a:pt x="52485" y="198903"/>
                  </a:moveTo>
                  <a:cubicBezTo>
                    <a:pt x="36179" y="190266"/>
                    <a:pt x="23355" y="178023"/>
                    <a:pt x="14013" y="162007"/>
                  </a:cubicBezTo>
                  <a:cubicBezTo>
                    <a:pt x="4671" y="145991"/>
                    <a:pt x="0" y="127291"/>
                    <a:pt x="0" y="105908"/>
                  </a:cubicBezTo>
                  <a:cubicBezTo>
                    <a:pt x="0" y="84525"/>
                    <a:pt x="4756" y="66077"/>
                    <a:pt x="14183" y="49977"/>
                  </a:cubicBezTo>
                  <a:cubicBezTo>
                    <a:pt x="23610" y="33877"/>
                    <a:pt x="36603" y="21467"/>
                    <a:pt x="53079" y="12914"/>
                  </a:cubicBezTo>
                  <a:cubicBezTo>
                    <a:pt x="69555" y="4277"/>
                    <a:pt x="87984" y="0"/>
                    <a:pt x="108367" y="0"/>
                  </a:cubicBezTo>
                  <a:cubicBezTo>
                    <a:pt x="128749" y="0"/>
                    <a:pt x="147263" y="4277"/>
                    <a:pt x="163654" y="12914"/>
                  </a:cubicBezTo>
                  <a:cubicBezTo>
                    <a:pt x="180130" y="21551"/>
                    <a:pt x="193038" y="33877"/>
                    <a:pt x="202550" y="49977"/>
                  </a:cubicBezTo>
                  <a:cubicBezTo>
                    <a:pt x="211977" y="66077"/>
                    <a:pt x="216733" y="84693"/>
                    <a:pt x="216733" y="105908"/>
                  </a:cubicBezTo>
                  <a:cubicBezTo>
                    <a:pt x="216733" y="127123"/>
                    <a:pt x="211892" y="145739"/>
                    <a:pt x="202380" y="161839"/>
                  </a:cubicBezTo>
                  <a:cubicBezTo>
                    <a:pt x="192784" y="177939"/>
                    <a:pt x="179705" y="190349"/>
                    <a:pt x="163144" y="198903"/>
                  </a:cubicBezTo>
                  <a:cubicBezTo>
                    <a:pt x="146584" y="207540"/>
                    <a:pt x="128069" y="211816"/>
                    <a:pt x="107687" y="211816"/>
                  </a:cubicBezTo>
                  <a:cubicBezTo>
                    <a:pt x="87305" y="211816"/>
                    <a:pt x="68876" y="207540"/>
                    <a:pt x="52570" y="198903"/>
                  </a:cubicBezTo>
                  <a:close/>
                  <a:moveTo>
                    <a:pt x="138855" y="143894"/>
                  </a:moveTo>
                  <a:cubicBezTo>
                    <a:pt x="147433" y="135006"/>
                    <a:pt x="151764" y="122344"/>
                    <a:pt x="151764" y="105908"/>
                  </a:cubicBezTo>
                  <a:cubicBezTo>
                    <a:pt x="151764" y="89473"/>
                    <a:pt x="147603" y="76727"/>
                    <a:pt x="139280" y="67922"/>
                  </a:cubicBezTo>
                  <a:cubicBezTo>
                    <a:pt x="130957" y="59033"/>
                    <a:pt x="120681" y="54673"/>
                    <a:pt x="108451" y="54673"/>
                  </a:cubicBezTo>
                  <a:cubicBezTo>
                    <a:pt x="96222" y="54673"/>
                    <a:pt x="85691" y="59033"/>
                    <a:pt x="77453" y="67754"/>
                  </a:cubicBezTo>
                  <a:cubicBezTo>
                    <a:pt x="69215" y="76475"/>
                    <a:pt x="65139" y="89221"/>
                    <a:pt x="65139" y="105908"/>
                  </a:cubicBezTo>
                  <a:cubicBezTo>
                    <a:pt x="65139" y="122595"/>
                    <a:pt x="69215" y="135089"/>
                    <a:pt x="77283" y="143894"/>
                  </a:cubicBezTo>
                  <a:cubicBezTo>
                    <a:pt x="85351" y="152783"/>
                    <a:pt x="95543" y="157143"/>
                    <a:pt x="107772" y="157143"/>
                  </a:cubicBezTo>
                  <a:cubicBezTo>
                    <a:pt x="120001" y="157143"/>
                    <a:pt x="130362" y="152699"/>
                    <a:pt x="138940" y="143894"/>
                  </a:cubicBezTo>
                  <a:close/>
                </a:path>
              </a:pathLst>
            </a:custGeom>
            <a:solidFill>
              <a:srgbClr val="FFFFFF"/>
            </a:solidFill>
            <a:ln w="0" cap="flat">
              <a:noFill/>
              <a:prstDash val="solid"/>
              <a:miter/>
            </a:ln>
          </p:spPr>
          <p:txBody>
            <a:bodyPr rtlCol="0" anchor="ctr"/>
            <a:lstStyle/>
            <a:p>
              <a:endParaRPr lang="pt-BR" dirty="0"/>
            </a:p>
          </p:txBody>
        </p:sp>
        <p:sp>
          <p:nvSpPr>
            <p:cNvPr id="11" name="Forma Livre 152">
              <a:extLst>
                <a:ext uri="{FF2B5EF4-FFF2-40B4-BE49-F238E27FC236}">
                  <a16:creationId xmlns:a16="http://schemas.microsoft.com/office/drawing/2014/main" id="{19DE9508-4427-C65E-125E-A36E0FAD4997}"/>
                </a:ext>
              </a:extLst>
            </p:cNvPr>
            <p:cNvSpPr/>
            <p:nvPr/>
          </p:nvSpPr>
          <p:spPr>
            <a:xfrm>
              <a:off x="2849888" y="1954616"/>
              <a:ext cx="207391" cy="208042"/>
            </a:xfrm>
            <a:custGeom>
              <a:avLst/>
              <a:gdLst>
                <a:gd name="connsiteX0" fmla="*/ 185565 w 207391"/>
                <a:gd name="connsiteY0" fmla="*/ 23312 h 208042"/>
                <a:gd name="connsiteX1" fmla="*/ 207391 w 207391"/>
                <a:gd name="connsiteY1" fmla="*/ 87712 h 208042"/>
                <a:gd name="connsiteX2" fmla="*/ 207391 w 207391"/>
                <a:gd name="connsiteY2" fmla="*/ 208043 h 208042"/>
                <a:gd name="connsiteX3" fmla="*/ 143866 w 207391"/>
                <a:gd name="connsiteY3" fmla="*/ 208043 h 208042"/>
                <a:gd name="connsiteX4" fmla="*/ 143866 w 207391"/>
                <a:gd name="connsiteY4" fmla="*/ 96265 h 208042"/>
                <a:gd name="connsiteX5" fmla="*/ 132995 w 207391"/>
                <a:gd name="connsiteY5" fmla="*/ 64149 h 208042"/>
                <a:gd name="connsiteX6" fmla="*/ 103865 w 207391"/>
                <a:gd name="connsiteY6" fmla="*/ 52744 h 208042"/>
                <a:gd name="connsiteX7" fmla="*/ 74736 w 207391"/>
                <a:gd name="connsiteY7" fmla="*/ 64149 h 208042"/>
                <a:gd name="connsiteX8" fmla="*/ 63865 w 207391"/>
                <a:gd name="connsiteY8" fmla="*/ 96265 h 208042"/>
                <a:gd name="connsiteX9" fmla="*/ 63865 w 207391"/>
                <a:gd name="connsiteY9" fmla="*/ 208043 h 208042"/>
                <a:gd name="connsiteX10" fmla="*/ 0 w 207391"/>
                <a:gd name="connsiteY10" fmla="*/ 208043 h 208042"/>
                <a:gd name="connsiteX11" fmla="*/ 0 w 207391"/>
                <a:gd name="connsiteY11" fmla="*/ 2180 h 208042"/>
                <a:gd name="connsiteX12" fmla="*/ 63865 w 207391"/>
                <a:gd name="connsiteY12" fmla="*/ 2180 h 208042"/>
                <a:gd name="connsiteX13" fmla="*/ 63865 w 207391"/>
                <a:gd name="connsiteY13" fmla="*/ 29517 h 208042"/>
                <a:gd name="connsiteX14" fmla="*/ 90022 w 207391"/>
                <a:gd name="connsiteY14" fmla="*/ 7966 h 208042"/>
                <a:gd name="connsiteX15" fmla="*/ 127050 w 207391"/>
                <a:gd name="connsiteY15" fmla="*/ 0 h 208042"/>
                <a:gd name="connsiteX16" fmla="*/ 185565 w 207391"/>
                <a:gd name="connsiteY16" fmla="*/ 23395 h 208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7391" h="208042">
                  <a:moveTo>
                    <a:pt x="185565" y="23312"/>
                  </a:moveTo>
                  <a:cubicBezTo>
                    <a:pt x="200172" y="38908"/>
                    <a:pt x="207391" y="60375"/>
                    <a:pt x="207391" y="87712"/>
                  </a:cubicBezTo>
                  <a:lnTo>
                    <a:pt x="207391" y="208043"/>
                  </a:lnTo>
                  <a:lnTo>
                    <a:pt x="143866" y="208043"/>
                  </a:lnTo>
                  <a:lnTo>
                    <a:pt x="143866" y="96265"/>
                  </a:lnTo>
                  <a:cubicBezTo>
                    <a:pt x="143866" y="82513"/>
                    <a:pt x="140214" y="71779"/>
                    <a:pt x="132995" y="64149"/>
                  </a:cubicBezTo>
                  <a:cubicBezTo>
                    <a:pt x="125777" y="56518"/>
                    <a:pt x="116010" y="52744"/>
                    <a:pt x="103865" y="52744"/>
                  </a:cubicBezTo>
                  <a:cubicBezTo>
                    <a:pt x="91721" y="52744"/>
                    <a:pt x="81954" y="56602"/>
                    <a:pt x="74736" y="64149"/>
                  </a:cubicBezTo>
                  <a:cubicBezTo>
                    <a:pt x="67517" y="71779"/>
                    <a:pt x="63865" y="82513"/>
                    <a:pt x="63865" y="96265"/>
                  </a:cubicBezTo>
                  <a:lnTo>
                    <a:pt x="63865" y="208043"/>
                  </a:lnTo>
                  <a:lnTo>
                    <a:pt x="0" y="208043"/>
                  </a:lnTo>
                  <a:lnTo>
                    <a:pt x="0" y="2180"/>
                  </a:lnTo>
                  <a:lnTo>
                    <a:pt x="63865" y="2180"/>
                  </a:lnTo>
                  <a:lnTo>
                    <a:pt x="63865" y="29517"/>
                  </a:lnTo>
                  <a:cubicBezTo>
                    <a:pt x="70319" y="20460"/>
                    <a:pt x="79067" y="13249"/>
                    <a:pt x="90022" y="7966"/>
                  </a:cubicBezTo>
                  <a:cubicBezTo>
                    <a:pt x="100978" y="2683"/>
                    <a:pt x="113292" y="0"/>
                    <a:pt x="127050" y="0"/>
                  </a:cubicBezTo>
                  <a:cubicBezTo>
                    <a:pt x="151509" y="0"/>
                    <a:pt x="170958" y="7798"/>
                    <a:pt x="185565" y="23395"/>
                  </a:cubicBezTo>
                  <a:close/>
                </a:path>
              </a:pathLst>
            </a:custGeom>
            <a:solidFill>
              <a:srgbClr val="FFFFFF"/>
            </a:solidFill>
            <a:ln w="0" cap="flat">
              <a:noFill/>
              <a:prstDash val="solid"/>
              <a:miter/>
            </a:ln>
          </p:spPr>
          <p:txBody>
            <a:bodyPr rtlCol="0" anchor="ctr"/>
            <a:lstStyle/>
            <a:p>
              <a:endParaRPr lang="pt-BR" dirty="0"/>
            </a:p>
          </p:txBody>
        </p:sp>
        <p:sp>
          <p:nvSpPr>
            <p:cNvPr id="12" name="Forma Livre 153">
              <a:extLst>
                <a:ext uri="{FF2B5EF4-FFF2-40B4-BE49-F238E27FC236}">
                  <a16:creationId xmlns:a16="http://schemas.microsoft.com/office/drawing/2014/main" id="{25E38556-52E1-7775-C743-D53FBC877398}"/>
                </a:ext>
              </a:extLst>
            </p:cNvPr>
            <p:cNvSpPr/>
            <p:nvPr/>
          </p:nvSpPr>
          <p:spPr>
            <a:xfrm>
              <a:off x="3086409" y="1906483"/>
              <a:ext cx="131551" cy="256175"/>
            </a:xfrm>
            <a:custGeom>
              <a:avLst/>
              <a:gdLst>
                <a:gd name="connsiteX0" fmla="*/ 131551 w 131551"/>
                <a:gd name="connsiteY0" fmla="*/ 202676 h 256175"/>
                <a:gd name="connsiteX1" fmla="*/ 131551 w 131551"/>
                <a:gd name="connsiteY1" fmla="*/ 256175 h 256175"/>
                <a:gd name="connsiteX2" fmla="*/ 99024 w 131551"/>
                <a:gd name="connsiteY2" fmla="*/ 256175 h 256175"/>
                <a:gd name="connsiteX3" fmla="*/ 44841 w 131551"/>
                <a:gd name="connsiteY3" fmla="*/ 239404 h 256175"/>
                <a:gd name="connsiteX4" fmla="*/ 25393 w 131551"/>
                <a:gd name="connsiteY4" fmla="*/ 184564 h 256175"/>
                <a:gd name="connsiteX5" fmla="*/ 25393 w 131551"/>
                <a:gd name="connsiteY5" fmla="*/ 102638 h 256175"/>
                <a:gd name="connsiteX6" fmla="*/ 0 w 131551"/>
                <a:gd name="connsiteY6" fmla="*/ 102638 h 256175"/>
                <a:gd name="connsiteX7" fmla="*/ 0 w 131551"/>
                <a:gd name="connsiteY7" fmla="*/ 50229 h 256175"/>
                <a:gd name="connsiteX8" fmla="*/ 25393 w 131551"/>
                <a:gd name="connsiteY8" fmla="*/ 50229 h 256175"/>
                <a:gd name="connsiteX9" fmla="*/ 25393 w 131551"/>
                <a:gd name="connsiteY9" fmla="*/ 0 h 256175"/>
                <a:gd name="connsiteX10" fmla="*/ 89343 w 131551"/>
                <a:gd name="connsiteY10" fmla="*/ 0 h 256175"/>
                <a:gd name="connsiteX11" fmla="*/ 89343 w 131551"/>
                <a:gd name="connsiteY11" fmla="*/ 50229 h 256175"/>
                <a:gd name="connsiteX12" fmla="*/ 131212 w 131551"/>
                <a:gd name="connsiteY12" fmla="*/ 50229 h 256175"/>
                <a:gd name="connsiteX13" fmla="*/ 131212 w 131551"/>
                <a:gd name="connsiteY13" fmla="*/ 102638 h 256175"/>
                <a:gd name="connsiteX14" fmla="*/ 89343 w 131551"/>
                <a:gd name="connsiteY14" fmla="*/ 102638 h 256175"/>
                <a:gd name="connsiteX15" fmla="*/ 89343 w 131551"/>
                <a:gd name="connsiteY15" fmla="*/ 185318 h 256175"/>
                <a:gd name="connsiteX16" fmla="*/ 93844 w 131551"/>
                <a:gd name="connsiteY16" fmla="*/ 198567 h 256175"/>
                <a:gd name="connsiteX17" fmla="*/ 108791 w 131551"/>
                <a:gd name="connsiteY17" fmla="*/ 202592 h 256175"/>
                <a:gd name="connsiteX18" fmla="*/ 131551 w 131551"/>
                <a:gd name="connsiteY18" fmla="*/ 202592 h 256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31551" h="256175">
                  <a:moveTo>
                    <a:pt x="131551" y="202676"/>
                  </a:moveTo>
                  <a:lnTo>
                    <a:pt x="131551" y="256175"/>
                  </a:lnTo>
                  <a:lnTo>
                    <a:pt x="99024" y="256175"/>
                  </a:lnTo>
                  <a:cubicBezTo>
                    <a:pt x="75839" y="256175"/>
                    <a:pt x="57750" y="250557"/>
                    <a:pt x="44841" y="239404"/>
                  </a:cubicBezTo>
                  <a:cubicBezTo>
                    <a:pt x="31932" y="228252"/>
                    <a:pt x="25393" y="209971"/>
                    <a:pt x="25393" y="184564"/>
                  </a:cubicBezTo>
                  <a:lnTo>
                    <a:pt x="25393" y="102638"/>
                  </a:lnTo>
                  <a:lnTo>
                    <a:pt x="0" y="102638"/>
                  </a:lnTo>
                  <a:lnTo>
                    <a:pt x="0" y="50229"/>
                  </a:lnTo>
                  <a:lnTo>
                    <a:pt x="25393" y="50229"/>
                  </a:lnTo>
                  <a:lnTo>
                    <a:pt x="25393" y="0"/>
                  </a:lnTo>
                  <a:lnTo>
                    <a:pt x="89343" y="0"/>
                  </a:lnTo>
                  <a:lnTo>
                    <a:pt x="89343" y="50229"/>
                  </a:lnTo>
                  <a:lnTo>
                    <a:pt x="131212" y="50229"/>
                  </a:lnTo>
                  <a:lnTo>
                    <a:pt x="131212" y="102638"/>
                  </a:lnTo>
                  <a:lnTo>
                    <a:pt x="89343" y="102638"/>
                  </a:lnTo>
                  <a:lnTo>
                    <a:pt x="89343" y="185318"/>
                  </a:lnTo>
                  <a:cubicBezTo>
                    <a:pt x="89343" y="191440"/>
                    <a:pt x="90872" y="195884"/>
                    <a:pt x="93844" y="198567"/>
                  </a:cubicBezTo>
                  <a:cubicBezTo>
                    <a:pt x="96816" y="201251"/>
                    <a:pt x="101827" y="202592"/>
                    <a:pt x="108791" y="202592"/>
                  </a:cubicBezTo>
                  <a:lnTo>
                    <a:pt x="131551" y="202592"/>
                  </a:lnTo>
                  <a:close/>
                </a:path>
              </a:pathLst>
            </a:custGeom>
            <a:solidFill>
              <a:srgbClr val="FFFFFF"/>
            </a:solidFill>
            <a:ln w="0" cap="flat">
              <a:noFill/>
              <a:prstDash val="solid"/>
              <a:miter/>
            </a:ln>
          </p:spPr>
          <p:txBody>
            <a:bodyPr rtlCol="0" anchor="ctr"/>
            <a:lstStyle/>
            <a:p>
              <a:endParaRPr lang="pt-BR" dirty="0"/>
            </a:p>
          </p:txBody>
        </p:sp>
        <p:sp>
          <p:nvSpPr>
            <p:cNvPr id="13" name="Forma Livre 154">
              <a:extLst>
                <a:ext uri="{FF2B5EF4-FFF2-40B4-BE49-F238E27FC236}">
                  <a16:creationId xmlns:a16="http://schemas.microsoft.com/office/drawing/2014/main" id="{E67DE739-A48B-D9C3-28BE-3E80F7EA1169}"/>
                </a:ext>
              </a:extLst>
            </p:cNvPr>
            <p:cNvSpPr/>
            <p:nvPr/>
          </p:nvSpPr>
          <p:spPr>
            <a:xfrm>
              <a:off x="3247515" y="1866988"/>
              <a:ext cx="75754" cy="295586"/>
            </a:xfrm>
            <a:custGeom>
              <a:avLst/>
              <a:gdLst>
                <a:gd name="connsiteX0" fmla="*/ 10616 w 75754"/>
                <a:gd name="connsiteY0" fmla="*/ 58530 h 295586"/>
                <a:gd name="connsiteX1" fmla="*/ 0 w 75754"/>
                <a:gd name="connsiteY1" fmla="*/ 34380 h 295586"/>
                <a:gd name="connsiteX2" fmla="*/ 10616 w 75754"/>
                <a:gd name="connsiteY2" fmla="*/ 9811 h 295586"/>
                <a:gd name="connsiteX3" fmla="*/ 38047 w 75754"/>
                <a:gd name="connsiteY3" fmla="*/ 0 h 295586"/>
                <a:gd name="connsiteX4" fmla="*/ 65139 w 75754"/>
                <a:gd name="connsiteY4" fmla="*/ 9811 h 295586"/>
                <a:gd name="connsiteX5" fmla="*/ 75755 w 75754"/>
                <a:gd name="connsiteY5" fmla="*/ 34380 h 295586"/>
                <a:gd name="connsiteX6" fmla="*/ 65139 w 75754"/>
                <a:gd name="connsiteY6" fmla="*/ 58530 h 295586"/>
                <a:gd name="connsiteX7" fmla="*/ 38047 w 75754"/>
                <a:gd name="connsiteY7" fmla="*/ 68341 h 295586"/>
                <a:gd name="connsiteX8" fmla="*/ 10616 w 75754"/>
                <a:gd name="connsiteY8" fmla="*/ 58530 h 295586"/>
                <a:gd name="connsiteX9" fmla="*/ 69895 w 75754"/>
                <a:gd name="connsiteY9" fmla="*/ 89724 h 295586"/>
                <a:gd name="connsiteX10" fmla="*/ 69895 w 75754"/>
                <a:gd name="connsiteY10" fmla="*/ 295587 h 295586"/>
                <a:gd name="connsiteX11" fmla="*/ 5945 w 75754"/>
                <a:gd name="connsiteY11" fmla="*/ 295587 h 295586"/>
                <a:gd name="connsiteX12" fmla="*/ 5945 w 75754"/>
                <a:gd name="connsiteY12" fmla="*/ 89724 h 295586"/>
                <a:gd name="connsiteX13" fmla="*/ 69895 w 75754"/>
                <a:gd name="connsiteY13" fmla="*/ 89724 h 295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5754" h="295586">
                  <a:moveTo>
                    <a:pt x="10616" y="58530"/>
                  </a:moveTo>
                  <a:cubicBezTo>
                    <a:pt x="3482" y="51990"/>
                    <a:pt x="0" y="43940"/>
                    <a:pt x="0" y="34380"/>
                  </a:cubicBezTo>
                  <a:cubicBezTo>
                    <a:pt x="0" y="24821"/>
                    <a:pt x="3567" y="16352"/>
                    <a:pt x="10616" y="9811"/>
                  </a:cubicBezTo>
                  <a:cubicBezTo>
                    <a:pt x="17665" y="3270"/>
                    <a:pt x="26837" y="0"/>
                    <a:pt x="38047" y="0"/>
                  </a:cubicBezTo>
                  <a:cubicBezTo>
                    <a:pt x="49257" y="0"/>
                    <a:pt x="58005" y="3270"/>
                    <a:pt x="65139" y="9811"/>
                  </a:cubicBezTo>
                  <a:cubicBezTo>
                    <a:pt x="72273" y="16352"/>
                    <a:pt x="75755" y="24485"/>
                    <a:pt x="75755" y="34380"/>
                  </a:cubicBezTo>
                  <a:cubicBezTo>
                    <a:pt x="75755" y="44275"/>
                    <a:pt x="72188" y="52074"/>
                    <a:pt x="65139" y="58530"/>
                  </a:cubicBezTo>
                  <a:cubicBezTo>
                    <a:pt x="58090" y="64987"/>
                    <a:pt x="49003" y="68341"/>
                    <a:pt x="38047" y="68341"/>
                  </a:cubicBezTo>
                  <a:cubicBezTo>
                    <a:pt x="27092" y="68341"/>
                    <a:pt x="17665" y="65071"/>
                    <a:pt x="10616" y="58530"/>
                  </a:cubicBezTo>
                  <a:close/>
                  <a:moveTo>
                    <a:pt x="69895" y="89724"/>
                  </a:moveTo>
                  <a:lnTo>
                    <a:pt x="69895" y="295587"/>
                  </a:lnTo>
                  <a:lnTo>
                    <a:pt x="5945" y="295587"/>
                  </a:lnTo>
                  <a:lnTo>
                    <a:pt x="5945" y="89724"/>
                  </a:lnTo>
                  <a:lnTo>
                    <a:pt x="69895" y="89724"/>
                  </a:lnTo>
                  <a:close/>
                </a:path>
              </a:pathLst>
            </a:custGeom>
            <a:solidFill>
              <a:srgbClr val="FFFFFF"/>
            </a:solidFill>
            <a:ln w="0" cap="flat">
              <a:noFill/>
              <a:prstDash val="solid"/>
              <a:miter/>
            </a:ln>
          </p:spPr>
          <p:txBody>
            <a:bodyPr rtlCol="0" anchor="ctr"/>
            <a:lstStyle/>
            <a:p>
              <a:endParaRPr lang="pt-BR" dirty="0"/>
            </a:p>
          </p:txBody>
        </p:sp>
        <p:sp>
          <p:nvSpPr>
            <p:cNvPr id="14" name="Forma Livre 155">
              <a:extLst>
                <a:ext uri="{FF2B5EF4-FFF2-40B4-BE49-F238E27FC236}">
                  <a16:creationId xmlns:a16="http://schemas.microsoft.com/office/drawing/2014/main" id="{F124729A-31FD-FAAB-8581-CA460F3D8AB0}"/>
                </a:ext>
              </a:extLst>
            </p:cNvPr>
            <p:cNvSpPr/>
            <p:nvPr/>
          </p:nvSpPr>
          <p:spPr>
            <a:xfrm>
              <a:off x="3363695" y="1954616"/>
              <a:ext cx="207391" cy="208042"/>
            </a:xfrm>
            <a:custGeom>
              <a:avLst/>
              <a:gdLst>
                <a:gd name="connsiteX0" fmla="*/ 185565 w 207391"/>
                <a:gd name="connsiteY0" fmla="*/ 23312 h 208042"/>
                <a:gd name="connsiteX1" fmla="*/ 207391 w 207391"/>
                <a:gd name="connsiteY1" fmla="*/ 87712 h 208042"/>
                <a:gd name="connsiteX2" fmla="*/ 207391 w 207391"/>
                <a:gd name="connsiteY2" fmla="*/ 208043 h 208042"/>
                <a:gd name="connsiteX3" fmla="*/ 143866 w 207391"/>
                <a:gd name="connsiteY3" fmla="*/ 208043 h 208042"/>
                <a:gd name="connsiteX4" fmla="*/ 143866 w 207391"/>
                <a:gd name="connsiteY4" fmla="*/ 96265 h 208042"/>
                <a:gd name="connsiteX5" fmla="*/ 132995 w 207391"/>
                <a:gd name="connsiteY5" fmla="*/ 64149 h 208042"/>
                <a:gd name="connsiteX6" fmla="*/ 103865 w 207391"/>
                <a:gd name="connsiteY6" fmla="*/ 52744 h 208042"/>
                <a:gd name="connsiteX7" fmla="*/ 74736 w 207391"/>
                <a:gd name="connsiteY7" fmla="*/ 64149 h 208042"/>
                <a:gd name="connsiteX8" fmla="*/ 63865 w 207391"/>
                <a:gd name="connsiteY8" fmla="*/ 96265 h 208042"/>
                <a:gd name="connsiteX9" fmla="*/ 63865 w 207391"/>
                <a:gd name="connsiteY9" fmla="*/ 208043 h 208042"/>
                <a:gd name="connsiteX10" fmla="*/ 0 w 207391"/>
                <a:gd name="connsiteY10" fmla="*/ 208043 h 208042"/>
                <a:gd name="connsiteX11" fmla="*/ 0 w 207391"/>
                <a:gd name="connsiteY11" fmla="*/ 2180 h 208042"/>
                <a:gd name="connsiteX12" fmla="*/ 63865 w 207391"/>
                <a:gd name="connsiteY12" fmla="*/ 2180 h 208042"/>
                <a:gd name="connsiteX13" fmla="*/ 63865 w 207391"/>
                <a:gd name="connsiteY13" fmla="*/ 29517 h 208042"/>
                <a:gd name="connsiteX14" fmla="*/ 90022 w 207391"/>
                <a:gd name="connsiteY14" fmla="*/ 7966 h 208042"/>
                <a:gd name="connsiteX15" fmla="*/ 127050 w 207391"/>
                <a:gd name="connsiteY15" fmla="*/ 0 h 208042"/>
                <a:gd name="connsiteX16" fmla="*/ 185565 w 207391"/>
                <a:gd name="connsiteY16" fmla="*/ 23395 h 208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7391" h="208042">
                  <a:moveTo>
                    <a:pt x="185565" y="23312"/>
                  </a:moveTo>
                  <a:cubicBezTo>
                    <a:pt x="200172" y="38908"/>
                    <a:pt x="207391" y="60375"/>
                    <a:pt x="207391" y="87712"/>
                  </a:cubicBezTo>
                  <a:lnTo>
                    <a:pt x="207391" y="208043"/>
                  </a:lnTo>
                  <a:lnTo>
                    <a:pt x="143866" y="208043"/>
                  </a:lnTo>
                  <a:lnTo>
                    <a:pt x="143866" y="96265"/>
                  </a:lnTo>
                  <a:cubicBezTo>
                    <a:pt x="143866" y="82513"/>
                    <a:pt x="140214" y="71779"/>
                    <a:pt x="132995" y="64149"/>
                  </a:cubicBezTo>
                  <a:cubicBezTo>
                    <a:pt x="125776" y="56518"/>
                    <a:pt x="116010" y="52744"/>
                    <a:pt x="103865" y="52744"/>
                  </a:cubicBezTo>
                  <a:cubicBezTo>
                    <a:pt x="91721" y="52744"/>
                    <a:pt x="81954" y="56602"/>
                    <a:pt x="74736" y="64149"/>
                  </a:cubicBezTo>
                  <a:cubicBezTo>
                    <a:pt x="67517" y="71779"/>
                    <a:pt x="63865" y="82513"/>
                    <a:pt x="63865" y="96265"/>
                  </a:cubicBezTo>
                  <a:lnTo>
                    <a:pt x="63865" y="208043"/>
                  </a:lnTo>
                  <a:lnTo>
                    <a:pt x="0" y="208043"/>
                  </a:lnTo>
                  <a:lnTo>
                    <a:pt x="0" y="2180"/>
                  </a:lnTo>
                  <a:lnTo>
                    <a:pt x="63865" y="2180"/>
                  </a:lnTo>
                  <a:lnTo>
                    <a:pt x="63865" y="29517"/>
                  </a:lnTo>
                  <a:cubicBezTo>
                    <a:pt x="70319" y="20460"/>
                    <a:pt x="79067" y="13249"/>
                    <a:pt x="90022" y="7966"/>
                  </a:cubicBezTo>
                  <a:cubicBezTo>
                    <a:pt x="100978" y="2683"/>
                    <a:pt x="113292" y="0"/>
                    <a:pt x="127050" y="0"/>
                  </a:cubicBezTo>
                  <a:cubicBezTo>
                    <a:pt x="151509" y="0"/>
                    <a:pt x="170958" y="7798"/>
                    <a:pt x="185565" y="23395"/>
                  </a:cubicBezTo>
                  <a:close/>
                </a:path>
              </a:pathLst>
            </a:custGeom>
            <a:solidFill>
              <a:srgbClr val="FFFFFF"/>
            </a:solidFill>
            <a:ln w="0" cap="flat">
              <a:noFill/>
              <a:prstDash val="solid"/>
              <a:miter/>
            </a:ln>
          </p:spPr>
          <p:txBody>
            <a:bodyPr rtlCol="0" anchor="ctr"/>
            <a:lstStyle/>
            <a:p>
              <a:endParaRPr lang="pt-BR" dirty="0"/>
            </a:p>
          </p:txBody>
        </p:sp>
        <p:sp>
          <p:nvSpPr>
            <p:cNvPr id="15" name="Forma Livre 156">
              <a:extLst>
                <a:ext uri="{FF2B5EF4-FFF2-40B4-BE49-F238E27FC236}">
                  <a16:creationId xmlns:a16="http://schemas.microsoft.com/office/drawing/2014/main" id="{1D39F5D5-914D-7586-6437-B142D86ECB6C}"/>
                </a:ext>
              </a:extLst>
            </p:cNvPr>
            <p:cNvSpPr/>
            <p:nvPr/>
          </p:nvSpPr>
          <p:spPr>
            <a:xfrm>
              <a:off x="3613804" y="1956712"/>
              <a:ext cx="207900" cy="208126"/>
            </a:xfrm>
            <a:custGeom>
              <a:avLst/>
              <a:gdLst>
                <a:gd name="connsiteX0" fmla="*/ 207731 w 207900"/>
                <a:gd name="connsiteY0" fmla="*/ 0 h 208126"/>
                <a:gd name="connsiteX1" fmla="*/ 207731 w 207900"/>
                <a:gd name="connsiteY1" fmla="*/ 205863 h 208126"/>
                <a:gd name="connsiteX2" fmla="*/ 143781 w 207900"/>
                <a:gd name="connsiteY2" fmla="*/ 205863 h 208126"/>
                <a:gd name="connsiteX3" fmla="*/ 143781 w 207900"/>
                <a:gd name="connsiteY3" fmla="*/ 177855 h 208126"/>
                <a:gd name="connsiteX4" fmla="*/ 117454 w 207900"/>
                <a:gd name="connsiteY4" fmla="*/ 199825 h 208126"/>
                <a:gd name="connsiteX5" fmla="*/ 80680 w 207900"/>
                <a:gd name="connsiteY5" fmla="*/ 208127 h 208126"/>
                <a:gd name="connsiteX6" fmla="*/ 38472 w 207900"/>
                <a:gd name="connsiteY6" fmla="*/ 197645 h 208126"/>
                <a:gd name="connsiteX7" fmla="*/ 10106 w 207900"/>
                <a:gd name="connsiteY7" fmla="*/ 167206 h 208126"/>
                <a:gd name="connsiteX8" fmla="*/ 0 w 207900"/>
                <a:gd name="connsiteY8" fmla="*/ 120331 h 208126"/>
                <a:gd name="connsiteX9" fmla="*/ 0 w 207900"/>
                <a:gd name="connsiteY9" fmla="*/ 0 h 208126"/>
                <a:gd name="connsiteX10" fmla="*/ 63525 w 207900"/>
                <a:gd name="connsiteY10" fmla="*/ 0 h 208126"/>
                <a:gd name="connsiteX11" fmla="*/ 63525 w 207900"/>
                <a:gd name="connsiteY11" fmla="*/ 111778 h 208126"/>
                <a:gd name="connsiteX12" fmla="*/ 74396 w 207900"/>
                <a:gd name="connsiteY12" fmla="*/ 143894 h 208126"/>
                <a:gd name="connsiteX13" fmla="*/ 103526 w 207900"/>
                <a:gd name="connsiteY13" fmla="*/ 155298 h 208126"/>
                <a:gd name="connsiteX14" fmla="*/ 133080 w 207900"/>
                <a:gd name="connsiteY14" fmla="*/ 143894 h 208126"/>
                <a:gd name="connsiteX15" fmla="*/ 143951 w 207900"/>
                <a:gd name="connsiteY15" fmla="*/ 111778 h 208126"/>
                <a:gd name="connsiteX16" fmla="*/ 143951 w 207900"/>
                <a:gd name="connsiteY16" fmla="*/ 0 h 208126"/>
                <a:gd name="connsiteX17" fmla="*/ 207901 w 207900"/>
                <a:gd name="connsiteY17" fmla="*/ 0 h 208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07900" h="208126">
                  <a:moveTo>
                    <a:pt x="207731" y="0"/>
                  </a:moveTo>
                  <a:lnTo>
                    <a:pt x="207731" y="205863"/>
                  </a:lnTo>
                  <a:lnTo>
                    <a:pt x="143781" y="205863"/>
                  </a:lnTo>
                  <a:lnTo>
                    <a:pt x="143781" y="177855"/>
                  </a:lnTo>
                  <a:cubicBezTo>
                    <a:pt x="137326" y="186995"/>
                    <a:pt x="128494" y="194291"/>
                    <a:pt x="117454" y="199825"/>
                  </a:cubicBezTo>
                  <a:cubicBezTo>
                    <a:pt x="106328" y="205359"/>
                    <a:pt x="94099" y="208127"/>
                    <a:pt x="80680" y="208127"/>
                  </a:cubicBezTo>
                  <a:cubicBezTo>
                    <a:pt x="64714" y="208127"/>
                    <a:pt x="50616" y="204605"/>
                    <a:pt x="38472" y="197645"/>
                  </a:cubicBezTo>
                  <a:cubicBezTo>
                    <a:pt x="26242" y="190601"/>
                    <a:pt x="16816" y="180455"/>
                    <a:pt x="10106" y="167206"/>
                  </a:cubicBezTo>
                  <a:cubicBezTo>
                    <a:pt x="3397" y="153957"/>
                    <a:pt x="0" y="138276"/>
                    <a:pt x="0" y="120331"/>
                  </a:cubicBezTo>
                  <a:lnTo>
                    <a:pt x="0" y="0"/>
                  </a:lnTo>
                  <a:lnTo>
                    <a:pt x="63525" y="0"/>
                  </a:lnTo>
                  <a:lnTo>
                    <a:pt x="63525" y="111778"/>
                  </a:lnTo>
                  <a:cubicBezTo>
                    <a:pt x="63525" y="125530"/>
                    <a:pt x="67092" y="136263"/>
                    <a:pt x="74396" y="143894"/>
                  </a:cubicBezTo>
                  <a:cubicBezTo>
                    <a:pt x="81615" y="151525"/>
                    <a:pt x="91381" y="155298"/>
                    <a:pt x="103526" y="155298"/>
                  </a:cubicBezTo>
                  <a:cubicBezTo>
                    <a:pt x="115670" y="155298"/>
                    <a:pt x="125776" y="151441"/>
                    <a:pt x="133080" y="143894"/>
                  </a:cubicBezTo>
                  <a:cubicBezTo>
                    <a:pt x="140299" y="136263"/>
                    <a:pt x="143951" y="125530"/>
                    <a:pt x="143951" y="111778"/>
                  </a:cubicBezTo>
                  <a:lnTo>
                    <a:pt x="143951" y="0"/>
                  </a:lnTo>
                  <a:lnTo>
                    <a:pt x="207901" y="0"/>
                  </a:lnTo>
                  <a:close/>
                </a:path>
              </a:pathLst>
            </a:custGeom>
            <a:solidFill>
              <a:srgbClr val="FFFFFF"/>
            </a:solidFill>
            <a:ln w="0" cap="flat">
              <a:noFill/>
              <a:prstDash val="solid"/>
              <a:miter/>
            </a:ln>
          </p:spPr>
          <p:txBody>
            <a:bodyPr rtlCol="0" anchor="ctr"/>
            <a:lstStyle/>
            <a:p>
              <a:endParaRPr lang="pt-BR" dirty="0"/>
            </a:p>
          </p:txBody>
        </p:sp>
        <p:sp>
          <p:nvSpPr>
            <p:cNvPr id="16" name="Forma Livre 157">
              <a:extLst>
                <a:ext uri="{FF2B5EF4-FFF2-40B4-BE49-F238E27FC236}">
                  <a16:creationId xmlns:a16="http://schemas.microsoft.com/office/drawing/2014/main" id="{D8E70E59-7B69-9F9D-C424-6E9CEF985D88}"/>
                </a:ext>
              </a:extLst>
            </p:cNvPr>
            <p:cNvSpPr/>
            <p:nvPr/>
          </p:nvSpPr>
          <p:spPr>
            <a:xfrm>
              <a:off x="3854826" y="1953777"/>
              <a:ext cx="220045" cy="211732"/>
            </a:xfrm>
            <a:custGeom>
              <a:avLst/>
              <a:gdLst>
                <a:gd name="connsiteX0" fmla="*/ 12144 w 220045"/>
                <a:gd name="connsiteY0" fmla="*/ 49810 h 211732"/>
                <a:gd name="connsiteX1" fmla="*/ 45181 w 220045"/>
                <a:gd name="connsiteY1" fmla="*/ 12914 h 211732"/>
                <a:gd name="connsiteX2" fmla="*/ 91891 w 220045"/>
                <a:gd name="connsiteY2" fmla="*/ 0 h 211732"/>
                <a:gd name="connsiteX3" fmla="*/ 130532 w 220045"/>
                <a:gd name="connsiteY3" fmla="*/ 8889 h 211732"/>
                <a:gd name="connsiteX4" fmla="*/ 156180 w 220045"/>
                <a:gd name="connsiteY4" fmla="*/ 32116 h 211732"/>
                <a:gd name="connsiteX5" fmla="*/ 156180 w 220045"/>
                <a:gd name="connsiteY5" fmla="*/ 2935 h 211732"/>
                <a:gd name="connsiteX6" fmla="*/ 220045 w 220045"/>
                <a:gd name="connsiteY6" fmla="*/ 2935 h 211732"/>
                <a:gd name="connsiteX7" fmla="*/ 220045 w 220045"/>
                <a:gd name="connsiteY7" fmla="*/ 208797 h 211732"/>
                <a:gd name="connsiteX8" fmla="*/ 156180 w 220045"/>
                <a:gd name="connsiteY8" fmla="*/ 208797 h 211732"/>
                <a:gd name="connsiteX9" fmla="*/ 156180 w 220045"/>
                <a:gd name="connsiteY9" fmla="*/ 179616 h 211732"/>
                <a:gd name="connsiteX10" fmla="*/ 130193 w 220045"/>
                <a:gd name="connsiteY10" fmla="*/ 202844 h 211732"/>
                <a:gd name="connsiteX11" fmla="*/ 91551 w 220045"/>
                <a:gd name="connsiteY11" fmla="*/ 211732 h 211732"/>
                <a:gd name="connsiteX12" fmla="*/ 45181 w 220045"/>
                <a:gd name="connsiteY12" fmla="*/ 198651 h 211732"/>
                <a:gd name="connsiteX13" fmla="*/ 12144 w 220045"/>
                <a:gd name="connsiteY13" fmla="*/ 161420 h 211732"/>
                <a:gd name="connsiteX14" fmla="*/ 0 w 220045"/>
                <a:gd name="connsiteY14" fmla="*/ 105489 h 211732"/>
                <a:gd name="connsiteX15" fmla="*/ 12144 w 220045"/>
                <a:gd name="connsiteY15" fmla="*/ 49726 h 211732"/>
                <a:gd name="connsiteX16" fmla="*/ 142932 w 220045"/>
                <a:gd name="connsiteY16" fmla="*/ 68593 h 211732"/>
                <a:gd name="connsiteX17" fmla="*/ 110575 w 220045"/>
                <a:gd name="connsiteY17" fmla="*/ 54925 h 211732"/>
                <a:gd name="connsiteX18" fmla="*/ 78218 w 220045"/>
                <a:gd name="connsiteY18" fmla="*/ 68425 h 211732"/>
                <a:gd name="connsiteX19" fmla="*/ 64969 w 220045"/>
                <a:gd name="connsiteY19" fmla="*/ 105489 h 211732"/>
                <a:gd name="connsiteX20" fmla="*/ 78218 w 220045"/>
                <a:gd name="connsiteY20" fmla="*/ 142972 h 211732"/>
                <a:gd name="connsiteX21" fmla="*/ 110575 w 220045"/>
                <a:gd name="connsiteY21" fmla="*/ 156808 h 211732"/>
                <a:gd name="connsiteX22" fmla="*/ 142932 w 220045"/>
                <a:gd name="connsiteY22" fmla="*/ 143139 h 211732"/>
                <a:gd name="connsiteX23" fmla="*/ 156180 w 220045"/>
                <a:gd name="connsiteY23" fmla="*/ 105908 h 211732"/>
                <a:gd name="connsiteX24" fmla="*/ 142932 w 220045"/>
                <a:gd name="connsiteY24" fmla="*/ 68677 h 211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0045" h="211732">
                  <a:moveTo>
                    <a:pt x="12144" y="49810"/>
                  </a:moveTo>
                  <a:cubicBezTo>
                    <a:pt x="20213" y="33793"/>
                    <a:pt x="31253" y="21551"/>
                    <a:pt x="45181" y="12914"/>
                  </a:cubicBezTo>
                  <a:cubicBezTo>
                    <a:pt x="59109" y="4277"/>
                    <a:pt x="74736" y="0"/>
                    <a:pt x="91891" y="0"/>
                  </a:cubicBezTo>
                  <a:cubicBezTo>
                    <a:pt x="106583" y="0"/>
                    <a:pt x="119492" y="2935"/>
                    <a:pt x="130532" y="8889"/>
                  </a:cubicBezTo>
                  <a:cubicBezTo>
                    <a:pt x="141658" y="14758"/>
                    <a:pt x="150150" y="22557"/>
                    <a:pt x="156180" y="32116"/>
                  </a:cubicBezTo>
                  <a:lnTo>
                    <a:pt x="156180" y="2935"/>
                  </a:lnTo>
                  <a:lnTo>
                    <a:pt x="220045" y="2935"/>
                  </a:lnTo>
                  <a:lnTo>
                    <a:pt x="220045" y="208797"/>
                  </a:lnTo>
                  <a:lnTo>
                    <a:pt x="156180" y="208797"/>
                  </a:lnTo>
                  <a:lnTo>
                    <a:pt x="156180" y="179616"/>
                  </a:lnTo>
                  <a:cubicBezTo>
                    <a:pt x="149981" y="189175"/>
                    <a:pt x="141318" y="196974"/>
                    <a:pt x="130193" y="202844"/>
                  </a:cubicBezTo>
                  <a:cubicBezTo>
                    <a:pt x="119067" y="208714"/>
                    <a:pt x="106243" y="211732"/>
                    <a:pt x="91551" y="211732"/>
                  </a:cubicBezTo>
                  <a:cubicBezTo>
                    <a:pt x="74566" y="211732"/>
                    <a:pt x="59194" y="207372"/>
                    <a:pt x="45181" y="198651"/>
                  </a:cubicBezTo>
                  <a:cubicBezTo>
                    <a:pt x="31168" y="189930"/>
                    <a:pt x="20213" y="177520"/>
                    <a:pt x="12144" y="161420"/>
                  </a:cubicBezTo>
                  <a:cubicBezTo>
                    <a:pt x="4076" y="145320"/>
                    <a:pt x="0" y="126704"/>
                    <a:pt x="0" y="105489"/>
                  </a:cubicBezTo>
                  <a:cubicBezTo>
                    <a:pt x="0" y="84274"/>
                    <a:pt x="4076" y="65742"/>
                    <a:pt x="12144" y="49726"/>
                  </a:cubicBezTo>
                  <a:close/>
                  <a:moveTo>
                    <a:pt x="142932" y="68593"/>
                  </a:moveTo>
                  <a:cubicBezTo>
                    <a:pt x="134099" y="59537"/>
                    <a:pt x="123314" y="54925"/>
                    <a:pt x="110575" y="54925"/>
                  </a:cubicBezTo>
                  <a:cubicBezTo>
                    <a:pt x="97836" y="54925"/>
                    <a:pt x="87050" y="59453"/>
                    <a:pt x="78218" y="68425"/>
                  </a:cubicBezTo>
                  <a:cubicBezTo>
                    <a:pt x="69385" y="77398"/>
                    <a:pt x="64969" y="89808"/>
                    <a:pt x="64969" y="105489"/>
                  </a:cubicBezTo>
                  <a:cubicBezTo>
                    <a:pt x="64969" y="121170"/>
                    <a:pt x="69385" y="133748"/>
                    <a:pt x="78218" y="142972"/>
                  </a:cubicBezTo>
                  <a:cubicBezTo>
                    <a:pt x="87050" y="152196"/>
                    <a:pt x="97836" y="156808"/>
                    <a:pt x="110575" y="156808"/>
                  </a:cubicBezTo>
                  <a:cubicBezTo>
                    <a:pt x="123314" y="156808"/>
                    <a:pt x="134014" y="152280"/>
                    <a:pt x="142932" y="143139"/>
                  </a:cubicBezTo>
                  <a:cubicBezTo>
                    <a:pt x="151764" y="134083"/>
                    <a:pt x="156180" y="121589"/>
                    <a:pt x="156180" y="105908"/>
                  </a:cubicBezTo>
                  <a:cubicBezTo>
                    <a:pt x="156180" y="90227"/>
                    <a:pt x="151764" y="77733"/>
                    <a:pt x="142932" y="68677"/>
                  </a:cubicBezTo>
                  <a:close/>
                </a:path>
              </a:pathLst>
            </a:custGeom>
            <a:solidFill>
              <a:srgbClr val="FFFFFF"/>
            </a:solidFill>
            <a:ln w="0" cap="flat">
              <a:noFill/>
              <a:prstDash val="solid"/>
              <a:miter/>
            </a:ln>
          </p:spPr>
          <p:txBody>
            <a:bodyPr rtlCol="0" anchor="ctr"/>
            <a:lstStyle/>
            <a:p>
              <a:endParaRPr lang="pt-BR" dirty="0"/>
            </a:p>
          </p:txBody>
        </p:sp>
      </p:grpSp>
    </p:spTree>
    <p:extLst>
      <p:ext uri="{BB962C8B-B14F-4D97-AF65-F5344CB8AC3E}">
        <p14:creationId xmlns:p14="http://schemas.microsoft.com/office/powerpoint/2010/main" val="16520290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233CC39-7652-8D9A-9476-D0D9D87CE8E9}"/>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ECB683EB-2F2E-9C28-4659-7579F80CDDB5}"/>
              </a:ext>
            </a:extLst>
          </p:cNvPr>
          <p:cNvSpPr/>
          <p:nvPr/>
        </p:nvSpPr>
        <p:spPr>
          <a:xfrm>
            <a:off x="0" y="1178388"/>
            <a:ext cx="18288000" cy="739587"/>
          </a:xfrm>
          <a:prstGeom prst="rect">
            <a:avLst/>
          </a:prstGeom>
          <a:solidFill>
            <a:srgbClr val="2856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7" name="Conector Reto 6">
            <a:extLst>
              <a:ext uri="{FF2B5EF4-FFF2-40B4-BE49-F238E27FC236}">
                <a16:creationId xmlns:a16="http://schemas.microsoft.com/office/drawing/2014/main" id="{151D5253-7C10-6EE0-ECE9-BA46CECE45C2}"/>
              </a:ext>
            </a:extLst>
          </p:cNvPr>
          <p:cNvCxnSpPr>
            <a:cxnSpLocks/>
          </p:cNvCxnSpPr>
          <p:nvPr/>
        </p:nvCxnSpPr>
        <p:spPr>
          <a:xfrm flipV="1">
            <a:off x="868312" y="1727847"/>
            <a:ext cx="0" cy="6808035"/>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20" name="CaixaDeTexto 3">
            <a:extLst>
              <a:ext uri="{FF2B5EF4-FFF2-40B4-BE49-F238E27FC236}">
                <a16:creationId xmlns:a16="http://schemas.microsoft.com/office/drawing/2014/main" id="{2C66D940-9DD6-FBC5-BB0D-257969A2F790}"/>
              </a:ext>
            </a:extLst>
          </p:cNvPr>
          <p:cNvSpPr txBox="1"/>
          <p:nvPr/>
        </p:nvSpPr>
        <p:spPr>
          <a:xfrm>
            <a:off x="1478280" y="2146575"/>
            <a:ext cx="15377160" cy="5645200"/>
          </a:xfrm>
          <a:prstGeom prst="rect">
            <a:avLst/>
          </a:prstGeom>
          <a:noFill/>
          <a:ln>
            <a:noFill/>
          </a:ln>
        </p:spPr>
        <p:txBody>
          <a:bodyPr wrap="square" lIns="91440" tIns="45720" rIns="91440" bIns="4572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Passo 5: Integração no HTML</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O arquivo deve incluir o style.css gerado e exibir os estilos corretamente no navegador. Código esperado:</a:t>
            </a:r>
          </a:p>
          <a:p>
            <a:pPr>
              <a:lnSpc>
                <a:spcPct val="107000"/>
              </a:lnSpc>
              <a:spcAft>
                <a:spcPts val="800"/>
              </a:spcAft>
            </a:pPr>
            <a:endParaRPr lang="pt-BR" kern="100" dirty="0">
              <a:effectLst/>
              <a:latin typeface="Poppins" panose="00000500000000000000" pitchFamily="2" charset="0"/>
              <a:ea typeface="Aptos" panose="020B0004020202020204" pitchFamily="34" charset="0"/>
              <a:cs typeface="Poppins" panose="00000500000000000000" pitchFamily="2" charset="0"/>
            </a:endParaRP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&lt;!DOCTYPE html&gt;</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&lt;html lang="en"&gt;</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&lt;head&gt;</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  &lt;meta charset="UTF-8"&gt;</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  &lt;meta name="viewport" content="width=device-width, initial-scale=1.0"&gt;</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  &lt;title&gt;Projeto com Pré-processadores CSS&lt;/title&gt;</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  &lt;link rel="stylesheet" href="css/style.css"&gt;</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&lt;/head&gt;</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&lt;body&gt;</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  &lt;nav&gt;</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    &lt;ul&gt;</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      &lt;li&gt;Home&lt;/li&gt;</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      &lt;li&gt;Sobre&lt;/li&gt;</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      &lt;li&gt;Contato&lt;/li&gt;</a:t>
            </a:r>
          </a:p>
        </p:txBody>
      </p:sp>
      <p:sp>
        <p:nvSpPr>
          <p:cNvPr id="8" name="CaixaDeTexto 7">
            <a:extLst>
              <a:ext uri="{FF2B5EF4-FFF2-40B4-BE49-F238E27FC236}">
                <a16:creationId xmlns:a16="http://schemas.microsoft.com/office/drawing/2014/main" id="{2A8BB766-37AF-D8CE-C2FD-1C52BCCA5C14}"/>
              </a:ext>
            </a:extLst>
          </p:cNvPr>
          <p:cNvSpPr txBox="1"/>
          <p:nvPr/>
        </p:nvSpPr>
        <p:spPr>
          <a:xfrm>
            <a:off x="1478280" y="1193628"/>
            <a:ext cx="8884920" cy="920061"/>
          </a:xfrm>
          <a:prstGeom prst="rect">
            <a:avLst/>
          </a:prstGeom>
          <a:noFill/>
          <a:ln>
            <a:noFill/>
          </a:ln>
        </p:spPr>
        <p:txBody>
          <a:bodyPr spcFirstLastPara="1" wrap="none" lIns="91425" tIns="45700" rIns="91425" bIns="45700" rtlCol="0" anchor="t" anchorCtr="0">
            <a:noAutofit/>
          </a:bodyPr>
          <a:lstStyle/>
          <a:p>
            <a:pPr algn="l"/>
            <a:r>
              <a:rPr lang="pt-BR" sz="4500" b="1" dirty="0">
                <a:solidFill>
                  <a:schemeClr val="bg1"/>
                </a:solidFill>
                <a:latin typeface="Poppins" pitchFamily="2" charset="77"/>
                <a:cs typeface="Poppins" pitchFamily="2" charset="77"/>
              </a:rPr>
              <a:t>Slide 7</a:t>
            </a:r>
            <a:endParaRPr lang="pt-BR" sz="4800" b="1" dirty="0">
              <a:solidFill>
                <a:schemeClr val="bg1"/>
              </a:solidFill>
              <a:latin typeface="Poppins" pitchFamily="2" charset="77"/>
              <a:cs typeface="Poppins" pitchFamily="2" charset="77"/>
            </a:endParaRPr>
          </a:p>
        </p:txBody>
      </p:sp>
      <p:sp>
        <p:nvSpPr>
          <p:cNvPr id="3" name="Oval 8">
            <a:extLst>
              <a:ext uri="{FF2B5EF4-FFF2-40B4-BE49-F238E27FC236}">
                <a16:creationId xmlns:a16="http://schemas.microsoft.com/office/drawing/2014/main" id="{60876646-56F6-773A-BAE8-5E9ACE0F63B5}"/>
              </a:ext>
            </a:extLst>
          </p:cNvPr>
          <p:cNvSpPr/>
          <p:nvPr/>
        </p:nvSpPr>
        <p:spPr>
          <a:xfrm>
            <a:off x="614957" y="2073949"/>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pic>
        <p:nvPicPr>
          <p:cNvPr id="6" name="Gráfico 5">
            <a:extLst>
              <a:ext uri="{FF2B5EF4-FFF2-40B4-BE49-F238E27FC236}">
                <a16:creationId xmlns:a16="http://schemas.microsoft.com/office/drawing/2014/main" id="{C326E26E-1A6F-F08B-5D28-2E96A34DAB2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0869" y="2155130"/>
            <a:ext cx="312039" cy="400050"/>
          </a:xfrm>
          <a:prstGeom prst="rect">
            <a:avLst/>
          </a:prstGeom>
        </p:spPr>
      </p:pic>
      <p:pic>
        <p:nvPicPr>
          <p:cNvPr id="2" name="Imagem 1">
            <a:extLst>
              <a:ext uri="{FF2B5EF4-FFF2-40B4-BE49-F238E27FC236}">
                <a16:creationId xmlns:a16="http://schemas.microsoft.com/office/drawing/2014/main" id="{367AA8A5-4A90-7347-FE87-B927A8985D5C}"/>
              </a:ext>
            </a:extLst>
          </p:cNvPr>
          <p:cNvPicPr>
            <a:picLocks noChangeAspect="1"/>
          </p:cNvPicPr>
          <p:nvPr/>
        </p:nvPicPr>
        <p:blipFill>
          <a:blip r:embed="rId4"/>
          <a:stretch>
            <a:fillRect/>
          </a:stretch>
        </p:blipFill>
        <p:spPr>
          <a:xfrm>
            <a:off x="11198981" y="8762819"/>
            <a:ext cx="2616200" cy="609600"/>
          </a:xfrm>
          <a:prstGeom prst="rect">
            <a:avLst/>
          </a:prstGeom>
        </p:spPr>
      </p:pic>
      <p:grpSp>
        <p:nvGrpSpPr>
          <p:cNvPr id="4" name="Gráfico 85">
            <a:extLst>
              <a:ext uri="{FF2B5EF4-FFF2-40B4-BE49-F238E27FC236}">
                <a16:creationId xmlns:a16="http://schemas.microsoft.com/office/drawing/2014/main" id="{B4C92CBD-437C-1560-B794-23E3B7153850}"/>
              </a:ext>
            </a:extLst>
          </p:cNvPr>
          <p:cNvGrpSpPr/>
          <p:nvPr/>
        </p:nvGrpSpPr>
        <p:grpSpPr>
          <a:xfrm>
            <a:off x="11549419" y="8889189"/>
            <a:ext cx="1758662" cy="298605"/>
            <a:chOff x="2316209" y="1866988"/>
            <a:chExt cx="1758662" cy="298605"/>
          </a:xfrm>
          <a:solidFill>
            <a:srgbClr val="FFFFFF"/>
          </a:solidFill>
        </p:grpSpPr>
        <p:sp>
          <p:nvSpPr>
            <p:cNvPr id="9" name="Forma Livre 150">
              <a:extLst>
                <a:ext uri="{FF2B5EF4-FFF2-40B4-BE49-F238E27FC236}">
                  <a16:creationId xmlns:a16="http://schemas.microsoft.com/office/drawing/2014/main" id="{71B4798C-1749-C157-E2ED-841AE31F943A}"/>
                </a:ext>
              </a:extLst>
            </p:cNvPr>
            <p:cNvSpPr/>
            <p:nvPr/>
          </p:nvSpPr>
          <p:spPr>
            <a:xfrm>
              <a:off x="2316209" y="1900613"/>
              <a:ext cx="256393" cy="263805"/>
            </a:xfrm>
            <a:custGeom>
              <a:avLst/>
              <a:gdLst>
                <a:gd name="connsiteX0" fmla="*/ 16815 w 256393"/>
                <a:gd name="connsiteY0" fmla="*/ 63645 h 263805"/>
                <a:gd name="connsiteX1" fmla="*/ 63695 w 256393"/>
                <a:gd name="connsiteY1" fmla="*/ 16771 h 263805"/>
                <a:gd name="connsiteX2" fmla="*/ 131891 w 256393"/>
                <a:gd name="connsiteY2" fmla="*/ 0 h 263805"/>
                <a:gd name="connsiteX3" fmla="*/ 211892 w 256393"/>
                <a:gd name="connsiteY3" fmla="*/ 24318 h 263805"/>
                <a:gd name="connsiteX4" fmla="*/ 256394 w 256393"/>
                <a:gd name="connsiteY4" fmla="*/ 90730 h 263805"/>
                <a:gd name="connsiteX5" fmla="*/ 186159 w 256393"/>
                <a:gd name="connsiteY5" fmla="*/ 90730 h 263805"/>
                <a:gd name="connsiteX6" fmla="*/ 163909 w 256393"/>
                <a:gd name="connsiteY6" fmla="*/ 65993 h 263805"/>
                <a:gd name="connsiteX7" fmla="*/ 131212 w 256393"/>
                <a:gd name="connsiteY7" fmla="*/ 57524 h 263805"/>
                <a:gd name="connsiteX8" fmla="*/ 83398 w 256393"/>
                <a:gd name="connsiteY8" fmla="*/ 77817 h 263805"/>
                <a:gd name="connsiteX9" fmla="*/ 65054 w 256393"/>
                <a:gd name="connsiteY9" fmla="*/ 132071 h 263805"/>
                <a:gd name="connsiteX10" fmla="*/ 83398 w 256393"/>
                <a:gd name="connsiteY10" fmla="*/ 186324 h 263805"/>
                <a:gd name="connsiteX11" fmla="*/ 131212 w 256393"/>
                <a:gd name="connsiteY11" fmla="*/ 206617 h 263805"/>
                <a:gd name="connsiteX12" fmla="*/ 163909 w 256393"/>
                <a:gd name="connsiteY12" fmla="*/ 198148 h 263805"/>
                <a:gd name="connsiteX13" fmla="*/ 186159 w 256393"/>
                <a:gd name="connsiteY13" fmla="*/ 173411 h 263805"/>
                <a:gd name="connsiteX14" fmla="*/ 256394 w 256393"/>
                <a:gd name="connsiteY14" fmla="*/ 173411 h 263805"/>
                <a:gd name="connsiteX15" fmla="*/ 211892 w 256393"/>
                <a:gd name="connsiteY15" fmla="*/ 239656 h 263805"/>
                <a:gd name="connsiteX16" fmla="*/ 131891 w 256393"/>
                <a:gd name="connsiteY16" fmla="*/ 263806 h 263805"/>
                <a:gd name="connsiteX17" fmla="*/ 63695 w 256393"/>
                <a:gd name="connsiteY17" fmla="*/ 247035 h 263805"/>
                <a:gd name="connsiteX18" fmla="*/ 16815 w 256393"/>
                <a:gd name="connsiteY18" fmla="*/ 200328 h 263805"/>
                <a:gd name="connsiteX19" fmla="*/ 0 w 256393"/>
                <a:gd name="connsiteY19" fmla="*/ 132071 h 263805"/>
                <a:gd name="connsiteX20" fmla="*/ 16815 w 256393"/>
                <a:gd name="connsiteY20" fmla="*/ 63645 h 263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6393" h="263805">
                  <a:moveTo>
                    <a:pt x="16815" y="63645"/>
                  </a:moveTo>
                  <a:cubicBezTo>
                    <a:pt x="28026" y="43604"/>
                    <a:pt x="43652" y="28007"/>
                    <a:pt x="63695" y="16771"/>
                  </a:cubicBezTo>
                  <a:cubicBezTo>
                    <a:pt x="83738" y="5618"/>
                    <a:pt x="106498" y="0"/>
                    <a:pt x="131891" y="0"/>
                  </a:cubicBezTo>
                  <a:cubicBezTo>
                    <a:pt x="163059" y="0"/>
                    <a:pt x="189726" y="8134"/>
                    <a:pt x="211892" y="24318"/>
                  </a:cubicBezTo>
                  <a:cubicBezTo>
                    <a:pt x="234058" y="40586"/>
                    <a:pt x="248920" y="62723"/>
                    <a:pt x="256394" y="90730"/>
                  </a:cubicBezTo>
                  <a:lnTo>
                    <a:pt x="186159" y="90730"/>
                  </a:lnTo>
                  <a:cubicBezTo>
                    <a:pt x="180894" y="79913"/>
                    <a:pt x="173505" y="71696"/>
                    <a:pt x="163909" y="65993"/>
                  </a:cubicBezTo>
                  <a:cubicBezTo>
                    <a:pt x="154312" y="60375"/>
                    <a:pt x="143441" y="57524"/>
                    <a:pt x="131212" y="57524"/>
                  </a:cubicBezTo>
                  <a:cubicBezTo>
                    <a:pt x="111509" y="57524"/>
                    <a:pt x="95543" y="64316"/>
                    <a:pt x="83398" y="77817"/>
                  </a:cubicBezTo>
                  <a:cubicBezTo>
                    <a:pt x="71169" y="91317"/>
                    <a:pt x="65054" y="109430"/>
                    <a:pt x="65054" y="132071"/>
                  </a:cubicBezTo>
                  <a:cubicBezTo>
                    <a:pt x="65054" y="154711"/>
                    <a:pt x="71169" y="172824"/>
                    <a:pt x="83398" y="186324"/>
                  </a:cubicBezTo>
                  <a:cubicBezTo>
                    <a:pt x="95627" y="199825"/>
                    <a:pt x="111509" y="206617"/>
                    <a:pt x="131212" y="206617"/>
                  </a:cubicBezTo>
                  <a:cubicBezTo>
                    <a:pt x="143441" y="206617"/>
                    <a:pt x="154312" y="203766"/>
                    <a:pt x="163909" y="198148"/>
                  </a:cubicBezTo>
                  <a:cubicBezTo>
                    <a:pt x="173505" y="192530"/>
                    <a:pt x="180894" y="184228"/>
                    <a:pt x="186159" y="173411"/>
                  </a:cubicBezTo>
                  <a:lnTo>
                    <a:pt x="256394" y="173411"/>
                  </a:lnTo>
                  <a:cubicBezTo>
                    <a:pt x="248920" y="201418"/>
                    <a:pt x="234058" y="223556"/>
                    <a:pt x="211892" y="239656"/>
                  </a:cubicBezTo>
                  <a:cubicBezTo>
                    <a:pt x="189726" y="255756"/>
                    <a:pt x="163059" y="263806"/>
                    <a:pt x="131891" y="263806"/>
                  </a:cubicBezTo>
                  <a:cubicBezTo>
                    <a:pt x="106498" y="263806"/>
                    <a:pt x="83738" y="258188"/>
                    <a:pt x="63695" y="247035"/>
                  </a:cubicBezTo>
                  <a:cubicBezTo>
                    <a:pt x="43652" y="235882"/>
                    <a:pt x="28026" y="220285"/>
                    <a:pt x="16815" y="200328"/>
                  </a:cubicBezTo>
                  <a:cubicBezTo>
                    <a:pt x="5605" y="180371"/>
                    <a:pt x="0" y="157646"/>
                    <a:pt x="0" y="132071"/>
                  </a:cubicBezTo>
                  <a:cubicBezTo>
                    <a:pt x="0" y="106495"/>
                    <a:pt x="5605" y="83687"/>
                    <a:pt x="16815" y="63645"/>
                  </a:cubicBezTo>
                  <a:close/>
                </a:path>
              </a:pathLst>
            </a:custGeom>
            <a:solidFill>
              <a:srgbClr val="FFFFFF"/>
            </a:solidFill>
            <a:ln w="0" cap="flat">
              <a:noFill/>
              <a:prstDash val="solid"/>
              <a:miter/>
            </a:ln>
          </p:spPr>
          <p:txBody>
            <a:bodyPr rtlCol="0" anchor="ctr"/>
            <a:lstStyle/>
            <a:p>
              <a:endParaRPr lang="pt-BR" dirty="0"/>
            </a:p>
          </p:txBody>
        </p:sp>
        <p:sp>
          <p:nvSpPr>
            <p:cNvPr id="10" name="Forma Livre 151">
              <a:extLst>
                <a:ext uri="{FF2B5EF4-FFF2-40B4-BE49-F238E27FC236}">
                  <a16:creationId xmlns:a16="http://schemas.microsoft.com/office/drawing/2014/main" id="{D7F395D3-CE64-A802-C205-81B11F339E19}"/>
                </a:ext>
              </a:extLst>
            </p:cNvPr>
            <p:cNvSpPr/>
            <p:nvPr/>
          </p:nvSpPr>
          <p:spPr>
            <a:xfrm>
              <a:off x="2599100" y="1953777"/>
              <a:ext cx="216733" cy="211816"/>
            </a:xfrm>
            <a:custGeom>
              <a:avLst/>
              <a:gdLst>
                <a:gd name="connsiteX0" fmla="*/ 52485 w 216733"/>
                <a:gd name="connsiteY0" fmla="*/ 198903 h 211816"/>
                <a:gd name="connsiteX1" fmla="*/ 14013 w 216733"/>
                <a:gd name="connsiteY1" fmla="*/ 162007 h 211816"/>
                <a:gd name="connsiteX2" fmla="*/ 0 w 216733"/>
                <a:gd name="connsiteY2" fmla="*/ 105908 h 211816"/>
                <a:gd name="connsiteX3" fmla="*/ 14183 w 216733"/>
                <a:gd name="connsiteY3" fmla="*/ 49977 h 211816"/>
                <a:gd name="connsiteX4" fmla="*/ 53079 w 216733"/>
                <a:gd name="connsiteY4" fmla="*/ 12914 h 211816"/>
                <a:gd name="connsiteX5" fmla="*/ 108367 w 216733"/>
                <a:gd name="connsiteY5" fmla="*/ 0 h 211816"/>
                <a:gd name="connsiteX6" fmla="*/ 163654 w 216733"/>
                <a:gd name="connsiteY6" fmla="*/ 12914 h 211816"/>
                <a:gd name="connsiteX7" fmla="*/ 202550 w 216733"/>
                <a:gd name="connsiteY7" fmla="*/ 49977 h 211816"/>
                <a:gd name="connsiteX8" fmla="*/ 216733 w 216733"/>
                <a:gd name="connsiteY8" fmla="*/ 105908 h 211816"/>
                <a:gd name="connsiteX9" fmla="*/ 202380 w 216733"/>
                <a:gd name="connsiteY9" fmla="*/ 161839 h 211816"/>
                <a:gd name="connsiteX10" fmla="*/ 163144 w 216733"/>
                <a:gd name="connsiteY10" fmla="*/ 198903 h 211816"/>
                <a:gd name="connsiteX11" fmla="*/ 107687 w 216733"/>
                <a:gd name="connsiteY11" fmla="*/ 211816 h 211816"/>
                <a:gd name="connsiteX12" fmla="*/ 52570 w 216733"/>
                <a:gd name="connsiteY12" fmla="*/ 198903 h 211816"/>
                <a:gd name="connsiteX13" fmla="*/ 138855 w 216733"/>
                <a:gd name="connsiteY13" fmla="*/ 143894 h 211816"/>
                <a:gd name="connsiteX14" fmla="*/ 151764 w 216733"/>
                <a:gd name="connsiteY14" fmla="*/ 105908 h 211816"/>
                <a:gd name="connsiteX15" fmla="*/ 139280 w 216733"/>
                <a:gd name="connsiteY15" fmla="*/ 67922 h 211816"/>
                <a:gd name="connsiteX16" fmla="*/ 108451 w 216733"/>
                <a:gd name="connsiteY16" fmla="*/ 54673 h 211816"/>
                <a:gd name="connsiteX17" fmla="*/ 77453 w 216733"/>
                <a:gd name="connsiteY17" fmla="*/ 67754 h 211816"/>
                <a:gd name="connsiteX18" fmla="*/ 65139 w 216733"/>
                <a:gd name="connsiteY18" fmla="*/ 105908 h 211816"/>
                <a:gd name="connsiteX19" fmla="*/ 77283 w 216733"/>
                <a:gd name="connsiteY19" fmla="*/ 143894 h 211816"/>
                <a:gd name="connsiteX20" fmla="*/ 107772 w 216733"/>
                <a:gd name="connsiteY20" fmla="*/ 157143 h 211816"/>
                <a:gd name="connsiteX21" fmla="*/ 138940 w 216733"/>
                <a:gd name="connsiteY21" fmla="*/ 143894 h 211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16733" h="211816">
                  <a:moveTo>
                    <a:pt x="52485" y="198903"/>
                  </a:moveTo>
                  <a:cubicBezTo>
                    <a:pt x="36179" y="190266"/>
                    <a:pt x="23355" y="178023"/>
                    <a:pt x="14013" y="162007"/>
                  </a:cubicBezTo>
                  <a:cubicBezTo>
                    <a:pt x="4671" y="145991"/>
                    <a:pt x="0" y="127291"/>
                    <a:pt x="0" y="105908"/>
                  </a:cubicBezTo>
                  <a:cubicBezTo>
                    <a:pt x="0" y="84525"/>
                    <a:pt x="4756" y="66077"/>
                    <a:pt x="14183" y="49977"/>
                  </a:cubicBezTo>
                  <a:cubicBezTo>
                    <a:pt x="23610" y="33877"/>
                    <a:pt x="36603" y="21467"/>
                    <a:pt x="53079" y="12914"/>
                  </a:cubicBezTo>
                  <a:cubicBezTo>
                    <a:pt x="69555" y="4277"/>
                    <a:pt x="87984" y="0"/>
                    <a:pt x="108367" y="0"/>
                  </a:cubicBezTo>
                  <a:cubicBezTo>
                    <a:pt x="128749" y="0"/>
                    <a:pt x="147263" y="4277"/>
                    <a:pt x="163654" y="12914"/>
                  </a:cubicBezTo>
                  <a:cubicBezTo>
                    <a:pt x="180130" y="21551"/>
                    <a:pt x="193038" y="33877"/>
                    <a:pt x="202550" y="49977"/>
                  </a:cubicBezTo>
                  <a:cubicBezTo>
                    <a:pt x="211977" y="66077"/>
                    <a:pt x="216733" y="84693"/>
                    <a:pt x="216733" y="105908"/>
                  </a:cubicBezTo>
                  <a:cubicBezTo>
                    <a:pt x="216733" y="127123"/>
                    <a:pt x="211892" y="145739"/>
                    <a:pt x="202380" y="161839"/>
                  </a:cubicBezTo>
                  <a:cubicBezTo>
                    <a:pt x="192784" y="177939"/>
                    <a:pt x="179705" y="190349"/>
                    <a:pt x="163144" y="198903"/>
                  </a:cubicBezTo>
                  <a:cubicBezTo>
                    <a:pt x="146584" y="207540"/>
                    <a:pt x="128069" y="211816"/>
                    <a:pt x="107687" y="211816"/>
                  </a:cubicBezTo>
                  <a:cubicBezTo>
                    <a:pt x="87305" y="211816"/>
                    <a:pt x="68876" y="207540"/>
                    <a:pt x="52570" y="198903"/>
                  </a:cubicBezTo>
                  <a:close/>
                  <a:moveTo>
                    <a:pt x="138855" y="143894"/>
                  </a:moveTo>
                  <a:cubicBezTo>
                    <a:pt x="147433" y="135006"/>
                    <a:pt x="151764" y="122344"/>
                    <a:pt x="151764" y="105908"/>
                  </a:cubicBezTo>
                  <a:cubicBezTo>
                    <a:pt x="151764" y="89473"/>
                    <a:pt x="147603" y="76727"/>
                    <a:pt x="139280" y="67922"/>
                  </a:cubicBezTo>
                  <a:cubicBezTo>
                    <a:pt x="130957" y="59033"/>
                    <a:pt x="120681" y="54673"/>
                    <a:pt x="108451" y="54673"/>
                  </a:cubicBezTo>
                  <a:cubicBezTo>
                    <a:pt x="96222" y="54673"/>
                    <a:pt x="85691" y="59033"/>
                    <a:pt x="77453" y="67754"/>
                  </a:cubicBezTo>
                  <a:cubicBezTo>
                    <a:pt x="69215" y="76475"/>
                    <a:pt x="65139" y="89221"/>
                    <a:pt x="65139" y="105908"/>
                  </a:cubicBezTo>
                  <a:cubicBezTo>
                    <a:pt x="65139" y="122595"/>
                    <a:pt x="69215" y="135089"/>
                    <a:pt x="77283" y="143894"/>
                  </a:cubicBezTo>
                  <a:cubicBezTo>
                    <a:pt x="85351" y="152783"/>
                    <a:pt x="95543" y="157143"/>
                    <a:pt x="107772" y="157143"/>
                  </a:cubicBezTo>
                  <a:cubicBezTo>
                    <a:pt x="120001" y="157143"/>
                    <a:pt x="130362" y="152699"/>
                    <a:pt x="138940" y="143894"/>
                  </a:cubicBezTo>
                  <a:close/>
                </a:path>
              </a:pathLst>
            </a:custGeom>
            <a:solidFill>
              <a:srgbClr val="FFFFFF"/>
            </a:solidFill>
            <a:ln w="0" cap="flat">
              <a:noFill/>
              <a:prstDash val="solid"/>
              <a:miter/>
            </a:ln>
          </p:spPr>
          <p:txBody>
            <a:bodyPr rtlCol="0" anchor="ctr"/>
            <a:lstStyle/>
            <a:p>
              <a:endParaRPr lang="pt-BR" dirty="0"/>
            </a:p>
          </p:txBody>
        </p:sp>
        <p:sp>
          <p:nvSpPr>
            <p:cNvPr id="11" name="Forma Livre 152">
              <a:extLst>
                <a:ext uri="{FF2B5EF4-FFF2-40B4-BE49-F238E27FC236}">
                  <a16:creationId xmlns:a16="http://schemas.microsoft.com/office/drawing/2014/main" id="{212BC4B4-F178-3E09-5374-7A7226FFC1B3}"/>
                </a:ext>
              </a:extLst>
            </p:cNvPr>
            <p:cNvSpPr/>
            <p:nvPr/>
          </p:nvSpPr>
          <p:spPr>
            <a:xfrm>
              <a:off x="2849888" y="1954616"/>
              <a:ext cx="207391" cy="208042"/>
            </a:xfrm>
            <a:custGeom>
              <a:avLst/>
              <a:gdLst>
                <a:gd name="connsiteX0" fmla="*/ 185565 w 207391"/>
                <a:gd name="connsiteY0" fmla="*/ 23312 h 208042"/>
                <a:gd name="connsiteX1" fmla="*/ 207391 w 207391"/>
                <a:gd name="connsiteY1" fmla="*/ 87712 h 208042"/>
                <a:gd name="connsiteX2" fmla="*/ 207391 w 207391"/>
                <a:gd name="connsiteY2" fmla="*/ 208043 h 208042"/>
                <a:gd name="connsiteX3" fmla="*/ 143866 w 207391"/>
                <a:gd name="connsiteY3" fmla="*/ 208043 h 208042"/>
                <a:gd name="connsiteX4" fmla="*/ 143866 w 207391"/>
                <a:gd name="connsiteY4" fmla="*/ 96265 h 208042"/>
                <a:gd name="connsiteX5" fmla="*/ 132995 w 207391"/>
                <a:gd name="connsiteY5" fmla="*/ 64149 h 208042"/>
                <a:gd name="connsiteX6" fmla="*/ 103865 w 207391"/>
                <a:gd name="connsiteY6" fmla="*/ 52744 h 208042"/>
                <a:gd name="connsiteX7" fmla="*/ 74736 w 207391"/>
                <a:gd name="connsiteY7" fmla="*/ 64149 h 208042"/>
                <a:gd name="connsiteX8" fmla="*/ 63865 w 207391"/>
                <a:gd name="connsiteY8" fmla="*/ 96265 h 208042"/>
                <a:gd name="connsiteX9" fmla="*/ 63865 w 207391"/>
                <a:gd name="connsiteY9" fmla="*/ 208043 h 208042"/>
                <a:gd name="connsiteX10" fmla="*/ 0 w 207391"/>
                <a:gd name="connsiteY10" fmla="*/ 208043 h 208042"/>
                <a:gd name="connsiteX11" fmla="*/ 0 w 207391"/>
                <a:gd name="connsiteY11" fmla="*/ 2180 h 208042"/>
                <a:gd name="connsiteX12" fmla="*/ 63865 w 207391"/>
                <a:gd name="connsiteY12" fmla="*/ 2180 h 208042"/>
                <a:gd name="connsiteX13" fmla="*/ 63865 w 207391"/>
                <a:gd name="connsiteY13" fmla="*/ 29517 h 208042"/>
                <a:gd name="connsiteX14" fmla="*/ 90022 w 207391"/>
                <a:gd name="connsiteY14" fmla="*/ 7966 h 208042"/>
                <a:gd name="connsiteX15" fmla="*/ 127050 w 207391"/>
                <a:gd name="connsiteY15" fmla="*/ 0 h 208042"/>
                <a:gd name="connsiteX16" fmla="*/ 185565 w 207391"/>
                <a:gd name="connsiteY16" fmla="*/ 23395 h 208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7391" h="208042">
                  <a:moveTo>
                    <a:pt x="185565" y="23312"/>
                  </a:moveTo>
                  <a:cubicBezTo>
                    <a:pt x="200172" y="38908"/>
                    <a:pt x="207391" y="60375"/>
                    <a:pt x="207391" y="87712"/>
                  </a:cubicBezTo>
                  <a:lnTo>
                    <a:pt x="207391" y="208043"/>
                  </a:lnTo>
                  <a:lnTo>
                    <a:pt x="143866" y="208043"/>
                  </a:lnTo>
                  <a:lnTo>
                    <a:pt x="143866" y="96265"/>
                  </a:lnTo>
                  <a:cubicBezTo>
                    <a:pt x="143866" y="82513"/>
                    <a:pt x="140214" y="71779"/>
                    <a:pt x="132995" y="64149"/>
                  </a:cubicBezTo>
                  <a:cubicBezTo>
                    <a:pt x="125777" y="56518"/>
                    <a:pt x="116010" y="52744"/>
                    <a:pt x="103865" y="52744"/>
                  </a:cubicBezTo>
                  <a:cubicBezTo>
                    <a:pt x="91721" y="52744"/>
                    <a:pt x="81954" y="56602"/>
                    <a:pt x="74736" y="64149"/>
                  </a:cubicBezTo>
                  <a:cubicBezTo>
                    <a:pt x="67517" y="71779"/>
                    <a:pt x="63865" y="82513"/>
                    <a:pt x="63865" y="96265"/>
                  </a:cubicBezTo>
                  <a:lnTo>
                    <a:pt x="63865" y="208043"/>
                  </a:lnTo>
                  <a:lnTo>
                    <a:pt x="0" y="208043"/>
                  </a:lnTo>
                  <a:lnTo>
                    <a:pt x="0" y="2180"/>
                  </a:lnTo>
                  <a:lnTo>
                    <a:pt x="63865" y="2180"/>
                  </a:lnTo>
                  <a:lnTo>
                    <a:pt x="63865" y="29517"/>
                  </a:lnTo>
                  <a:cubicBezTo>
                    <a:pt x="70319" y="20460"/>
                    <a:pt x="79067" y="13249"/>
                    <a:pt x="90022" y="7966"/>
                  </a:cubicBezTo>
                  <a:cubicBezTo>
                    <a:pt x="100978" y="2683"/>
                    <a:pt x="113292" y="0"/>
                    <a:pt x="127050" y="0"/>
                  </a:cubicBezTo>
                  <a:cubicBezTo>
                    <a:pt x="151509" y="0"/>
                    <a:pt x="170958" y="7798"/>
                    <a:pt x="185565" y="23395"/>
                  </a:cubicBezTo>
                  <a:close/>
                </a:path>
              </a:pathLst>
            </a:custGeom>
            <a:solidFill>
              <a:srgbClr val="FFFFFF"/>
            </a:solidFill>
            <a:ln w="0" cap="flat">
              <a:noFill/>
              <a:prstDash val="solid"/>
              <a:miter/>
            </a:ln>
          </p:spPr>
          <p:txBody>
            <a:bodyPr rtlCol="0" anchor="ctr"/>
            <a:lstStyle/>
            <a:p>
              <a:endParaRPr lang="pt-BR" dirty="0"/>
            </a:p>
          </p:txBody>
        </p:sp>
        <p:sp>
          <p:nvSpPr>
            <p:cNvPr id="12" name="Forma Livre 153">
              <a:extLst>
                <a:ext uri="{FF2B5EF4-FFF2-40B4-BE49-F238E27FC236}">
                  <a16:creationId xmlns:a16="http://schemas.microsoft.com/office/drawing/2014/main" id="{1E5B2199-8238-F49F-2AEA-612FD8B24F4E}"/>
                </a:ext>
              </a:extLst>
            </p:cNvPr>
            <p:cNvSpPr/>
            <p:nvPr/>
          </p:nvSpPr>
          <p:spPr>
            <a:xfrm>
              <a:off x="3086409" y="1906483"/>
              <a:ext cx="131551" cy="256175"/>
            </a:xfrm>
            <a:custGeom>
              <a:avLst/>
              <a:gdLst>
                <a:gd name="connsiteX0" fmla="*/ 131551 w 131551"/>
                <a:gd name="connsiteY0" fmla="*/ 202676 h 256175"/>
                <a:gd name="connsiteX1" fmla="*/ 131551 w 131551"/>
                <a:gd name="connsiteY1" fmla="*/ 256175 h 256175"/>
                <a:gd name="connsiteX2" fmla="*/ 99024 w 131551"/>
                <a:gd name="connsiteY2" fmla="*/ 256175 h 256175"/>
                <a:gd name="connsiteX3" fmla="*/ 44841 w 131551"/>
                <a:gd name="connsiteY3" fmla="*/ 239404 h 256175"/>
                <a:gd name="connsiteX4" fmla="*/ 25393 w 131551"/>
                <a:gd name="connsiteY4" fmla="*/ 184564 h 256175"/>
                <a:gd name="connsiteX5" fmla="*/ 25393 w 131551"/>
                <a:gd name="connsiteY5" fmla="*/ 102638 h 256175"/>
                <a:gd name="connsiteX6" fmla="*/ 0 w 131551"/>
                <a:gd name="connsiteY6" fmla="*/ 102638 h 256175"/>
                <a:gd name="connsiteX7" fmla="*/ 0 w 131551"/>
                <a:gd name="connsiteY7" fmla="*/ 50229 h 256175"/>
                <a:gd name="connsiteX8" fmla="*/ 25393 w 131551"/>
                <a:gd name="connsiteY8" fmla="*/ 50229 h 256175"/>
                <a:gd name="connsiteX9" fmla="*/ 25393 w 131551"/>
                <a:gd name="connsiteY9" fmla="*/ 0 h 256175"/>
                <a:gd name="connsiteX10" fmla="*/ 89343 w 131551"/>
                <a:gd name="connsiteY10" fmla="*/ 0 h 256175"/>
                <a:gd name="connsiteX11" fmla="*/ 89343 w 131551"/>
                <a:gd name="connsiteY11" fmla="*/ 50229 h 256175"/>
                <a:gd name="connsiteX12" fmla="*/ 131212 w 131551"/>
                <a:gd name="connsiteY12" fmla="*/ 50229 h 256175"/>
                <a:gd name="connsiteX13" fmla="*/ 131212 w 131551"/>
                <a:gd name="connsiteY13" fmla="*/ 102638 h 256175"/>
                <a:gd name="connsiteX14" fmla="*/ 89343 w 131551"/>
                <a:gd name="connsiteY14" fmla="*/ 102638 h 256175"/>
                <a:gd name="connsiteX15" fmla="*/ 89343 w 131551"/>
                <a:gd name="connsiteY15" fmla="*/ 185318 h 256175"/>
                <a:gd name="connsiteX16" fmla="*/ 93844 w 131551"/>
                <a:gd name="connsiteY16" fmla="*/ 198567 h 256175"/>
                <a:gd name="connsiteX17" fmla="*/ 108791 w 131551"/>
                <a:gd name="connsiteY17" fmla="*/ 202592 h 256175"/>
                <a:gd name="connsiteX18" fmla="*/ 131551 w 131551"/>
                <a:gd name="connsiteY18" fmla="*/ 202592 h 256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31551" h="256175">
                  <a:moveTo>
                    <a:pt x="131551" y="202676"/>
                  </a:moveTo>
                  <a:lnTo>
                    <a:pt x="131551" y="256175"/>
                  </a:lnTo>
                  <a:lnTo>
                    <a:pt x="99024" y="256175"/>
                  </a:lnTo>
                  <a:cubicBezTo>
                    <a:pt x="75839" y="256175"/>
                    <a:pt x="57750" y="250557"/>
                    <a:pt x="44841" y="239404"/>
                  </a:cubicBezTo>
                  <a:cubicBezTo>
                    <a:pt x="31932" y="228252"/>
                    <a:pt x="25393" y="209971"/>
                    <a:pt x="25393" y="184564"/>
                  </a:cubicBezTo>
                  <a:lnTo>
                    <a:pt x="25393" y="102638"/>
                  </a:lnTo>
                  <a:lnTo>
                    <a:pt x="0" y="102638"/>
                  </a:lnTo>
                  <a:lnTo>
                    <a:pt x="0" y="50229"/>
                  </a:lnTo>
                  <a:lnTo>
                    <a:pt x="25393" y="50229"/>
                  </a:lnTo>
                  <a:lnTo>
                    <a:pt x="25393" y="0"/>
                  </a:lnTo>
                  <a:lnTo>
                    <a:pt x="89343" y="0"/>
                  </a:lnTo>
                  <a:lnTo>
                    <a:pt x="89343" y="50229"/>
                  </a:lnTo>
                  <a:lnTo>
                    <a:pt x="131212" y="50229"/>
                  </a:lnTo>
                  <a:lnTo>
                    <a:pt x="131212" y="102638"/>
                  </a:lnTo>
                  <a:lnTo>
                    <a:pt x="89343" y="102638"/>
                  </a:lnTo>
                  <a:lnTo>
                    <a:pt x="89343" y="185318"/>
                  </a:lnTo>
                  <a:cubicBezTo>
                    <a:pt x="89343" y="191440"/>
                    <a:pt x="90872" y="195884"/>
                    <a:pt x="93844" y="198567"/>
                  </a:cubicBezTo>
                  <a:cubicBezTo>
                    <a:pt x="96816" y="201251"/>
                    <a:pt x="101827" y="202592"/>
                    <a:pt x="108791" y="202592"/>
                  </a:cubicBezTo>
                  <a:lnTo>
                    <a:pt x="131551" y="202592"/>
                  </a:lnTo>
                  <a:close/>
                </a:path>
              </a:pathLst>
            </a:custGeom>
            <a:solidFill>
              <a:srgbClr val="FFFFFF"/>
            </a:solidFill>
            <a:ln w="0" cap="flat">
              <a:noFill/>
              <a:prstDash val="solid"/>
              <a:miter/>
            </a:ln>
          </p:spPr>
          <p:txBody>
            <a:bodyPr rtlCol="0" anchor="ctr"/>
            <a:lstStyle/>
            <a:p>
              <a:endParaRPr lang="pt-BR" dirty="0"/>
            </a:p>
          </p:txBody>
        </p:sp>
        <p:sp>
          <p:nvSpPr>
            <p:cNvPr id="13" name="Forma Livre 154">
              <a:extLst>
                <a:ext uri="{FF2B5EF4-FFF2-40B4-BE49-F238E27FC236}">
                  <a16:creationId xmlns:a16="http://schemas.microsoft.com/office/drawing/2014/main" id="{972C6D9D-F3ED-A80F-06D9-94BDA59996C9}"/>
                </a:ext>
              </a:extLst>
            </p:cNvPr>
            <p:cNvSpPr/>
            <p:nvPr/>
          </p:nvSpPr>
          <p:spPr>
            <a:xfrm>
              <a:off x="3247515" y="1866988"/>
              <a:ext cx="75754" cy="295586"/>
            </a:xfrm>
            <a:custGeom>
              <a:avLst/>
              <a:gdLst>
                <a:gd name="connsiteX0" fmla="*/ 10616 w 75754"/>
                <a:gd name="connsiteY0" fmla="*/ 58530 h 295586"/>
                <a:gd name="connsiteX1" fmla="*/ 0 w 75754"/>
                <a:gd name="connsiteY1" fmla="*/ 34380 h 295586"/>
                <a:gd name="connsiteX2" fmla="*/ 10616 w 75754"/>
                <a:gd name="connsiteY2" fmla="*/ 9811 h 295586"/>
                <a:gd name="connsiteX3" fmla="*/ 38047 w 75754"/>
                <a:gd name="connsiteY3" fmla="*/ 0 h 295586"/>
                <a:gd name="connsiteX4" fmla="*/ 65139 w 75754"/>
                <a:gd name="connsiteY4" fmla="*/ 9811 h 295586"/>
                <a:gd name="connsiteX5" fmla="*/ 75755 w 75754"/>
                <a:gd name="connsiteY5" fmla="*/ 34380 h 295586"/>
                <a:gd name="connsiteX6" fmla="*/ 65139 w 75754"/>
                <a:gd name="connsiteY6" fmla="*/ 58530 h 295586"/>
                <a:gd name="connsiteX7" fmla="*/ 38047 w 75754"/>
                <a:gd name="connsiteY7" fmla="*/ 68341 h 295586"/>
                <a:gd name="connsiteX8" fmla="*/ 10616 w 75754"/>
                <a:gd name="connsiteY8" fmla="*/ 58530 h 295586"/>
                <a:gd name="connsiteX9" fmla="*/ 69895 w 75754"/>
                <a:gd name="connsiteY9" fmla="*/ 89724 h 295586"/>
                <a:gd name="connsiteX10" fmla="*/ 69895 w 75754"/>
                <a:gd name="connsiteY10" fmla="*/ 295587 h 295586"/>
                <a:gd name="connsiteX11" fmla="*/ 5945 w 75754"/>
                <a:gd name="connsiteY11" fmla="*/ 295587 h 295586"/>
                <a:gd name="connsiteX12" fmla="*/ 5945 w 75754"/>
                <a:gd name="connsiteY12" fmla="*/ 89724 h 295586"/>
                <a:gd name="connsiteX13" fmla="*/ 69895 w 75754"/>
                <a:gd name="connsiteY13" fmla="*/ 89724 h 295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5754" h="295586">
                  <a:moveTo>
                    <a:pt x="10616" y="58530"/>
                  </a:moveTo>
                  <a:cubicBezTo>
                    <a:pt x="3482" y="51990"/>
                    <a:pt x="0" y="43940"/>
                    <a:pt x="0" y="34380"/>
                  </a:cubicBezTo>
                  <a:cubicBezTo>
                    <a:pt x="0" y="24821"/>
                    <a:pt x="3567" y="16352"/>
                    <a:pt x="10616" y="9811"/>
                  </a:cubicBezTo>
                  <a:cubicBezTo>
                    <a:pt x="17665" y="3270"/>
                    <a:pt x="26837" y="0"/>
                    <a:pt x="38047" y="0"/>
                  </a:cubicBezTo>
                  <a:cubicBezTo>
                    <a:pt x="49257" y="0"/>
                    <a:pt x="58005" y="3270"/>
                    <a:pt x="65139" y="9811"/>
                  </a:cubicBezTo>
                  <a:cubicBezTo>
                    <a:pt x="72273" y="16352"/>
                    <a:pt x="75755" y="24485"/>
                    <a:pt x="75755" y="34380"/>
                  </a:cubicBezTo>
                  <a:cubicBezTo>
                    <a:pt x="75755" y="44275"/>
                    <a:pt x="72188" y="52074"/>
                    <a:pt x="65139" y="58530"/>
                  </a:cubicBezTo>
                  <a:cubicBezTo>
                    <a:pt x="58090" y="64987"/>
                    <a:pt x="49003" y="68341"/>
                    <a:pt x="38047" y="68341"/>
                  </a:cubicBezTo>
                  <a:cubicBezTo>
                    <a:pt x="27092" y="68341"/>
                    <a:pt x="17665" y="65071"/>
                    <a:pt x="10616" y="58530"/>
                  </a:cubicBezTo>
                  <a:close/>
                  <a:moveTo>
                    <a:pt x="69895" y="89724"/>
                  </a:moveTo>
                  <a:lnTo>
                    <a:pt x="69895" y="295587"/>
                  </a:lnTo>
                  <a:lnTo>
                    <a:pt x="5945" y="295587"/>
                  </a:lnTo>
                  <a:lnTo>
                    <a:pt x="5945" y="89724"/>
                  </a:lnTo>
                  <a:lnTo>
                    <a:pt x="69895" y="89724"/>
                  </a:lnTo>
                  <a:close/>
                </a:path>
              </a:pathLst>
            </a:custGeom>
            <a:solidFill>
              <a:srgbClr val="FFFFFF"/>
            </a:solidFill>
            <a:ln w="0" cap="flat">
              <a:noFill/>
              <a:prstDash val="solid"/>
              <a:miter/>
            </a:ln>
          </p:spPr>
          <p:txBody>
            <a:bodyPr rtlCol="0" anchor="ctr"/>
            <a:lstStyle/>
            <a:p>
              <a:endParaRPr lang="pt-BR" dirty="0"/>
            </a:p>
          </p:txBody>
        </p:sp>
        <p:sp>
          <p:nvSpPr>
            <p:cNvPr id="14" name="Forma Livre 155">
              <a:extLst>
                <a:ext uri="{FF2B5EF4-FFF2-40B4-BE49-F238E27FC236}">
                  <a16:creationId xmlns:a16="http://schemas.microsoft.com/office/drawing/2014/main" id="{537C3BE0-1A15-7FF9-2B09-70E0C80F5184}"/>
                </a:ext>
              </a:extLst>
            </p:cNvPr>
            <p:cNvSpPr/>
            <p:nvPr/>
          </p:nvSpPr>
          <p:spPr>
            <a:xfrm>
              <a:off x="3363695" y="1954616"/>
              <a:ext cx="207391" cy="208042"/>
            </a:xfrm>
            <a:custGeom>
              <a:avLst/>
              <a:gdLst>
                <a:gd name="connsiteX0" fmla="*/ 185565 w 207391"/>
                <a:gd name="connsiteY0" fmla="*/ 23312 h 208042"/>
                <a:gd name="connsiteX1" fmla="*/ 207391 w 207391"/>
                <a:gd name="connsiteY1" fmla="*/ 87712 h 208042"/>
                <a:gd name="connsiteX2" fmla="*/ 207391 w 207391"/>
                <a:gd name="connsiteY2" fmla="*/ 208043 h 208042"/>
                <a:gd name="connsiteX3" fmla="*/ 143866 w 207391"/>
                <a:gd name="connsiteY3" fmla="*/ 208043 h 208042"/>
                <a:gd name="connsiteX4" fmla="*/ 143866 w 207391"/>
                <a:gd name="connsiteY4" fmla="*/ 96265 h 208042"/>
                <a:gd name="connsiteX5" fmla="*/ 132995 w 207391"/>
                <a:gd name="connsiteY5" fmla="*/ 64149 h 208042"/>
                <a:gd name="connsiteX6" fmla="*/ 103865 w 207391"/>
                <a:gd name="connsiteY6" fmla="*/ 52744 h 208042"/>
                <a:gd name="connsiteX7" fmla="*/ 74736 w 207391"/>
                <a:gd name="connsiteY7" fmla="*/ 64149 h 208042"/>
                <a:gd name="connsiteX8" fmla="*/ 63865 w 207391"/>
                <a:gd name="connsiteY8" fmla="*/ 96265 h 208042"/>
                <a:gd name="connsiteX9" fmla="*/ 63865 w 207391"/>
                <a:gd name="connsiteY9" fmla="*/ 208043 h 208042"/>
                <a:gd name="connsiteX10" fmla="*/ 0 w 207391"/>
                <a:gd name="connsiteY10" fmla="*/ 208043 h 208042"/>
                <a:gd name="connsiteX11" fmla="*/ 0 w 207391"/>
                <a:gd name="connsiteY11" fmla="*/ 2180 h 208042"/>
                <a:gd name="connsiteX12" fmla="*/ 63865 w 207391"/>
                <a:gd name="connsiteY12" fmla="*/ 2180 h 208042"/>
                <a:gd name="connsiteX13" fmla="*/ 63865 w 207391"/>
                <a:gd name="connsiteY13" fmla="*/ 29517 h 208042"/>
                <a:gd name="connsiteX14" fmla="*/ 90022 w 207391"/>
                <a:gd name="connsiteY14" fmla="*/ 7966 h 208042"/>
                <a:gd name="connsiteX15" fmla="*/ 127050 w 207391"/>
                <a:gd name="connsiteY15" fmla="*/ 0 h 208042"/>
                <a:gd name="connsiteX16" fmla="*/ 185565 w 207391"/>
                <a:gd name="connsiteY16" fmla="*/ 23395 h 208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7391" h="208042">
                  <a:moveTo>
                    <a:pt x="185565" y="23312"/>
                  </a:moveTo>
                  <a:cubicBezTo>
                    <a:pt x="200172" y="38908"/>
                    <a:pt x="207391" y="60375"/>
                    <a:pt x="207391" y="87712"/>
                  </a:cubicBezTo>
                  <a:lnTo>
                    <a:pt x="207391" y="208043"/>
                  </a:lnTo>
                  <a:lnTo>
                    <a:pt x="143866" y="208043"/>
                  </a:lnTo>
                  <a:lnTo>
                    <a:pt x="143866" y="96265"/>
                  </a:lnTo>
                  <a:cubicBezTo>
                    <a:pt x="143866" y="82513"/>
                    <a:pt x="140214" y="71779"/>
                    <a:pt x="132995" y="64149"/>
                  </a:cubicBezTo>
                  <a:cubicBezTo>
                    <a:pt x="125776" y="56518"/>
                    <a:pt x="116010" y="52744"/>
                    <a:pt x="103865" y="52744"/>
                  </a:cubicBezTo>
                  <a:cubicBezTo>
                    <a:pt x="91721" y="52744"/>
                    <a:pt x="81954" y="56602"/>
                    <a:pt x="74736" y="64149"/>
                  </a:cubicBezTo>
                  <a:cubicBezTo>
                    <a:pt x="67517" y="71779"/>
                    <a:pt x="63865" y="82513"/>
                    <a:pt x="63865" y="96265"/>
                  </a:cubicBezTo>
                  <a:lnTo>
                    <a:pt x="63865" y="208043"/>
                  </a:lnTo>
                  <a:lnTo>
                    <a:pt x="0" y="208043"/>
                  </a:lnTo>
                  <a:lnTo>
                    <a:pt x="0" y="2180"/>
                  </a:lnTo>
                  <a:lnTo>
                    <a:pt x="63865" y="2180"/>
                  </a:lnTo>
                  <a:lnTo>
                    <a:pt x="63865" y="29517"/>
                  </a:lnTo>
                  <a:cubicBezTo>
                    <a:pt x="70319" y="20460"/>
                    <a:pt x="79067" y="13249"/>
                    <a:pt x="90022" y="7966"/>
                  </a:cubicBezTo>
                  <a:cubicBezTo>
                    <a:pt x="100978" y="2683"/>
                    <a:pt x="113292" y="0"/>
                    <a:pt x="127050" y="0"/>
                  </a:cubicBezTo>
                  <a:cubicBezTo>
                    <a:pt x="151509" y="0"/>
                    <a:pt x="170958" y="7798"/>
                    <a:pt x="185565" y="23395"/>
                  </a:cubicBezTo>
                  <a:close/>
                </a:path>
              </a:pathLst>
            </a:custGeom>
            <a:solidFill>
              <a:srgbClr val="FFFFFF"/>
            </a:solidFill>
            <a:ln w="0" cap="flat">
              <a:noFill/>
              <a:prstDash val="solid"/>
              <a:miter/>
            </a:ln>
          </p:spPr>
          <p:txBody>
            <a:bodyPr rtlCol="0" anchor="ctr"/>
            <a:lstStyle/>
            <a:p>
              <a:endParaRPr lang="pt-BR" dirty="0"/>
            </a:p>
          </p:txBody>
        </p:sp>
        <p:sp>
          <p:nvSpPr>
            <p:cNvPr id="15" name="Forma Livre 156">
              <a:extLst>
                <a:ext uri="{FF2B5EF4-FFF2-40B4-BE49-F238E27FC236}">
                  <a16:creationId xmlns:a16="http://schemas.microsoft.com/office/drawing/2014/main" id="{9479BF94-08F9-722E-AD2E-E9C429A1F071}"/>
                </a:ext>
              </a:extLst>
            </p:cNvPr>
            <p:cNvSpPr/>
            <p:nvPr/>
          </p:nvSpPr>
          <p:spPr>
            <a:xfrm>
              <a:off x="3613804" y="1956712"/>
              <a:ext cx="207900" cy="208126"/>
            </a:xfrm>
            <a:custGeom>
              <a:avLst/>
              <a:gdLst>
                <a:gd name="connsiteX0" fmla="*/ 207731 w 207900"/>
                <a:gd name="connsiteY0" fmla="*/ 0 h 208126"/>
                <a:gd name="connsiteX1" fmla="*/ 207731 w 207900"/>
                <a:gd name="connsiteY1" fmla="*/ 205863 h 208126"/>
                <a:gd name="connsiteX2" fmla="*/ 143781 w 207900"/>
                <a:gd name="connsiteY2" fmla="*/ 205863 h 208126"/>
                <a:gd name="connsiteX3" fmla="*/ 143781 w 207900"/>
                <a:gd name="connsiteY3" fmla="*/ 177855 h 208126"/>
                <a:gd name="connsiteX4" fmla="*/ 117454 w 207900"/>
                <a:gd name="connsiteY4" fmla="*/ 199825 h 208126"/>
                <a:gd name="connsiteX5" fmla="*/ 80680 w 207900"/>
                <a:gd name="connsiteY5" fmla="*/ 208127 h 208126"/>
                <a:gd name="connsiteX6" fmla="*/ 38472 w 207900"/>
                <a:gd name="connsiteY6" fmla="*/ 197645 h 208126"/>
                <a:gd name="connsiteX7" fmla="*/ 10106 w 207900"/>
                <a:gd name="connsiteY7" fmla="*/ 167206 h 208126"/>
                <a:gd name="connsiteX8" fmla="*/ 0 w 207900"/>
                <a:gd name="connsiteY8" fmla="*/ 120331 h 208126"/>
                <a:gd name="connsiteX9" fmla="*/ 0 w 207900"/>
                <a:gd name="connsiteY9" fmla="*/ 0 h 208126"/>
                <a:gd name="connsiteX10" fmla="*/ 63525 w 207900"/>
                <a:gd name="connsiteY10" fmla="*/ 0 h 208126"/>
                <a:gd name="connsiteX11" fmla="*/ 63525 w 207900"/>
                <a:gd name="connsiteY11" fmla="*/ 111778 h 208126"/>
                <a:gd name="connsiteX12" fmla="*/ 74396 w 207900"/>
                <a:gd name="connsiteY12" fmla="*/ 143894 h 208126"/>
                <a:gd name="connsiteX13" fmla="*/ 103526 w 207900"/>
                <a:gd name="connsiteY13" fmla="*/ 155298 h 208126"/>
                <a:gd name="connsiteX14" fmla="*/ 133080 w 207900"/>
                <a:gd name="connsiteY14" fmla="*/ 143894 h 208126"/>
                <a:gd name="connsiteX15" fmla="*/ 143951 w 207900"/>
                <a:gd name="connsiteY15" fmla="*/ 111778 h 208126"/>
                <a:gd name="connsiteX16" fmla="*/ 143951 w 207900"/>
                <a:gd name="connsiteY16" fmla="*/ 0 h 208126"/>
                <a:gd name="connsiteX17" fmla="*/ 207901 w 207900"/>
                <a:gd name="connsiteY17" fmla="*/ 0 h 208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07900" h="208126">
                  <a:moveTo>
                    <a:pt x="207731" y="0"/>
                  </a:moveTo>
                  <a:lnTo>
                    <a:pt x="207731" y="205863"/>
                  </a:lnTo>
                  <a:lnTo>
                    <a:pt x="143781" y="205863"/>
                  </a:lnTo>
                  <a:lnTo>
                    <a:pt x="143781" y="177855"/>
                  </a:lnTo>
                  <a:cubicBezTo>
                    <a:pt x="137326" y="186995"/>
                    <a:pt x="128494" y="194291"/>
                    <a:pt x="117454" y="199825"/>
                  </a:cubicBezTo>
                  <a:cubicBezTo>
                    <a:pt x="106328" y="205359"/>
                    <a:pt x="94099" y="208127"/>
                    <a:pt x="80680" y="208127"/>
                  </a:cubicBezTo>
                  <a:cubicBezTo>
                    <a:pt x="64714" y="208127"/>
                    <a:pt x="50616" y="204605"/>
                    <a:pt x="38472" y="197645"/>
                  </a:cubicBezTo>
                  <a:cubicBezTo>
                    <a:pt x="26242" y="190601"/>
                    <a:pt x="16816" y="180455"/>
                    <a:pt x="10106" y="167206"/>
                  </a:cubicBezTo>
                  <a:cubicBezTo>
                    <a:pt x="3397" y="153957"/>
                    <a:pt x="0" y="138276"/>
                    <a:pt x="0" y="120331"/>
                  </a:cubicBezTo>
                  <a:lnTo>
                    <a:pt x="0" y="0"/>
                  </a:lnTo>
                  <a:lnTo>
                    <a:pt x="63525" y="0"/>
                  </a:lnTo>
                  <a:lnTo>
                    <a:pt x="63525" y="111778"/>
                  </a:lnTo>
                  <a:cubicBezTo>
                    <a:pt x="63525" y="125530"/>
                    <a:pt x="67092" y="136263"/>
                    <a:pt x="74396" y="143894"/>
                  </a:cubicBezTo>
                  <a:cubicBezTo>
                    <a:pt x="81615" y="151525"/>
                    <a:pt x="91381" y="155298"/>
                    <a:pt x="103526" y="155298"/>
                  </a:cubicBezTo>
                  <a:cubicBezTo>
                    <a:pt x="115670" y="155298"/>
                    <a:pt x="125776" y="151441"/>
                    <a:pt x="133080" y="143894"/>
                  </a:cubicBezTo>
                  <a:cubicBezTo>
                    <a:pt x="140299" y="136263"/>
                    <a:pt x="143951" y="125530"/>
                    <a:pt x="143951" y="111778"/>
                  </a:cubicBezTo>
                  <a:lnTo>
                    <a:pt x="143951" y="0"/>
                  </a:lnTo>
                  <a:lnTo>
                    <a:pt x="207901" y="0"/>
                  </a:lnTo>
                  <a:close/>
                </a:path>
              </a:pathLst>
            </a:custGeom>
            <a:solidFill>
              <a:srgbClr val="FFFFFF"/>
            </a:solidFill>
            <a:ln w="0" cap="flat">
              <a:noFill/>
              <a:prstDash val="solid"/>
              <a:miter/>
            </a:ln>
          </p:spPr>
          <p:txBody>
            <a:bodyPr rtlCol="0" anchor="ctr"/>
            <a:lstStyle/>
            <a:p>
              <a:endParaRPr lang="pt-BR" dirty="0"/>
            </a:p>
          </p:txBody>
        </p:sp>
        <p:sp>
          <p:nvSpPr>
            <p:cNvPr id="16" name="Forma Livre 157">
              <a:extLst>
                <a:ext uri="{FF2B5EF4-FFF2-40B4-BE49-F238E27FC236}">
                  <a16:creationId xmlns:a16="http://schemas.microsoft.com/office/drawing/2014/main" id="{3C0F8F2D-A296-728E-FFEB-1639AB5CD90B}"/>
                </a:ext>
              </a:extLst>
            </p:cNvPr>
            <p:cNvSpPr/>
            <p:nvPr/>
          </p:nvSpPr>
          <p:spPr>
            <a:xfrm>
              <a:off x="3854826" y="1953777"/>
              <a:ext cx="220045" cy="211732"/>
            </a:xfrm>
            <a:custGeom>
              <a:avLst/>
              <a:gdLst>
                <a:gd name="connsiteX0" fmla="*/ 12144 w 220045"/>
                <a:gd name="connsiteY0" fmla="*/ 49810 h 211732"/>
                <a:gd name="connsiteX1" fmla="*/ 45181 w 220045"/>
                <a:gd name="connsiteY1" fmla="*/ 12914 h 211732"/>
                <a:gd name="connsiteX2" fmla="*/ 91891 w 220045"/>
                <a:gd name="connsiteY2" fmla="*/ 0 h 211732"/>
                <a:gd name="connsiteX3" fmla="*/ 130532 w 220045"/>
                <a:gd name="connsiteY3" fmla="*/ 8889 h 211732"/>
                <a:gd name="connsiteX4" fmla="*/ 156180 w 220045"/>
                <a:gd name="connsiteY4" fmla="*/ 32116 h 211732"/>
                <a:gd name="connsiteX5" fmla="*/ 156180 w 220045"/>
                <a:gd name="connsiteY5" fmla="*/ 2935 h 211732"/>
                <a:gd name="connsiteX6" fmla="*/ 220045 w 220045"/>
                <a:gd name="connsiteY6" fmla="*/ 2935 h 211732"/>
                <a:gd name="connsiteX7" fmla="*/ 220045 w 220045"/>
                <a:gd name="connsiteY7" fmla="*/ 208797 h 211732"/>
                <a:gd name="connsiteX8" fmla="*/ 156180 w 220045"/>
                <a:gd name="connsiteY8" fmla="*/ 208797 h 211732"/>
                <a:gd name="connsiteX9" fmla="*/ 156180 w 220045"/>
                <a:gd name="connsiteY9" fmla="*/ 179616 h 211732"/>
                <a:gd name="connsiteX10" fmla="*/ 130193 w 220045"/>
                <a:gd name="connsiteY10" fmla="*/ 202844 h 211732"/>
                <a:gd name="connsiteX11" fmla="*/ 91551 w 220045"/>
                <a:gd name="connsiteY11" fmla="*/ 211732 h 211732"/>
                <a:gd name="connsiteX12" fmla="*/ 45181 w 220045"/>
                <a:gd name="connsiteY12" fmla="*/ 198651 h 211732"/>
                <a:gd name="connsiteX13" fmla="*/ 12144 w 220045"/>
                <a:gd name="connsiteY13" fmla="*/ 161420 h 211732"/>
                <a:gd name="connsiteX14" fmla="*/ 0 w 220045"/>
                <a:gd name="connsiteY14" fmla="*/ 105489 h 211732"/>
                <a:gd name="connsiteX15" fmla="*/ 12144 w 220045"/>
                <a:gd name="connsiteY15" fmla="*/ 49726 h 211732"/>
                <a:gd name="connsiteX16" fmla="*/ 142932 w 220045"/>
                <a:gd name="connsiteY16" fmla="*/ 68593 h 211732"/>
                <a:gd name="connsiteX17" fmla="*/ 110575 w 220045"/>
                <a:gd name="connsiteY17" fmla="*/ 54925 h 211732"/>
                <a:gd name="connsiteX18" fmla="*/ 78218 w 220045"/>
                <a:gd name="connsiteY18" fmla="*/ 68425 h 211732"/>
                <a:gd name="connsiteX19" fmla="*/ 64969 w 220045"/>
                <a:gd name="connsiteY19" fmla="*/ 105489 h 211732"/>
                <a:gd name="connsiteX20" fmla="*/ 78218 w 220045"/>
                <a:gd name="connsiteY20" fmla="*/ 142972 h 211732"/>
                <a:gd name="connsiteX21" fmla="*/ 110575 w 220045"/>
                <a:gd name="connsiteY21" fmla="*/ 156808 h 211732"/>
                <a:gd name="connsiteX22" fmla="*/ 142932 w 220045"/>
                <a:gd name="connsiteY22" fmla="*/ 143139 h 211732"/>
                <a:gd name="connsiteX23" fmla="*/ 156180 w 220045"/>
                <a:gd name="connsiteY23" fmla="*/ 105908 h 211732"/>
                <a:gd name="connsiteX24" fmla="*/ 142932 w 220045"/>
                <a:gd name="connsiteY24" fmla="*/ 68677 h 211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0045" h="211732">
                  <a:moveTo>
                    <a:pt x="12144" y="49810"/>
                  </a:moveTo>
                  <a:cubicBezTo>
                    <a:pt x="20213" y="33793"/>
                    <a:pt x="31253" y="21551"/>
                    <a:pt x="45181" y="12914"/>
                  </a:cubicBezTo>
                  <a:cubicBezTo>
                    <a:pt x="59109" y="4277"/>
                    <a:pt x="74736" y="0"/>
                    <a:pt x="91891" y="0"/>
                  </a:cubicBezTo>
                  <a:cubicBezTo>
                    <a:pt x="106583" y="0"/>
                    <a:pt x="119492" y="2935"/>
                    <a:pt x="130532" y="8889"/>
                  </a:cubicBezTo>
                  <a:cubicBezTo>
                    <a:pt x="141658" y="14758"/>
                    <a:pt x="150150" y="22557"/>
                    <a:pt x="156180" y="32116"/>
                  </a:cubicBezTo>
                  <a:lnTo>
                    <a:pt x="156180" y="2935"/>
                  </a:lnTo>
                  <a:lnTo>
                    <a:pt x="220045" y="2935"/>
                  </a:lnTo>
                  <a:lnTo>
                    <a:pt x="220045" y="208797"/>
                  </a:lnTo>
                  <a:lnTo>
                    <a:pt x="156180" y="208797"/>
                  </a:lnTo>
                  <a:lnTo>
                    <a:pt x="156180" y="179616"/>
                  </a:lnTo>
                  <a:cubicBezTo>
                    <a:pt x="149981" y="189175"/>
                    <a:pt x="141318" y="196974"/>
                    <a:pt x="130193" y="202844"/>
                  </a:cubicBezTo>
                  <a:cubicBezTo>
                    <a:pt x="119067" y="208714"/>
                    <a:pt x="106243" y="211732"/>
                    <a:pt x="91551" y="211732"/>
                  </a:cubicBezTo>
                  <a:cubicBezTo>
                    <a:pt x="74566" y="211732"/>
                    <a:pt x="59194" y="207372"/>
                    <a:pt x="45181" y="198651"/>
                  </a:cubicBezTo>
                  <a:cubicBezTo>
                    <a:pt x="31168" y="189930"/>
                    <a:pt x="20213" y="177520"/>
                    <a:pt x="12144" y="161420"/>
                  </a:cubicBezTo>
                  <a:cubicBezTo>
                    <a:pt x="4076" y="145320"/>
                    <a:pt x="0" y="126704"/>
                    <a:pt x="0" y="105489"/>
                  </a:cubicBezTo>
                  <a:cubicBezTo>
                    <a:pt x="0" y="84274"/>
                    <a:pt x="4076" y="65742"/>
                    <a:pt x="12144" y="49726"/>
                  </a:cubicBezTo>
                  <a:close/>
                  <a:moveTo>
                    <a:pt x="142932" y="68593"/>
                  </a:moveTo>
                  <a:cubicBezTo>
                    <a:pt x="134099" y="59537"/>
                    <a:pt x="123314" y="54925"/>
                    <a:pt x="110575" y="54925"/>
                  </a:cubicBezTo>
                  <a:cubicBezTo>
                    <a:pt x="97836" y="54925"/>
                    <a:pt x="87050" y="59453"/>
                    <a:pt x="78218" y="68425"/>
                  </a:cubicBezTo>
                  <a:cubicBezTo>
                    <a:pt x="69385" y="77398"/>
                    <a:pt x="64969" y="89808"/>
                    <a:pt x="64969" y="105489"/>
                  </a:cubicBezTo>
                  <a:cubicBezTo>
                    <a:pt x="64969" y="121170"/>
                    <a:pt x="69385" y="133748"/>
                    <a:pt x="78218" y="142972"/>
                  </a:cubicBezTo>
                  <a:cubicBezTo>
                    <a:pt x="87050" y="152196"/>
                    <a:pt x="97836" y="156808"/>
                    <a:pt x="110575" y="156808"/>
                  </a:cubicBezTo>
                  <a:cubicBezTo>
                    <a:pt x="123314" y="156808"/>
                    <a:pt x="134014" y="152280"/>
                    <a:pt x="142932" y="143139"/>
                  </a:cubicBezTo>
                  <a:cubicBezTo>
                    <a:pt x="151764" y="134083"/>
                    <a:pt x="156180" y="121589"/>
                    <a:pt x="156180" y="105908"/>
                  </a:cubicBezTo>
                  <a:cubicBezTo>
                    <a:pt x="156180" y="90227"/>
                    <a:pt x="151764" y="77733"/>
                    <a:pt x="142932" y="68677"/>
                  </a:cubicBezTo>
                  <a:close/>
                </a:path>
              </a:pathLst>
            </a:custGeom>
            <a:solidFill>
              <a:srgbClr val="FFFFFF"/>
            </a:solidFill>
            <a:ln w="0" cap="flat">
              <a:noFill/>
              <a:prstDash val="solid"/>
              <a:miter/>
            </a:ln>
          </p:spPr>
          <p:txBody>
            <a:bodyPr rtlCol="0" anchor="ctr"/>
            <a:lstStyle/>
            <a:p>
              <a:endParaRPr lang="pt-BR" dirty="0"/>
            </a:p>
          </p:txBody>
        </p:sp>
      </p:grpSp>
    </p:spTree>
    <p:extLst>
      <p:ext uri="{BB962C8B-B14F-4D97-AF65-F5344CB8AC3E}">
        <p14:creationId xmlns:p14="http://schemas.microsoft.com/office/powerpoint/2010/main" val="24684575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8BD025F-FBB8-7F57-1F74-B4BFBE5CAB2B}"/>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1875FA50-DC52-F4F8-FA89-27DB00D32738}"/>
              </a:ext>
            </a:extLst>
          </p:cNvPr>
          <p:cNvSpPr/>
          <p:nvPr/>
        </p:nvSpPr>
        <p:spPr>
          <a:xfrm>
            <a:off x="0" y="1178388"/>
            <a:ext cx="18288000" cy="739587"/>
          </a:xfrm>
          <a:prstGeom prst="rect">
            <a:avLst/>
          </a:prstGeom>
          <a:solidFill>
            <a:srgbClr val="2856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7" name="Conector Reto 6">
            <a:extLst>
              <a:ext uri="{FF2B5EF4-FFF2-40B4-BE49-F238E27FC236}">
                <a16:creationId xmlns:a16="http://schemas.microsoft.com/office/drawing/2014/main" id="{0EBAF41E-00F8-1BB2-FD0A-282F834336DA}"/>
              </a:ext>
            </a:extLst>
          </p:cNvPr>
          <p:cNvCxnSpPr>
            <a:cxnSpLocks/>
          </p:cNvCxnSpPr>
          <p:nvPr/>
        </p:nvCxnSpPr>
        <p:spPr>
          <a:xfrm flipV="1">
            <a:off x="868312" y="1705545"/>
            <a:ext cx="0" cy="6808035"/>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20" name="CaixaDeTexto 3">
            <a:extLst>
              <a:ext uri="{FF2B5EF4-FFF2-40B4-BE49-F238E27FC236}">
                <a16:creationId xmlns:a16="http://schemas.microsoft.com/office/drawing/2014/main" id="{BE4B2C06-3B3B-0460-1959-7049D7A4838E}"/>
              </a:ext>
            </a:extLst>
          </p:cNvPr>
          <p:cNvSpPr txBox="1"/>
          <p:nvPr/>
        </p:nvSpPr>
        <p:spPr>
          <a:xfrm>
            <a:off x="1478279" y="2146575"/>
            <a:ext cx="16068849" cy="3536224"/>
          </a:xfrm>
          <a:prstGeom prst="rect">
            <a:avLst/>
          </a:prstGeom>
          <a:noFill/>
          <a:ln>
            <a:noFill/>
          </a:ln>
        </p:spPr>
        <p:txBody>
          <a:bodyPr wrap="square" lIns="91440" tIns="45720" rIns="91440" bIns="4572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 &lt;/ul&gt;</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  &lt;/nav&gt;</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  &lt;button class="primary-button"&gt;Clique aqui&lt;/button&gt;</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&lt;/body&gt;</a:t>
            </a:r>
          </a:p>
          <a:p>
            <a:pPr>
              <a:lnSpc>
                <a:spcPct val="107000"/>
              </a:lnSpc>
              <a:spcAft>
                <a:spcPts val="800"/>
              </a:spcAft>
            </a:pPr>
            <a:r>
              <a:rPr lang="pt-BR" kern="100" dirty="0">
                <a:effectLst/>
                <a:latin typeface="Poppins" panose="00000500000000000000" pitchFamily="2" charset="0"/>
                <a:ea typeface="Aptos" panose="020B0004020202020204" pitchFamily="34" charset="0"/>
                <a:cs typeface="Poppins" panose="00000500000000000000" pitchFamily="2" charset="0"/>
              </a:rPr>
              <a:t>&lt;/html&gt;</a:t>
            </a:r>
          </a:p>
          <a:p>
            <a:pPr>
              <a:lnSpc>
                <a:spcPct val="107000"/>
              </a:lnSpc>
              <a:spcAft>
                <a:spcPts val="800"/>
              </a:spcAft>
            </a:pPr>
            <a:endParaRPr lang="pt-BR" kern="100" dirty="0">
              <a:effectLst/>
              <a:latin typeface="Poppins" panose="00000500000000000000" pitchFamily="2" charset="0"/>
              <a:ea typeface="Aptos" panose="020B0004020202020204" pitchFamily="34" charset="0"/>
              <a:cs typeface="Poppins" panose="00000500000000000000" pitchFamily="2" charset="0"/>
            </a:endParaRPr>
          </a:p>
          <a:p>
            <a:pPr marL="285750" indent="-285750">
              <a:lnSpc>
                <a:spcPct val="107000"/>
              </a:lnSpc>
              <a:spcAft>
                <a:spcPts val="800"/>
              </a:spcAft>
              <a:buFont typeface="Arial" panose="020B0604020202020204" pitchFamily="34" charset="0"/>
              <a:buChar char="•"/>
            </a:pPr>
            <a:r>
              <a:rPr lang="pt-BR" kern="100" dirty="0">
                <a:effectLst/>
                <a:latin typeface="Poppins" panose="00000500000000000000" pitchFamily="2" charset="0"/>
                <a:ea typeface="Aptos" panose="020B0004020202020204" pitchFamily="34" charset="0"/>
                <a:cs typeface="Poppins" panose="00000500000000000000" pitchFamily="2" charset="0"/>
              </a:rPr>
              <a:t>O navegador deve exibir um menu de navegação estilizado com cores e efeitos hover.</a:t>
            </a:r>
          </a:p>
          <a:p>
            <a:pPr marL="285750" indent="-285750">
              <a:lnSpc>
                <a:spcPct val="107000"/>
              </a:lnSpc>
              <a:spcAft>
                <a:spcPts val="800"/>
              </a:spcAft>
              <a:buFont typeface="Arial" panose="020B0604020202020204" pitchFamily="34" charset="0"/>
              <a:buChar char="•"/>
            </a:pPr>
            <a:r>
              <a:rPr lang="pt-BR" kern="100" dirty="0">
                <a:effectLst/>
                <a:latin typeface="Poppins" panose="00000500000000000000" pitchFamily="2" charset="0"/>
                <a:ea typeface="Aptos" panose="020B0004020202020204" pitchFamily="34" charset="0"/>
                <a:cs typeface="Poppins" panose="00000500000000000000" pitchFamily="2" charset="0"/>
              </a:rPr>
              <a:t>Um botão estilizado usando as propriedades criadas no pré-processador.</a:t>
            </a:r>
          </a:p>
          <a:p>
            <a:pPr marL="285750" indent="-285750">
              <a:lnSpc>
                <a:spcPct val="107000"/>
              </a:lnSpc>
              <a:spcAft>
                <a:spcPts val="800"/>
              </a:spcAft>
              <a:buFont typeface="Arial" panose="020B0604020202020204" pitchFamily="34" charset="0"/>
              <a:buChar char="•"/>
            </a:pPr>
            <a:r>
              <a:rPr lang="pt-BR" kern="100" dirty="0">
                <a:effectLst/>
                <a:latin typeface="Poppins" panose="00000500000000000000" pitchFamily="2" charset="0"/>
                <a:ea typeface="Aptos" panose="020B0004020202020204" pitchFamily="34" charset="0"/>
                <a:cs typeface="Poppins" panose="00000500000000000000" pitchFamily="2" charset="0"/>
              </a:rPr>
              <a:t>Ao final da atividade, o aluno deverá entender como usar SASS e LESS para criar estilos dinâmicos, eficientes e reutilizáveis. A compilação correta e a aplicação prática no navegador são sinais de que a atividade foi bem-sucedida.</a:t>
            </a:r>
          </a:p>
          <a:p>
            <a:endParaRPr lang="pt-BR" dirty="0"/>
          </a:p>
        </p:txBody>
      </p:sp>
      <p:sp>
        <p:nvSpPr>
          <p:cNvPr id="8" name="CaixaDeTexto 7">
            <a:extLst>
              <a:ext uri="{FF2B5EF4-FFF2-40B4-BE49-F238E27FC236}">
                <a16:creationId xmlns:a16="http://schemas.microsoft.com/office/drawing/2014/main" id="{D7191F36-0E1B-F163-715C-5D5EA322A795}"/>
              </a:ext>
            </a:extLst>
          </p:cNvPr>
          <p:cNvSpPr txBox="1"/>
          <p:nvPr/>
        </p:nvSpPr>
        <p:spPr>
          <a:xfrm>
            <a:off x="1478280" y="1193628"/>
            <a:ext cx="8884920" cy="920061"/>
          </a:xfrm>
          <a:prstGeom prst="rect">
            <a:avLst/>
          </a:prstGeom>
          <a:noFill/>
          <a:ln>
            <a:noFill/>
          </a:ln>
        </p:spPr>
        <p:txBody>
          <a:bodyPr spcFirstLastPara="1" wrap="none" lIns="91425" tIns="45700" rIns="91425" bIns="45700" rtlCol="0" anchor="t" anchorCtr="0">
            <a:noAutofit/>
          </a:bodyPr>
          <a:lstStyle/>
          <a:p>
            <a:pPr algn="l"/>
            <a:r>
              <a:rPr lang="pt-BR" sz="4500" b="1" dirty="0">
                <a:solidFill>
                  <a:schemeClr val="bg1"/>
                </a:solidFill>
                <a:latin typeface="Poppins" pitchFamily="2" charset="77"/>
                <a:cs typeface="Poppins" pitchFamily="2" charset="77"/>
              </a:rPr>
              <a:t>Slide 7</a:t>
            </a:r>
            <a:endParaRPr lang="pt-BR" sz="4800" b="1" dirty="0">
              <a:solidFill>
                <a:schemeClr val="bg1"/>
              </a:solidFill>
              <a:latin typeface="Poppins" pitchFamily="2" charset="77"/>
              <a:cs typeface="Poppins" pitchFamily="2" charset="77"/>
            </a:endParaRPr>
          </a:p>
        </p:txBody>
      </p:sp>
      <p:sp>
        <p:nvSpPr>
          <p:cNvPr id="3" name="Oval 8">
            <a:extLst>
              <a:ext uri="{FF2B5EF4-FFF2-40B4-BE49-F238E27FC236}">
                <a16:creationId xmlns:a16="http://schemas.microsoft.com/office/drawing/2014/main" id="{B68E10B8-042F-E1F2-AC14-48128E3E98A6}"/>
              </a:ext>
            </a:extLst>
          </p:cNvPr>
          <p:cNvSpPr/>
          <p:nvPr/>
        </p:nvSpPr>
        <p:spPr>
          <a:xfrm>
            <a:off x="614957" y="2073949"/>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pic>
        <p:nvPicPr>
          <p:cNvPr id="6" name="Gráfico 5">
            <a:extLst>
              <a:ext uri="{FF2B5EF4-FFF2-40B4-BE49-F238E27FC236}">
                <a16:creationId xmlns:a16="http://schemas.microsoft.com/office/drawing/2014/main" id="{01792E42-C319-C686-5587-CAB686B6C1D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0869" y="2155130"/>
            <a:ext cx="312039" cy="400050"/>
          </a:xfrm>
          <a:prstGeom prst="rect">
            <a:avLst/>
          </a:prstGeom>
        </p:spPr>
      </p:pic>
    </p:spTree>
    <p:extLst>
      <p:ext uri="{BB962C8B-B14F-4D97-AF65-F5344CB8AC3E}">
        <p14:creationId xmlns:p14="http://schemas.microsoft.com/office/powerpoint/2010/main" val="42903544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53C320C-E85C-2A25-01D0-14E80086B4BC}"/>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DE8C7C4B-AEA4-1F68-D9A5-42B1F56D16B6}"/>
              </a:ext>
            </a:extLst>
          </p:cNvPr>
          <p:cNvSpPr/>
          <p:nvPr/>
        </p:nvSpPr>
        <p:spPr>
          <a:xfrm>
            <a:off x="0" y="1178388"/>
            <a:ext cx="18288000" cy="739587"/>
          </a:xfrm>
          <a:prstGeom prst="rect">
            <a:avLst/>
          </a:prstGeom>
          <a:solidFill>
            <a:srgbClr val="2856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7" name="Conector Reto 6">
            <a:extLst>
              <a:ext uri="{FF2B5EF4-FFF2-40B4-BE49-F238E27FC236}">
                <a16:creationId xmlns:a16="http://schemas.microsoft.com/office/drawing/2014/main" id="{4BCE987F-0261-7B17-DEDC-54E5126EB5C1}"/>
              </a:ext>
            </a:extLst>
          </p:cNvPr>
          <p:cNvCxnSpPr>
            <a:cxnSpLocks/>
          </p:cNvCxnSpPr>
          <p:nvPr/>
        </p:nvCxnSpPr>
        <p:spPr>
          <a:xfrm flipV="1">
            <a:off x="868312" y="1660940"/>
            <a:ext cx="0" cy="4892260"/>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6" name="CaixaDeTexto 5">
            <a:extLst>
              <a:ext uri="{FF2B5EF4-FFF2-40B4-BE49-F238E27FC236}">
                <a16:creationId xmlns:a16="http://schemas.microsoft.com/office/drawing/2014/main" id="{47D26117-789C-A18F-D975-A3DB3577DE01}"/>
              </a:ext>
            </a:extLst>
          </p:cNvPr>
          <p:cNvSpPr txBox="1"/>
          <p:nvPr/>
        </p:nvSpPr>
        <p:spPr>
          <a:xfrm>
            <a:off x="1478280" y="1193628"/>
            <a:ext cx="8884920" cy="920061"/>
          </a:xfrm>
          <a:prstGeom prst="rect">
            <a:avLst/>
          </a:prstGeom>
          <a:noFill/>
          <a:ln>
            <a:noFill/>
          </a:ln>
        </p:spPr>
        <p:txBody>
          <a:bodyPr spcFirstLastPara="1" wrap="none" lIns="91425" tIns="45700" rIns="91425" bIns="45700" rtlCol="0" anchor="t" anchorCtr="0">
            <a:noAutofit/>
          </a:bodyPr>
          <a:lstStyle/>
          <a:p>
            <a:pPr algn="l"/>
            <a:r>
              <a:rPr lang="pt-BR" sz="4500" b="1" dirty="0">
                <a:solidFill>
                  <a:schemeClr val="bg1"/>
                </a:solidFill>
                <a:latin typeface="Poppins" pitchFamily="2" charset="77"/>
                <a:cs typeface="Poppins" pitchFamily="2" charset="77"/>
              </a:rPr>
              <a:t>Slides 8 e 9</a:t>
            </a:r>
            <a:endParaRPr lang="pt-BR" sz="4800" b="1" dirty="0">
              <a:solidFill>
                <a:schemeClr val="bg1"/>
              </a:solidFill>
              <a:latin typeface="Poppins" pitchFamily="2" charset="77"/>
              <a:cs typeface="Poppins" pitchFamily="2" charset="77"/>
            </a:endParaRPr>
          </a:p>
        </p:txBody>
      </p:sp>
      <p:sp>
        <p:nvSpPr>
          <p:cNvPr id="20" name="CaixaDeTexto 3">
            <a:extLst>
              <a:ext uri="{FF2B5EF4-FFF2-40B4-BE49-F238E27FC236}">
                <a16:creationId xmlns:a16="http://schemas.microsoft.com/office/drawing/2014/main" id="{7BF3A750-7A1C-B49C-D4DA-BB12A10EC0A4}"/>
              </a:ext>
            </a:extLst>
          </p:cNvPr>
          <p:cNvSpPr txBox="1"/>
          <p:nvPr/>
        </p:nvSpPr>
        <p:spPr>
          <a:xfrm>
            <a:off x="1478280" y="2222775"/>
            <a:ext cx="15377160" cy="307777"/>
          </a:xfrm>
          <a:prstGeom prst="rect">
            <a:avLst/>
          </a:prstGeom>
          <a:noFill/>
          <a:ln>
            <a:noFill/>
          </a:ln>
        </p:spPr>
        <p:txBody>
          <a:bodyPr wrap="square" lIns="91440" tIns="45720" rIns="91440" bIns="4572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pt-BR" b="1" dirty="0">
                <a:latin typeface="Poppins"/>
                <a:cs typeface="Poppins"/>
              </a:rPr>
              <a:t>Tempo: </a:t>
            </a:r>
            <a:r>
              <a:rPr lang="pt-BR" dirty="0">
                <a:latin typeface="Poppins"/>
                <a:cs typeface="Poppins"/>
              </a:rPr>
              <a:t>3 minutos.</a:t>
            </a:r>
          </a:p>
        </p:txBody>
      </p:sp>
      <p:sp>
        <p:nvSpPr>
          <p:cNvPr id="19" name="Oval 11">
            <a:extLst>
              <a:ext uri="{FF2B5EF4-FFF2-40B4-BE49-F238E27FC236}">
                <a16:creationId xmlns:a16="http://schemas.microsoft.com/office/drawing/2014/main" id="{1AE79E3F-64B3-B315-CC8F-A46B08FB1EB2}"/>
              </a:ext>
            </a:extLst>
          </p:cNvPr>
          <p:cNvSpPr/>
          <p:nvPr/>
        </p:nvSpPr>
        <p:spPr>
          <a:xfrm>
            <a:off x="603432" y="2071436"/>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pic>
        <p:nvPicPr>
          <p:cNvPr id="21" name="Imagem 20">
            <a:extLst>
              <a:ext uri="{FF2B5EF4-FFF2-40B4-BE49-F238E27FC236}">
                <a16:creationId xmlns:a16="http://schemas.microsoft.com/office/drawing/2014/main" id="{0DB436DA-B86E-4B63-3A9C-33CBFB0230C1}"/>
              </a:ext>
            </a:extLst>
          </p:cNvPr>
          <p:cNvPicPr>
            <a:picLocks noChangeAspect="1"/>
          </p:cNvPicPr>
          <p:nvPr/>
        </p:nvPicPr>
        <p:blipFill>
          <a:blip r:embed="rId3"/>
          <a:srcRect/>
          <a:stretch/>
        </p:blipFill>
        <p:spPr>
          <a:xfrm>
            <a:off x="778969" y="2215615"/>
            <a:ext cx="235287" cy="282344"/>
          </a:xfrm>
          <a:prstGeom prst="rect">
            <a:avLst/>
          </a:prstGeom>
        </p:spPr>
      </p:pic>
      <p:sp>
        <p:nvSpPr>
          <p:cNvPr id="26" name="CaixaDeTexto 25">
            <a:extLst>
              <a:ext uri="{FF2B5EF4-FFF2-40B4-BE49-F238E27FC236}">
                <a16:creationId xmlns:a16="http://schemas.microsoft.com/office/drawing/2014/main" id="{9F987D56-C1B5-6927-AC72-0C1D37579872}"/>
              </a:ext>
            </a:extLst>
          </p:cNvPr>
          <p:cNvSpPr txBox="1"/>
          <p:nvPr/>
        </p:nvSpPr>
        <p:spPr>
          <a:xfrm>
            <a:off x="1478280" y="3078790"/>
            <a:ext cx="16144702" cy="3754874"/>
          </a:xfrm>
          <a:prstGeom prst="rect">
            <a:avLst/>
          </a:prstGeom>
          <a:noFill/>
          <a:ln>
            <a:noFill/>
          </a:ln>
        </p:spPr>
        <p:txBody>
          <a:bodyPr wrap="square">
            <a:spAutoFit/>
          </a:bodyPr>
          <a:lstStyle/>
          <a:p>
            <a:r>
              <a:rPr lang="pt-BR" b="1" dirty="0">
                <a:latin typeface="Poppins" panose="00000500000000000000" pitchFamily="2" charset="0"/>
                <a:cs typeface="Poppins" panose="00000500000000000000" pitchFamily="2" charset="0"/>
              </a:rPr>
              <a:t>Feedback AVA: </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pt-BR" dirty="0">
                <a:solidFill>
                  <a:schemeClr val="tx1"/>
                </a:solidFill>
                <a:latin typeface="Poppins" panose="00000500000000000000" pitchFamily="2" charset="0"/>
                <a:cs typeface="Poppins" panose="00000500000000000000" pitchFamily="2" charset="0"/>
              </a:rPr>
              <a:t>Correto! O uso do -g indica que o SASS será instalado globalmente, tornando-o acessível em qualquer lugar.</a:t>
            </a:r>
          </a:p>
          <a:p>
            <a:endParaRPr lang="pt-BR" dirty="0">
              <a:solidFill>
                <a:schemeClr val="tx1"/>
              </a:solidFill>
              <a:latin typeface="Poppins" panose="00000500000000000000" pitchFamily="2" charset="0"/>
              <a:cs typeface="Poppins" panose="00000500000000000000" pitchFamily="2" charset="0"/>
            </a:endParaRPr>
          </a:p>
          <a:p>
            <a:r>
              <a:rPr lang="pt-BR" b="1" dirty="0">
                <a:latin typeface="Poppins" panose="00000500000000000000" pitchFamily="2" charset="0"/>
                <a:cs typeface="Poppins" panose="00000500000000000000" pitchFamily="2" charset="0"/>
              </a:rPr>
              <a:t>Feedback geral:</a:t>
            </a:r>
          </a:p>
          <a:p>
            <a:endParaRPr lang="pt-BR" b="1" dirty="0">
              <a:latin typeface="Poppins" panose="00000500000000000000" pitchFamily="2" charset="0"/>
              <a:cs typeface="Poppins" panose="00000500000000000000" pitchFamily="2" charset="0"/>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pt-BR" dirty="0">
                <a:solidFill>
                  <a:schemeClr val="tx1"/>
                </a:solidFill>
                <a:latin typeface="Poppins" panose="00000500000000000000" pitchFamily="2" charset="0"/>
                <a:cs typeface="Poppins" panose="00000500000000000000" pitchFamily="2" charset="0"/>
              </a:rPr>
              <a:t>npm install sass: </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pt-BR" dirty="0">
                <a:solidFill>
                  <a:schemeClr val="tx1"/>
                </a:solidFill>
                <a:latin typeface="Poppins" panose="00000500000000000000" pitchFamily="2" charset="0"/>
                <a:cs typeface="Poppins" panose="00000500000000000000" pitchFamily="2" charset="0"/>
              </a:rPr>
              <a:t>Incorreto. Este comando instala o SASS localmente, mas não globalmente.</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pt-BR" dirty="0">
              <a:solidFill>
                <a:schemeClr val="tx1"/>
              </a:solidFill>
              <a:latin typeface="Poppins" panose="00000500000000000000" pitchFamily="2" charset="0"/>
              <a:cs typeface="Poppins" panose="00000500000000000000" pitchFamily="2" charset="0"/>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pt-BR" dirty="0">
                <a:solidFill>
                  <a:schemeClr val="tx1"/>
                </a:solidFill>
                <a:latin typeface="Poppins" panose="00000500000000000000" pitchFamily="2" charset="0"/>
                <a:cs typeface="Poppins" panose="00000500000000000000" pitchFamily="2" charset="0"/>
              </a:rPr>
              <a:t>npm install -g sass: </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pt-BR" dirty="0">
                <a:solidFill>
                  <a:schemeClr val="tx1"/>
                </a:solidFill>
                <a:latin typeface="Poppins" panose="00000500000000000000" pitchFamily="2" charset="0"/>
                <a:cs typeface="Poppins" panose="00000500000000000000" pitchFamily="2" charset="0"/>
              </a:rPr>
              <a:t>Correto! O uso do -g indica que o SASS será instalado globalmente, tornando-o acessível em qualquer lugar.</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pt-BR" dirty="0">
              <a:solidFill>
                <a:schemeClr val="tx1"/>
              </a:solidFill>
              <a:latin typeface="Poppins" panose="00000500000000000000" pitchFamily="2" charset="0"/>
              <a:cs typeface="Poppins" panose="00000500000000000000" pitchFamily="2" charset="0"/>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pt-BR" dirty="0">
                <a:solidFill>
                  <a:schemeClr val="tx1"/>
                </a:solidFill>
                <a:latin typeface="Poppins" panose="00000500000000000000" pitchFamily="2" charset="0"/>
                <a:cs typeface="Poppins" panose="00000500000000000000" pitchFamily="2" charset="0"/>
              </a:rPr>
              <a:t>sass install: </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pt-BR" dirty="0">
                <a:solidFill>
                  <a:schemeClr val="tx1"/>
                </a:solidFill>
                <a:latin typeface="Poppins" panose="00000500000000000000" pitchFamily="2" charset="0"/>
                <a:cs typeface="Poppins" panose="00000500000000000000" pitchFamily="2" charset="0"/>
              </a:rPr>
              <a:t>Incorreto. Este comando não é reconhecido pelo gerenciador de pacotes npm. </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pt-BR" dirty="0">
              <a:solidFill>
                <a:schemeClr val="tx1"/>
              </a:solidFill>
              <a:latin typeface="Poppins" panose="00000500000000000000" pitchFamily="2" charset="0"/>
              <a:cs typeface="Poppins" panose="00000500000000000000" pitchFamily="2" charset="0"/>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pt-BR" dirty="0">
                <a:solidFill>
                  <a:schemeClr val="tx1"/>
                </a:solidFill>
                <a:latin typeface="Poppins" panose="00000500000000000000" pitchFamily="2" charset="0"/>
                <a:cs typeface="Poppins" panose="00000500000000000000" pitchFamily="2" charset="0"/>
              </a:rPr>
              <a:t>npm sass install -g: </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pt-BR" dirty="0">
                <a:solidFill>
                  <a:schemeClr val="tx1"/>
                </a:solidFill>
                <a:latin typeface="Poppins" panose="00000500000000000000" pitchFamily="2" charset="0"/>
                <a:cs typeface="Poppins" panose="00000500000000000000" pitchFamily="2" charset="0"/>
              </a:rPr>
              <a:t>Incorreto. A ordem dos argumentos está errada.</a:t>
            </a:r>
          </a:p>
          <a:p>
            <a:pPr marL="0" lvl="0" indent="0" algn="l" rtl="0">
              <a:lnSpc>
                <a:spcPct val="100000"/>
              </a:lnSpc>
              <a:spcBef>
                <a:spcPts val="0"/>
              </a:spcBef>
              <a:spcAft>
                <a:spcPts val="0"/>
              </a:spcAft>
              <a:buSzPts val="1400"/>
              <a:buNone/>
            </a:pPr>
            <a:endParaRPr lang="pt-BR" dirty="0">
              <a:latin typeface="Poppins" panose="00000500000000000000" pitchFamily="2" charset="0"/>
              <a:cs typeface="Poppins" panose="00000500000000000000" pitchFamily="2" charset="0"/>
            </a:endParaRPr>
          </a:p>
        </p:txBody>
      </p:sp>
      <p:sp>
        <p:nvSpPr>
          <p:cNvPr id="27" name="Oval 8">
            <a:extLst>
              <a:ext uri="{FF2B5EF4-FFF2-40B4-BE49-F238E27FC236}">
                <a16:creationId xmlns:a16="http://schemas.microsoft.com/office/drawing/2014/main" id="{92B2957C-CE33-E5CF-0877-04FCB4765FEB}"/>
              </a:ext>
            </a:extLst>
          </p:cNvPr>
          <p:cNvSpPr/>
          <p:nvPr/>
        </p:nvSpPr>
        <p:spPr>
          <a:xfrm>
            <a:off x="606105" y="2940024"/>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pic>
        <p:nvPicPr>
          <p:cNvPr id="28" name="Gráfico 27">
            <a:extLst>
              <a:ext uri="{FF2B5EF4-FFF2-40B4-BE49-F238E27FC236}">
                <a16:creationId xmlns:a16="http://schemas.microsoft.com/office/drawing/2014/main" id="{56B9FA5C-9A30-EFCF-57DA-740DF9F40BD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2017" y="3021205"/>
            <a:ext cx="312039" cy="400050"/>
          </a:xfrm>
          <a:prstGeom prst="rect">
            <a:avLst/>
          </a:prstGeom>
        </p:spPr>
      </p:pic>
    </p:spTree>
    <p:extLst>
      <p:ext uri="{BB962C8B-B14F-4D97-AF65-F5344CB8AC3E}">
        <p14:creationId xmlns:p14="http://schemas.microsoft.com/office/powerpoint/2010/main" val="13227989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9648F11-0FA5-BD65-BCA7-F456F4872CA6}"/>
            </a:ext>
          </a:extLst>
        </p:cNvPr>
        <p:cNvGrpSpPr/>
        <p:nvPr/>
      </p:nvGrpSpPr>
      <p:grpSpPr>
        <a:xfrm>
          <a:off x="0" y="0"/>
          <a:ext cx="0" cy="0"/>
          <a:chOff x="0" y="0"/>
          <a:chExt cx="0" cy="0"/>
        </a:xfrm>
      </p:grpSpPr>
      <p:sp>
        <p:nvSpPr>
          <p:cNvPr id="5" name="Retângulo 4">
            <a:extLst>
              <a:ext uri="{FF2B5EF4-FFF2-40B4-BE49-F238E27FC236}">
                <a16:creationId xmlns:a16="http://schemas.microsoft.com/office/drawing/2014/main" id="{B6599FF6-2FF8-B991-5A3C-0C27CD901617}"/>
              </a:ext>
            </a:extLst>
          </p:cNvPr>
          <p:cNvSpPr/>
          <p:nvPr/>
        </p:nvSpPr>
        <p:spPr>
          <a:xfrm>
            <a:off x="0" y="888459"/>
            <a:ext cx="18288000" cy="739587"/>
          </a:xfrm>
          <a:prstGeom prst="rect">
            <a:avLst/>
          </a:prstGeom>
          <a:solidFill>
            <a:srgbClr val="2856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7" name="Conector Reto 6">
            <a:extLst>
              <a:ext uri="{FF2B5EF4-FFF2-40B4-BE49-F238E27FC236}">
                <a16:creationId xmlns:a16="http://schemas.microsoft.com/office/drawing/2014/main" id="{F30EE688-D6C2-AC8D-C241-1F01BA24B814}"/>
              </a:ext>
            </a:extLst>
          </p:cNvPr>
          <p:cNvCxnSpPr>
            <a:cxnSpLocks/>
          </p:cNvCxnSpPr>
          <p:nvPr/>
        </p:nvCxnSpPr>
        <p:spPr>
          <a:xfrm flipV="1">
            <a:off x="868312" y="1281801"/>
            <a:ext cx="0" cy="6808035"/>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6" name="CaixaDeTexto 5">
            <a:extLst>
              <a:ext uri="{FF2B5EF4-FFF2-40B4-BE49-F238E27FC236}">
                <a16:creationId xmlns:a16="http://schemas.microsoft.com/office/drawing/2014/main" id="{018E1895-108F-B35E-1612-813C7730E01F}"/>
              </a:ext>
            </a:extLst>
          </p:cNvPr>
          <p:cNvSpPr txBox="1"/>
          <p:nvPr/>
        </p:nvSpPr>
        <p:spPr>
          <a:xfrm>
            <a:off x="1478280" y="903699"/>
            <a:ext cx="8884920" cy="920061"/>
          </a:xfrm>
          <a:prstGeom prst="rect">
            <a:avLst/>
          </a:prstGeom>
          <a:noFill/>
          <a:ln>
            <a:noFill/>
          </a:ln>
        </p:spPr>
        <p:txBody>
          <a:bodyPr spcFirstLastPara="1" wrap="none" lIns="91425" tIns="45700" rIns="91425" bIns="45700" rtlCol="0" anchor="t" anchorCtr="0">
            <a:noAutofit/>
          </a:bodyPr>
          <a:lstStyle/>
          <a:p>
            <a:pPr algn="l"/>
            <a:r>
              <a:rPr lang="pt-BR" sz="4500" b="1" dirty="0">
                <a:solidFill>
                  <a:schemeClr val="bg1"/>
                </a:solidFill>
                <a:latin typeface="Poppins" pitchFamily="2" charset="77"/>
                <a:cs typeface="Poppins" pitchFamily="2" charset="77"/>
              </a:rPr>
              <a:t>Slides 10 e 11</a:t>
            </a:r>
            <a:endParaRPr lang="pt-BR" sz="4800" b="1" dirty="0">
              <a:solidFill>
                <a:schemeClr val="bg1"/>
              </a:solidFill>
              <a:latin typeface="Poppins" pitchFamily="2" charset="77"/>
              <a:cs typeface="Poppins" pitchFamily="2" charset="77"/>
            </a:endParaRPr>
          </a:p>
        </p:txBody>
      </p:sp>
      <p:sp>
        <p:nvSpPr>
          <p:cNvPr id="20" name="CaixaDeTexto 3">
            <a:extLst>
              <a:ext uri="{FF2B5EF4-FFF2-40B4-BE49-F238E27FC236}">
                <a16:creationId xmlns:a16="http://schemas.microsoft.com/office/drawing/2014/main" id="{34CC8623-25E3-E5A9-66C9-0D7FA9E6A58C}"/>
              </a:ext>
            </a:extLst>
          </p:cNvPr>
          <p:cNvSpPr txBox="1"/>
          <p:nvPr/>
        </p:nvSpPr>
        <p:spPr>
          <a:xfrm>
            <a:off x="1478279" y="1742346"/>
            <a:ext cx="16213807" cy="3539430"/>
          </a:xfrm>
          <a:prstGeom prst="rect">
            <a:avLst/>
          </a:prstGeom>
          <a:noFill/>
          <a:ln>
            <a:noFill/>
          </a:ln>
        </p:spPr>
        <p:txBody>
          <a:bodyPr wrap="square" lIns="91440" tIns="45720" rIns="91440" bIns="4572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400"/>
              <a:defRPr/>
            </a:pPr>
            <a:r>
              <a:rPr lang="pt-BR" b="1" dirty="0">
                <a:latin typeface="Poppins" panose="00000500000000000000" pitchFamily="2" charset="0"/>
                <a:cs typeface="Poppins" panose="00000500000000000000" pitchFamily="2" charset="0"/>
              </a:rPr>
              <a:t>Feedback AVA: </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pt-BR" dirty="0">
                <a:latin typeface="Poppins"/>
                <a:cs typeface="Poppins"/>
              </a:rPr>
              <a:t>Correto! Esta é a abordagem mais moderna e recomendada no Sass.</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pt-BR" dirty="0">
              <a:latin typeface="Poppins"/>
              <a:cs typeface="Poppins"/>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pt-BR" b="1" dirty="0">
                <a:latin typeface="Poppins" panose="00000500000000000000" pitchFamily="2" charset="0"/>
                <a:cs typeface="Poppins" panose="00000500000000000000" pitchFamily="2" charset="0"/>
              </a:rPr>
              <a:t>Feedback geral:</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pt-BR" dirty="0">
              <a:latin typeface="Poppins"/>
              <a:cs typeface="Poppins"/>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pt-BR" dirty="0">
                <a:latin typeface="Poppins" panose="00000500000000000000" pitchFamily="2" charset="0"/>
                <a:cs typeface="Poppins" panose="00000500000000000000" pitchFamily="2" charset="0"/>
              </a:rPr>
              <a:t>darken($color, 10%)</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pt-BR" dirty="0">
                <a:latin typeface="Poppins" panose="00000500000000000000" pitchFamily="2" charset="0"/>
                <a:cs typeface="Poppins" panose="00000500000000000000" pitchFamily="2" charset="0"/>
              </a:rPr>
              <a:t>Incorreto, pois está desatualizado! </a:t>
            </a:r>
            <a:r>
              <a:rPr lang="pt-BR" dirty="0" err="1">
                <a:latin typeface="Poppins" panose="00000500000000000000" pitchFamily="2" charset="0"/>
                <a:cs typeface="Poppins" panose="00000500000000000000" pitchFamily="2" charset="0"/>
              </a:rPr>
              <a:t>Darken</a:t>
            </a:r>
            <a:r>
              <a:rPr lang="pt-BR" dirty="0">
                <a:latin typeface="Poppins" panose="00000500000000000000" pitchFamily="2" charset="0"/>
                <a:cs typeface="Poppins" panose="00000500000000000000" pitchFamily="2" charset="0"/>
              </a:rPr>
              <a:t> foi descontinuado nas versões novas do Sass.</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pt-BR" dirty="0">
              <a:latin typeface="Poppins" panose="00000500000000000000" pitchFamily="2" charset="0"/>
              <a:cs typeface="Poppins" panose="00000500000000000000" pitchFamily="2" charset="0"/>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pt-BR" dirty="0">
                <a:latin typeface="Poppins" panose="00000500000000000000" pitchFamily="2" charset="0"/>
                <a:cs typeface="Poppins" panose="00000500000000000000" pitchFamily="2" charset="0"/>
              </a:rPr>
              <a:t>semi-color($color, $lightness: -10%)</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pt-BR" dirty="0">
                <a:latin typeface="Poppins" panose="00000500000000000000" pitchFamily="2" charset="0"/>
                <a:cs typeface="Poppins" panose="00000500000000000000" pitchFamily="2" charset="0"/>
              </a:rPr>
              <a:t>Incorreto. A função semi-color() não é uma função padrão do Sass. </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pt-BR" dirty="0">
              <a:latin typeface="Poppins" panose="00000500000000000000" pitchFamily="2" charset="0"/>
              <a:cs typeface="Poppins" panose="00000500000000000000" pitchFamily="2" charset="0"/>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pt-BR" dirty="0" err="1">
                <a:effectLst/>
                <a:latin typeface="Poppins" panose="00000500000000000000" pitchFamily="2" charset="0"/>
                <a:ea typeface="Calibri" panose="020F0502020204030204" pitchFamily="34" charset="0"/>
                <a:cs typeface="Poppins" panose="00000500000000000000" pitchFamily="2" charset="0"/>
              </a:rPr>
              <a:t>color.adjust</a:t>
            </a:r>
            <a:r>
              <a:rPr lang="pt-BR" dirty="0">
                <a:effectLst/>
                <a:latin typeface="Poppins" panose="00000500000000000000" pitchFamily="2" charset="0"/>
                <a:ea typeface="Calibri" panose="020F0502020204030204" pitchFamily="34" charset="0"/>
                <a:cs typeface="Poppins" panose="00000500000000000000" pitchFamily="2" charset="0"/>
              </a:rPr>
              <a:t>($color, $</a:t>
            </a:r>
            <a:r>
              <a:rPr lang="pt-BR" dirty="0" err="1">
                <a:effectLst/>
                <a:latin typeface="Poppins" panose="00000500000000000000" pitchFamily="2" charset="0"/>
                <a:ea typeface="Calibri" panose="020F0502020204030204" pitchFamily="34" charset="0"/>
                <a:cs typeface="Poppins" panose="00000500000000000000" pitchFamily="2" charset="0"/>
              </a:rPr>
              <a:t>lightness</a:t>
            </a:r>
            <a:r>
              <a:rPr lang="pt-BR" dirty="0">
                <a:effectLst/>
                <a:latin typeface="Poppins" panose="00000500000000000000" pitchFamily="2" charset="0"/>
                <a:ea typeface="Calibri" panose="020F0502020204030204" pitchFamily="34" charset="0"/>
                <a:cs typeface="Poppins" panose="00000500000000000000" pitchFamily="2" charset="0"/>
              </a:rPr>
              <a:t>: -10%)</a:t>
            </a:r>
            <a:endParaRPr lang="pt-BR" dirty="0">
              <a:latin typeface="Poppins" panose="00000500000000000000" pitchFamily="2" charset="0"/>
              <a:cs typeface="Poppins" panose="00000500000000000000" pitchFamily="2" charset="0"/>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pt-BR" dirty="0">
                <a:latin typeface="Poppins" panose="00000500000000000000" pitchFamily="2" charset="0"/>
                <a:cs typeface="Poppins" panose="00000500000000000000" pitchFamily="2" charset="0"/>
              </a:rPr>
              <a:t>Correto! Esta é a abordagem mais moderna e recomendada no Sass.</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pt-BR" dirty="0">
              <a:latin typeface="Poppins" panose="00000500000000000000" pitchFamily="2" charset="0"/>
              <a:cs typeface="Poppins" panose="00000500000000000000" pitchFamily="2" charset="0"/>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pt-BR" dirty="0">
                <a:latin typeface="Poppins" panose="00000500000000000000" pitchFamily="2" charset="0"/>
                <a:cs typeface="Poppins" panose="00000500000000000000" pitchFamily="2" charset="0"/>
              </a:rPr>
              <a:t>fade-out($color, 10%)</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pt-BR" dirty="0">
                <a:latin typeface="Poppins" panose="00000500000000000000" pitchFamily="2" charset="0"/>
                <a:cs typeface="Poppins" panose="00000500000000000000" pitchFamily="2" charset="0"/>
              </a:rPr>
              <a:t>Incorreto. A função fade-out altera a opacidade, e não a luminosidade.</a:t>
            </a:r>
          </a:p>
        </p:txBody>
      </p:sp>
      <p:sp>
        <p:nvSpPr>
          <p:cNvPr id="2" name="Retângulo 1">
            <a:extLst>
              <a:ext uri="{FF2B5EF4-FFF2-40B4-BE49-F238E27FC236}">
                <a16:creationId xmlns:a16="http://schemas.microsoft.com/office/drawing/2014/main" id="{B1691197-4812-A072-3EB3-176739DD106F}"/>
              </a:ext>
            </a:extLst>
          </p:cNvPr>
          <p:cNvSpPr/>
          <p:nvPr/>
        </p:nvSpPr>
        <p:spPr>
          <a:xfrm>
            <a:off x="0" y="5581379"/>
            <a:ext cx="18288000" cy="739587"/>
          </a:xfrm>
          <a:prstGeom prst="rect">
            <a:avLst/>
          </a:prstGeom>
          <a:solidFill>
            <a:srgbClr val="2856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sp>
        <p:nvSpPr>
          <p:cNvPr id="3" name="CaixaDeTexto 2">
            <a:extLst>
              <a:ext uri="{FF2B5EF4-FFF2-40B4-BE49-F238E27FC236}">
                <a16:creationId xmlns:a16="http://schemas.microsoft.com/office/drawing/2014/main" id="{BB791659-ACB4-1007-7FF8-09A9741E0E1F}"/>
              </a:ext>
            </a:extLst>
          </p:cNvPr>
          <p:cNvSpPr txBox="1"/>
          <p:nvPr/>
        </p:nvSpPr>
        <p:spPr>
          <a:xfrm>
            <a:off x="1478280" y="5596619"/>
            <a:ext cx="8884920" cy="920061"/>
          </a:xfrm>
          <a:prstGeom prst="rect">
            <a:avLst/>
          </a:prstGeom>
          <a:noFill/>
          <a:ln>
            <a:noFill/>
          </a:ln>
        </p:spPr>
        <p:txBody>
          <a:bodyPr spcFirstLastPara="1" wrap="none" lIns="91425" tIns="45700" rIns="91425" bIns="45700" rtlCol="0" anchor="t" anchorCtr="0">
            <a:noAutofit/>
          </a:bodyPr>
          <a:lstStyle/>
          <a:p>
            <a:pPr algn="l"/>
            <a:r>
              <a:rPr lang="pt-BR" sz="4500" b="1" dirty="0">
                <a:solidFill>
                  <a:schemeClr val="bg1"/>
                </a:solidFill>
                <a:latin typeface="Poppins" pitchFamily="2" charset="77"/>
                <a:cs typeface="Poppins" pitchFamily="2" charset="77"/>
              </a:rPr>
              <a:t>Slides 12 e 13</a:t>
            </a:r>
            <a:endParaRPr lang="pt-BR" sz="4800" b="1" dirty="0">
              <a:solidFill>
                <a:schemeClr val="bg1"/>
              </a:solidFill>
              <a:latin typeface="Poppins" pitchFamily="2" charset="77"/>
              <a:cs typeface="Poppins" pitchFamily="2" charset="77"/>
            </a:endParaRPr>
          </a:p>
        </p:txBody>
      </p:sp>
      <p:sp>
        <p:nvSpPr>
          <p:cNvPr id="4" name="CaixaDeTexto 3">
            <a:extLst>
              <a:ext uri="{FF2B5EF4-FFF2-40B4-BE49-F238E27FC236}">
                <a16:creationId xmlns:a16="http://schemas.microsoft.com/office/drawing/2014/main" id="{558AF389-7A5D-25BE-2C20-31F06C97CE28}"/>
              </a:ext>
            </a:extLst>
          </p:cNvPr>
          <p:cNvSpPr txBox="1"/>
          <p:nvPr/>
        </p:nvSpPr>
        <p:spPr>
          <a:xfrm>
            <a:off x="1478279" y="6417132"/>
            <a:ext cx="16622149" cy="3539430"/>
          </a:xfrm>
          <a:prstGeom prst="rect">
            <a:avLst/>
          </a:prstGeom>
          <a:noFill/>
          <a:ln>
            <a:noFill/>
          </a:ln>
        </p:spPr>
        <p:txBody>
          <a:bodyPr wrap="square" lIns="91440" tIns="45720" rIns="91440" bIns="4572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400"/>
              <a:defRPr/>
            </a:pPr>
            <a:r>
              <a:rPr lang="pt-BR" b="1" dirty="0">
                <a:latin typeface="Poppins" panose="00000500000000000000" pitchFamily="2" charset="0"/>
                <a:cs typeface="Poppins" panose="00000500000000000000" pitchFamily="2" charset="0"/>
              </a:rPr>
              <a:t>Feedback AVA: </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pt-BR" dirty="0">
                <a:latin typeface="Poppins" panose="00000500000000000000" pitchFamily="2" charset="0"/>
                <a:cs typeface="Poppins" panose="00000500000000000000" pitchFamily="2" charset="0"/>
              </a:rPr>
              <a:t>Correto. Mixins são a abordagem recomendada no LESS para reutilização de estilos, mantendo o código mais organizado e reutilizável.</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pt-BR" dirty="0">
              <a:latin typeface="Poppins"/>
              <a:cs typeface="Poppins"/>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pt-BR" b="1" dirty="0">
                <a:latin typeface="Poppins" panose="00000500000000000000" pitchFamily="2" charset="0"/>
                <a:cs typeface="Poppins" panose="00000500000000000000" pitchFamily="2" charset="0"/>
              </a:rPr>
              <a:t>Feedback geral:</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pt-BR" b="1" dirty="0">
              <a:latin typeface="Poppins" panose="00000500000000000000" pitchFamily="2" charset="0"/>
              <a:cs typeface="Poppins" panose="00000500000000000000" pitchFamily="2" charset="0"/>
            </a:endParaRPr>
          </a:p>
          <a:p>
            <a:r>
              <a:rPr lang="pt-BR" dirty="0">
                <a:latin typeface="Poppins" panose="00000500000000000000" pitchFamily="2" charset="0"/>
                <a:cs typeface="Poppins" panose="00000500000000000000" pitchFamily="2" charset="0"/>
              </a:rPr>
              <a:t>Usando o operador @extend</a:t>
            </a:r>
          </a:p>
          <a:p>
            <a:r>
              <a:rPr lang="pt-BR" dirty="0">
                <a:latin typeface="Poppins" panose="00000500000000000000" pitchFamily="2" charset="0"/>
                <a:cs typeface="Poppins" panose="00000500000000000000" pitchFamily="2" charset="0"/>
              </a:rPr>
              <a:t>Incorreto. @extend é utilizado em SASS, e não em LESS.</a:t>
            </a:r>
          </a:p>
          <a:p>
            <a:endParaRPr lang="pt-BR" dirty="0">
              <a:latin typeface="Poppins" panose="00000500000000000000" pitchFamily="2" charset="0"/>
              <a:cs typeface="Poppins" panose="00000500000000000000" pitchFamily="2" charset="0"/>
            </a:endParaRPr>
          </a:p>
          <a:p>
            <a:r>
              <a:rPr lang="pt-BR" dirty="0">
                <a:latin typeface="Poppins" panose="00000500000000000000" pitchFamily="2" charset="0"/>
                <a:cs typeface="Poppins" panose="00000500000000000000" pitchFamily="2" charset="0"/>
              </a:rPr>
              <a:t>Chamando o seletor base diretamente dentro do outro: .button { ... }</a:t>
            </a:r>
          </a:p>
          <a:p>
            <a:r>
              <a:rPr lang="pt-BR" dirty="0">
                <a:latin typeface="Poppins" panose="00000500000000000000" pitchFamily="2" charset="0"/>
                <a:cs typeface="Poppins" panose="00000500000000000000" pitchFamily="2" charset="0"/>
              </a:rPr>
              <a:t>Incorreto. Embora seja possível, reutilizar o seletor diretamente pode resultar em acoplamento excessivo e menor flexibilidade.</a:t>
            </a:r>
          </a:p>
          <a:p>
            <a:endParaRPr lang="pt-BR" dirty="0">
              <a:latin typeface="Poppins" panose="00000500000000000000" pitchFamily="2" charset="0"/>
              <a:cs typeface="Poppins" panose="00000500000000000000" pitchFamily="2" charset="0"/>
            </a:endParaRPr>
          </a:p>
          <a:p>
            <a:r>
              <a:rPr lang="pt-BR" dirty="0">
                <a:latin typeface="Poppins" panose="00000500000000000000" pitchFamily="2" charset="0"/>
                <a:cs typeface="Poppins" panose="00000500000000000000" pitchFamily="2" charset="0"/>
              </a:rPr>
              <a:t>Utilizando mixins com o mesmo nome da classe base.</a:t>
            </a:r>
          </a:p>
          <a:p>
            <a:r>
              <a:rPr lang="pt-BR" dirty="0">
                <a:latin typeface="Poppins" panose="00000500000000000000" pitchFamily="2" charset="0"/>
                <a:cs typeface="Poppins" panose="00000500000000000000" pitchFamily="2" charset="0"/>
              </a:rPr>
              <a:t>Correto. Mixins são a abordagem recomendada no LESS para reutilização de estilos, mantendo o código mais organizado e reutilizável.</a:t>
            </a:r>
          </a:p>
          <a:p>
            <a:endParaRPr lang="pt-BR" dirty="0">
              <a:latin typeface="Poppins" panose="00000500000000000000" pitchFamily="2" charset="0"/>
              <a:cs typeface="Poppins" panose="00000500000000000000" pitchFamily="2" charset="0"/>
            </a:endParaRPr>
          </a:p>
          <a:p>
            <a:r>
              <a:rPr lang="pt-BR" dirty="0">
                <a:latin typeface="Poppins" panose="00000500000000000000" pitchFamily="2" charset="0"/>
                <a:cs typeface="Poppins" panose="00000500000000000000" pitchFamily="2" charset="0"/>
              </a:rPr>
              <a:t>Recriando manualmente os estilos no novo seletor.</a:t>
            </a:r>
          </a:p>
          <a:p>
            <a:r>
              <a:rPr lang="pt-BR" dirty="0">
                <a:latin typeface="Poppins" panose="00000500000000000000" pitchFamily="2" charset="0"/>
                <a:cs typeface="Poppins" panose="00000500000000000000" pitchFamily="2" charset="0"/>
              </a:rPr>
              <a:t>Incorreto. Recriar estilos manualmente é ineficiente e vai contra o objetivo do uso de pré-processadores como o LESS.</a:t>
            </a:r>
          </a:p>
        </p:txBody>
      </p:sp>
      <p:sp>
        <p:nvSpPr>
          <p:cNvPr id="8" name="Oval 8">
            <a:extLst>
              <a:ext uri="{FF2B5EF4-FFF2-40B4-BE49-F238E27FC236}">
                <a16:creationId xmlns:a16="http://schemas.microsoft.com/office/drawing/2014/main" id="{D3AD414C-5B9F-EA1B-DD04-F428936DBDE4}"/>
              </a:ext>
            </a:extLst>
          </p:cNvPr>
          <p:cNvSpPr/>
          <p:nvPr/>
        </p:nvSpPr>
        <p:spPr>
          <a:xfrm>
            <a:off x="614957" y="6420979"/>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pic>
        <p:nvPicPr>
          <p:cNvPr id="9" name="Gráfico 8">
            <a:extLst>
              <a:ext uri="{FF2B5EF4-FFF2-40B4-BE49-F238E27FC236}">
                <a16:creationId xmlns:a16="http://schemas.microsoft.com/office/drawing/2014/main" id="{70DF9A70-982F-084D-5F2C-AC5C625AFDB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0869" y="6502160"/>
            <a:ext cx="312039" cy="400050"/>
          </a:xfrm>
          <a:prstGeom prst="rect">
            <a:avLst/>
          </a:prstGeom>
        </p:spPr>
      </p:pic>
      <p:sp>
        <p:nvSpPr>
          <p:cNvPr id="10" name="Oval 8">
            <a:extLst>
              <a:ext uri="{FF2B5EF4-FFF2-40B4-BE49-F238E27FC236}">
                <a16:creationId xmlns:a16="http://schemas.microsoft.com/office/drawing/2014/main" id="{9BBDFECE-FA1F-0EF6-1F5E-BC1FC69D1A45}"/>
              </a:ext>
            </a:extLst>
          </p:cNvPr>
          <p:cNvSpPr/>
          <p:nvPr/>
        </p:nvSpPr>
        <p:spPr>
          <a:xfrm>
            <a:off x="595907" y="1786875"/>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pic>
        <p:nvPicPr>
          <p:cNvPr id="11" name="Gráfico 10">
            <a:extLst>
              <a:ext uri="{FF2B5EF4-FFF2-40B4-BE49-F238E27FC236}">
                <a16:creationId xmlns:a16="http://schemas.microsoft.com/office/drawing/2014/main" id="{E447989C-EB04-B088-F687-41BF7838D0C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1819" y="1868056"/>
            <a:ext cx="312039" cy="400050"/>
          </a:xfrm>
          <a:prstGeom prst="rect">
            <a:avLst/>
          </a:prstGeom>
        </p:spPr>
      </p:pic>
    </p:spTree>
    <p:extLst>
      <p:ext uri="{BB962C8B-B14F-4D97-AF65-F5344CB8AC3E}">
        <p14:creationId xmlns:p14="http://schemas.microsoft.com/office/powerpoint/2010/main" val="25499891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34548A1-E5E9-122E-F742-1D731A33B309}"/>
            </a:ext>
          </a:extLst>
        </p:cNvPr>
        <p:cNvGrpSpPr/>
        <p:nvPr/>
      </p:nvGrpSpPr>
      <p:grpSpPr>
        <a:xfrm>
          <a:off x="0" y="0"/>
          <a:ext cx="0" cy="0"/>
          <a:chOff x="0" y="0"/>
          <a:chExt cx="0" cy="0"/>
        </a:xfrm>
      </p:grpSpPr>
      <p:sp>
        <p:nvSpPr>
          <p:cNvPr id="21" name="Retângulo 20">
            <a:extLst>
              <a:ext uri="{FF2B5EF4-FFF2-40B4-BE49-F238E27FC236}">
                <a16:creationId xmlns:a16="http://schemas.microsoft.com/office/drawing/2014/main" id="{AD8B3EE2-662B-CAE5-5E52-E2487653D88C}"/>
              </a:ext>
            </a:extLst>
          </p:cNvPr>
          <p:cNvSpPr/>
          <p:nvPr/>
        </p:nvSpPr>
        <p:spPr>
          <a:xfrm>
            <a:off x="0" y="1178388"/>
            <a:ext cx="18288000" cy="739587"/>
          </a:xfrm>
          <a:prstGeom prst="rect">
            <a:avLst/>
          </a:prstGeom>
          <a:solidFill>
            <a:srgbClr val="2856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dirty="0"/>
          </a:p>
        </p:txBody>
      </p:sp>
      <p:cxnSp>
        <p:nvCxnSpPr>
          <p:cNvPr id="7" name="Conector Reto 6">
            <a:extLst>
              <a:ext uri="{FF2B5EF4-FFF2-40B4-BE49-F238E27FC236}">
                <a16:creationId xmlns:a16="http://schemas.microsoft.com/office/drawing/2014/main" id="{1341D1D6-150C-24DD-36B4-EF1320D1E868}"/>
              </a:ext>
            </a:extLst>
          </p:cNvPr>
          <p:cNvCxnSpPr>
            <a:cxnSpLocks/>
          </p:cNvCxnSpPr>
          <p:nvPr/>
        </p:nvCxnSpPr>
        <p:spPr>
          <a:xfrm flipV="1">
            <a:off x="868312" y="1638638"/>
            <a:ext cx="0" cy="6808035"/>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9" name="Oval 8">
            <a:extLst>
              <a:ext uri="{FF2B5EF4-FFF2-40B4-BE49-F238E27FC236}">
                <a16:creationId xmlns:a16="http://schemas.microsoft.com/office/drawing/2014/main" id="{7BFEF1D4-10B5-3ABB-D939-8769387BC3DC}"/>
              </a:ext>
            </a:extLst>
          </p:cNvPr>
          <p:cNvSpPr/>
          <p:nvPr/>
        </p:nvSpPr>
        <p:spPr>
          <a:xfrm>
            <a:off x="601805" y="6891140"/>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sp>
        <p:nvSpPr>
          <p:cNvPr id="10" name="Oval 9">
            <a:extLst>
              <a:ext uri="{FF2B5EF4-FFF2-40B4-BE49-F238E27FC236}">
                <a16:creationId xmlns:a16="http://schemas.microsoft.com/office/drawing/2014/main" id="{B3CCE2F4-B9B9-C69C-D190-DAF15EB1F600}"/>
              </a:ext>
            </a:extLst>
          </p:cNvPr>
          <p:cNvSpPr/>
          <p:nvPr/>
        </p:nvSpPr>
        <p:spPr>
          <a:xfrm>
            <a:off x="600496" y="4894484"/>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pic>
        <p:nvPicPr>
          <p:cNvPr id="17" name="Gráfico 16">
            <a:extLst>
              <a:ext uri="{FF2B5EF4-FFF2-40B4-BE49-F238E27FC236}">
                <a16:creationId xmlns:a16="http://schemas.microsoft.com/office/drawing/2014/main" id="{CEB5848D-8D43-0DA5-4795-4AECAA3C7D6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77195" y="5000165"/>
            <a:ext cx="352944" cy="360965"/>
          </a:xfrm>
          <a:prstGeom prst="rect">
            <a:avLst/>
          </a:prstGeom>
        </p:spPr>
      </p:pic>
      <p:pic>
        <p:nvPicPr>
          <p:cNvPr id="18" name="Gráfico 17">
            <a:extLst>
              <a:ext uri="{FF2B5EF4-FFF2-40B4-BE49-F238E27FC236}">
                <a16:creationId xmlns:a16="http://schemas.microsoft.com/office/drawing/2014/main" id="{BB5FA0CD-3E28-9DB3-030C-921C6CC84C8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7717" y="6972321"/>
            <a:ext cx="312039" cy="400050"/>
          </a:xfrm>
          <a:prstGeom prst="rect">
            <a:avLst/>
          </a:prstGeom>
        </p:spPr>
      </p:pic>
      <p:sp>
        <p:nvSpPr>
          <p:cNvPr id="20" name="CaixaDeTexto 3">
            <a:extLst>
              <a:ext uri="{FF2B5EF4-FFF2-40B4-BE49-F238E27FC236}">
                <a16:creationId xmlns:a16="http://schemas.microsoft.com/office/drawing/2014/main" id="{3489ADD7-EC86-377C-272C-E4F3072E3784}"/>
              </a:ext>
            </a:extLst>
          </p:cNvPr>
          <p:cNvSpPr txBox="1"/>
          <p:nvPr/>
        </p:nvSpPr>
        <p:spPr>
          <a:xfrm>
            <a:off x="1478280" y="2146575"/>
            <a:ext cx="15377160" cy="5388078"/>
          </a:xfrm>
          <a:prstGeom prst="rect">
            <a:avLst/>
          </a:prstGeom>
          <a:noFill/>
          <a:ln>
            <a:noFill/>
          </a:ln>
        </p:spPr>
        <p:txBody>
          <a:bodyPr wrap="square" lIns="91440" tIns="45720" rIns="91440" bIns="4572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07000"/>
              </a:lnSpc>
              <a:spcAft>
                <a:spcPts val="800"/>
              </a:spcAft>
            </a:pPr>
            <a:r>
              <a:rPr lang="pt-BR" b="1" kern="100" dirty="0">
                <a:effectLst/>
                <a:latin typeface="Poppins" panose="00000500000000000000" pitchFamily="2" charset="0"/>
                <a:ea typeface="Aptos" panose="020B0004020202020204" pitchFamily="34" charset="0"/>
                <a:cs typeface="Poppins" panose="00000500000000000000" pitchFamily="2" charset="0"/>
              </a:rPr>
              <a:t>Orientaç</a:t>
            </a:r>
            <a:r>
              <a:rPr lang="pt-BR" b="1" kern="100" dirty="0">
                <a:latin typeface="Poppins" panose="00000500000000000000" pitchFamily="2" charset="0"/>
                <a:ea typeface="Aptos" panose="020B0004020202020204" pitchFamily="34" charset="0"/>
                <a:cs typeface="Poppins" panose="00000500000000000000" pitchFamily="2" charset="0"/>
              </a:rPr>
              <a:t>ões: </a:t>
            </a:r>
            <a:r>
              <a:rPr lang="pt-BR" kern="100" dirty="0">
                <a:effectLst/>
                <a:latin typeface="Poppins" panose="00000500000000000000" pitchFamily="2" charset="0"/>
                <a:ea typeface="Aptos" panose="020B0004020202020204" pitchFamily="34" charset="0"/>
                <a:cs typeface="Poppins" panose="00000500000000000000" pitchFamily="2" charset="0"/>
              </a:rPr>
              <a:t>Professor, a seção </a:t>
            </a:r>
            <a:r>
              <a:rPr lang="pt-BR" b="1" kern="100" dirty="0">
                <a:effectLst/>
                <a:latin typeface="Poppins" panose="00000500000000000000" pitchFamily="2" charset="0"/>
                <a:ea typeface="Aptos" panose="020B0004020202020204" pitchFamily="34" charset="0"/>
                <a:cs typeface="Poppins" panose="00000500000000000000" pitchFamily="2" charset="0"/>
              </a:rPr>
              <a:t>O que nós aprendemos hoje?</a:t>
            </a:r>
            <a:r>
              <a:rPr lang="pt-BR" kern="100" dirty="0">
                <a:effectLst/>
                <a:latin typeface="Poppins" panose="00000500000000000000" pitchFamily="2" charset="0"/>
                <a:ea typeface="Aptos" panose="020B0004020202020204" pitchFamily="34" charset="0"/>
                <a:cs typeface="Poppins" panose="00000500000000000000" pitchFamily="2" charset="0"/>
              </a:rPr>
              <a:t> tem o objetivo de reforçar e esclarecer os conceitos principais discutidos na aula. Essa </a:t>
            </a:r>
            <a:r>
              <a:rPr lang="pt-BR" kern="100" dirty="0">
                <a:latin typeface="Poppins" panose="00000500000000000000" pitchFamily="2" charset="0"/>
                <a:ea typeface="Aptos" panose="020B0004020202020204" pitchFamily="34" charset="0"/>
                <a:cs typeface="Poppins" panose="00000500000000000000" pitchFamily="2" charset="0"/>
              </a:rPr>
              <a:t>revisão</a:t>
            </a:r>
            <a:r>
              <a:rPr lang="pt-BR" kern="100" dirty="0">
                <a:effectLst/>
                <a:latin typeface="Poppins" panose="00000500000000000000" pitchFamily="2" charset="0"/>
                <a:ea typeface="Aptos" panose="020B0004020202020204" pitchFamily="34" charset="0"/>
                <a:cs typeface="Poppins" panose="00000500000000000000" pitchFamily="2" charset="0"/>
              </a:rPr>
              <a:t> pode ser uma ferramenta de avaliação informal do aprendizado dos estudantes, identificando áreas que possam precisar de mais atenção em aulas futuras. </a:t>
            </a:r>
          </a:p>
          <a:p>
            <a:pPr>
              <a:lnSpc>
                <a:spcPct val="107000"/>
              </a:lnSpc>
              <a:spcAft>
                <a:spcPts val="800"/>
              </a:spcAft>
            </a:pPr>
            <a:endParaRPr lang="pt-BR" kern="100" dirty="0">
              <a:latin typeface="Poppins" panose="00000500000000000000" pitchFamily="2" charset="0"/>
              <a:ea typeface="Aptos" panose="020B0004020202020204" pitchFamily="34" charset="0"/>
              <a:cs typeface="Poppins" panose="00000500000000000000" pitchFamily="2" charset="0"/>
            </a:endParaRPr>
          </a:p>
          <a:p>
            <a:pPr>
              <a:lnSpc>
                <a:spcPct val="107000"/>
              </a:lnSpc>
              <a:spcAft>
                <a:spcPts val="800"/>
              </a:spcAft>
            </a:pPr>
            <a:r>
              <a:rPr lang="pt-BR" b="1" kern="100" dirty="0">
                <a:effectLst/>
                <a:latin typeface="Poppins" panose="00000500000000000000" pitchFamily="2" charset="0"/>
                <a:ea typeface="Aptos" panose="020B0004020202020204" pitchFamily="34" charset="0"/>
                <a:cs typeface="Poppins" panose="00000500000000000000" pitchFamily="2" charset="0"/>
              </a:rPr>
              <a:t>Tempo:</a:t>
            </a:r>
            <a:r>
              <a:rPr lang="pt-BR" kern="100" dirty="0">
                <a:effectLst/>
                <a:latin typeface="Poppins" panose="00000500000000000000" pitchFamily="2" charset="0"/>
                <a:ea typeface="Aptos" panose="020B0004020202020204" pitchFamily="34" charset="0"/>
                <a:cs typeface="Poppins" panose="00000500000000000000" pitchFamily="2" charset="0"/>
              </a:rPr>
              <a:t> </a:t>
            </a:r>
            <a:r>
              <a:rPr lang="pt-BR" kern="100" dirty="0">
                <a:latin typeface="Poppins" panose="00000500000000000000" pitchFamily="2" charset="0"/>
                <a:ea typeface="Aptos" panose="020B0004020202020204" pitchFamily="34" charset="0"/>
                <a:cs typeface="Poppins" panose="00000500000000000000" pitchFamily="2" charset="0"/>
              </a:rPr>
              <a:t>1</a:t>
            </a:r>
            <a:r>
              <a:rPr lang="pt-BR" kern="100" dirty="0">
                <a:effectLst/>
                <a:latin typeface="Poppins" panose="00000500000000000000" pitchFamily="2" charset="0"/>
                <a:ea typeface="Aptos" panose="020B0004020202020204" pitchFamily="34" charset="0"/>
                <a:cs typeface="Poppins" panose="00000500000000000000" pitchFamily="2" charset="0"/>
              </a:rPr>
              <a:t> minuto.</a:t>
            </a:r>
          </a:p>
          <a:p>
            <a:pPr>
              <a:lnSpc>
                <a:spcPct val="107000"/>
              </a:lnSpc>
              <a:spcAft>
                <a:spcPts val="800"/>
              </a:spcAft>
            </a:pPr>
            <a:endParaRPr lang="pt-BR" b="1" kern="100" dirty="0">
              <a:effectLst/>
              <a:latin typeface="Poppins" panose="00000500000000000000" pitchFamily="2" charset="0"/>
              <a:ea typeface="Aptos" panose="020B0004020202020204" pitchFamily="34" charset="0"/>
              <a:cs typeface="Poppins" panose="00000500000000000000" pitchFamily="2" charset="0"/>
            </a:endParaRPr>
          </a:p>
          <a:p>
            <a:pPr>
              <a:lnSpc>
                <a:spcPct val="107000"/>
              </a:lnSpc>
              <a:spcAft>
                <a:spcPts val="800"/>
              </a:spcAft>
            </a:pPr>
            <a:r>
              <a:rPr lang="pt-BR" b="1" kern="100" dirty="0">
                <a:effectLst/>
                <a:latin typeface="Poppins" panose="00000500000000000000" pitchFamily="2" charset="0"/>
                <a:ea typeface="Aptos" panose="020B0004020202020204" pitchFamily="34" charset="0"/>
                <a:cs typeface="Poppins" panose="00000500000000000000" pitchFamily="2" charset="0"/>
              </a:rPr>
              <a:t>Gestão de sala de aula</a:t>
            </a:r>
            <a:r>
              <a:rPr lang="pt-BR" kern="100" dirty="0">
                <a:effectLst/>
                <a:latin typeface="Poppins" panose="00000500000000000000" pitchFamily="2" charset="0"/>
                <a:ea typeface="Aptos" panose="020B0004020202020204" pitchFamily="34" charset="0"/>
                <a:cs typeface="Poppins" panose="00000500000000000000" pitchFamily="2" charset="0"/>
              </a:rPr>
              <a:t>: mantenha um tom positivo e construtivo, reforçando o aprendizado em vez de focar correções. Seja direto e objetivo nas explicações para manter a atividade dentro do tempo estipulado. Engaje os estudantes rapidamente, pedindo confirmações ou reações breves às definições apresentadas. </a:t>
            </a:r>
          </a:p>
          <a:p>
            <a:pPr>
              <a:lnSpc>
                <a:spcPct val="107000"/>
              </a:lnSpc>
              <a:spcAft>
                <a:spcPts val="800"/>
              </a:spcAft>
            </a:pPr>
            <a:endParaRPr lang="pt-BR" kern="100" dirty="0">
              <a:effectLst/>
              <a:latin typeface="Poppins" panose="00000500000000000000" pitchFamily="2" charset="0"/>
              <a:ea typeface="Aptos" panose="020B0004020202020204" pitchFamily="34" charset="0"/>
              <a:cs typeface="Poppins" panose="00000500000000000000" pitchFamily="2" charset="0"/>
            </a:endParaRPr>
          </a:p>
          <a:p>
            <a:pPr>
              <a:lnSpc>
                <a:spcPct val="107000"/>
              </a:lnSpc>
            </a:pPr>
            <a:endParaRPr lang="pt-BR" b="1" kern="100" dirty="0">
              <a:effectLst/>
              <a:latin typeface="Poppins" panose="00000500000000000000" pitchFamily="2" charset="0"/>
              <a:ea typeface="Aptos" panose="020B0004020202020204" pitchFamily="34" charset="0"/>
              <a:cs typeface="Poppins" panose="00000500000000000000" pitchFamily="2" charset="0"/>
            </a:endParaRPr>
          </a:p>
          <a:p>
            <a:pPr>
              <a:lnSpc>
                <a:spcPct val="107000"/>
              </a:lnSpc>
            </a:pPr>
            <a:r>
              <a:rPr lang="pt-BR" b="1" kern="100" dirty="0">
                <a:effectLst/>
                <a:latin typeface="Poppins" panose="00000500000000000000" pitchFamily="2" charset="0"/>
                <a:ea typeface="Aptos" panose="020B0004020202020204" pitchFamily="34" charset="0"/>
                <a:cs typeface="Poppins" panose="00000500000000000000" pitchFamily="2" charset="0"/>
              </a:rPr>
              <a:t>Condução da dinâmica</a:t>
            </a:r>
            <a:r>
              <a:rPr lang="pt-BR" kern="100" dirty="0">
                <a:effectLst/>
                <a:latin typeface="Poppins" panose="00000500000000000000" pitchFamily="2" charset="0"/>
                <a:ea typeface="Aptos" panose="020B0004020202020204" pitchFamily="34" charset="0"/>
                <a:cs typeface="Poppins" panose="00000500000000000000" pitchFamily="2" charset="0"/>
              </a:rPr>
              <a:t>: explique que esta parte da seção, </a:t>
            </a:r>
            <a:r>
              <a:rPr lang="pt-BR" b="1" kern="100" dirty="0">
                <a:effectLst/>
                <a:latin typeface="Poppins" panose="00000500000000000000" pitchFamily="2" charset="0"/>
                <a:ea typeface="Aptos" panose="020B0004020202020204" pitchFamily="34" charset="0"/>
                <a:cs typeface="Poppins" panose="00000500000000000000" pitchFamily="2" charset="0"/>
              </a:rPr>
              <a:t>Então ficamos assim..., </a:t>
            </a:r>
            <a:r>
              <a:rPr lang="pt-BR" kern="100" dirty="0">
                <a:effectLst/>
                <a:latin typeface="Poppins" panose="00000500000000000000" pitchFamily="2" charset="0"/>
                <a:ea typeface="Aptos" panose="020B0004020202020204" pitchFamily="34" charset="0"/>
                <a:cs typeface="Poppins" panose="00000500000000000000" pitchFamily="2" charset="0"/>
              </a:rPr>
              <a:t>é um momento de reflexão e esclarecimento sobre os conceitos abordados na aula. </a:t>
            </a:r>
          </a:p>
          <a:p>
            <a:pPr>
              <a:lnSpc>
                <a:spcPct val="107000"/>
              </a:lnSpc>
            </a:pPr>
            <a:r>
              <a:rPr lang="pt-BR" kern="100" dirty="0">
                <a:effectLst/>
                <a:latin typeface="Poppins" panose="00000500000000000000" pitchFamily="2" charset="0"/>
                <a:ea typeface="Aptos" panose="020B0004020202020204" pitchFamily="34" charset="0"/>
                <a:cs typeface="Poppins" panose="00000500000000000000" pitchFamily="2" charset="0"/>
              </a:rPr>
              <a:t>Informe que será uma rápida revisão para assegurar que os entendimentos dos estudantes estão alinhados às definições corretas dos conceitos. Destaque se as contribuições dos estudantes estavam alinhadas ao conceito e ofereça esclarecimentos rápidos caso haja discrepâncias ou mal-entendidos. Finalize resumindo os pontos principais e reiterando a importância de cada conceito e como ele se encaixa no contexto maior da aula. Reforce a ideia de que essa revisão ajuda a solidificar o entendimento dos estudantes e prepará-los para aplicar esses conceitos em situações práticas.</a:t>
            </a:r>
          </a:p>
          <a:p>
            <a:pPr>
              <a:lnSpc>
                <a:spcPct val="107000"/>
              </a:lnSpc>
              <a:spcAft>
                <a:spcPts val="800"/>
              </a:spcAft>
            </a:pPr>
            <a:endParaRPr lang="pt-BR" b="1" kern="100" dirty="0">
              <a:effectLst/>
              <a:latin typeface="Poppins" panose="00000500000000000000" pitchFamily="2" charset="0"/>
              <a:ea typeface="Aptos" panose="020B0004020202020204" pitchFamily="34" charset="0"/>
              <a:cs typeface="Poppins" panose="00000500000000000000" pitchFamily="2" charset="0"/>
            </a:endParaRPr>
          </a:p>
          <a:p>
            <a:pPr>
              <a:lnSpc>
                <a:spcPct val="107000"/>
              </a:lnSpc>
              <a:spcAft>
                <a:spcPts val="800"/>
              </a:spcAft>
            </a:pPr>
            <a:endParaRPr lang="pt-BR" b="1" kern="100" dirty="0">
              <a:effectLst/>
              <a:latin typeface="Poppins" panose="00000500000000000000" pitchFamily="2" charset="0"/>
              <a:ea typeface="Aptos" panose="020B0004020202020204" pitchFamily="34" charset="0"/>
              <a:cs typeface="Poppins" panose="00000500000000000000" pitchFamily="2" charset="0"/>
            </a:endParaRPr>
          </a:p>
          <a:p>
            <a:pPr>
              <a:lnSpc>
                <a:spcPct val="107000"/>
              </a:lnSpc>
              <a:spcAft>
                <a:spcPts val="800"/>
              </a:spcAft>
            </a:pPr>
            <a:endParaRPr lang="pt-BR" b="1" kern="100" dirty="0">
              <a:effectLst/>
              <a:latin typeface="Poppins" panose="00000500000000000000" pitchFamily="2" charset="0"/>
              <a:ea typeface="Aptos" panose="020B0004020202020204" pitchFamily="34" charset="0"/>
              <a:cs typeface="Poppins" panose="00000500000000000000" pitchFamily="2" charset="0"/>
            </a:endParaRPr>
          </a:p>
          <a:p>
            <a:pPr>
              <a:lnSpc>
                <a:spcPct val="107000"/>
              </a:lnSpc>
              <a:spcAft>
                <a:spcPts val="800"/>
              </a:spcAft>
            </a:pPr>
            <a:r>
              <a:rPr lang="pt-BR" b="1" kern="100" dirty="0">
                <a:effectLst/>
                <a:latin typeface="Poppins" panose="00000500000000000000" pitchFamily="2" charset="0"/>
                <a:ea typeface="Aptos" panose="020B0004020202020204" pitchFamily="34" charset="0"/>
                <a:cs typeface="Poppins" panose="00000500000000000000" pitchFamily="2" charset="0"/>
              </a:rPr>
              <a:t>Expectativas de respostas</a:t>
            </a:r>
            <a:r>
              <a:rPr lang="pt-BR" kern="100" dirty="0">
                <a:effectLst/>
                <a:latin typeface="Poppins" panose="00000500000000000000" pitchFamily="2" charset="0"/>
                <a:ea typeface="Aptos" panose="020B0004020202020204" pitchFamily="34" charset="0"/>
                <a:cs typeface="Poppins" panose="00000500000000000000" pitchFamily="2" charset="0"/>
              </a:rPr>
              <a:t>: os estudantes devem sair da aula com um entendimento objetivo e preciso dos conceitos principais. A atividade serve como uma verificação rápida do entendimento dos estudantes e uma oportunidade para corrigir quaisquer mal-entendidos.</a:t>
            </a:r>
            <a:endParaRPr lang="pt-BR" b="1" i="0" dirty="0">
              <a:solidFill>
                <a:srgbClr val="000000"/>
              </a:solidFill>
              <a:effectLst/>
              <a:latin typeface="Poppins" panose="00000500000000000000" pitchFamily="2" charset="0"/>
              <a:cs typeface="Poppins" panose="00000500000000000000" pitchFamily="2" charset="0"/>
            </a:endParaRPr>
          </a:p>
        </p:txBody>
      </p:sp>
      <p:sp>
        <p:nvSpPr>
          <p:cNvPr id="14" name="Oval 10">
            <a:extLst>
              <a:ext uri="{FF2B5EF4-FFF2-40B4-BE49-F238E27FC236}">
                <a16:creationId xmlns:a16="http://schemas.microsoft.com/office/drawing/2014/main" id="{3B0E0653-EC97-3D76-94CA-0201B359BB41}"/>
              </a:ext>
            </a:extLst>
          </p:cNvPr>
          <p:cNvSpPr/>
          <p:nvPr/>
        </p:nvSpPr>
        <p:spPr>
          <a:xfrm>
            <a:off x="581660" y="3638801"/>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sp>
        <p:nvSpPr>
          <p:cNvPr id="15" name="Google Shape;2223;p100">
            <a:extLst>
              <a:ext uri="{FF2B5EF4-FFF2-40B4-BE49-F238E27FC236}">
                <a16:creationId xmlns:a16="http://schemas.microsoft.com/office/drawing/2014/main" id="{6B3D6D08-1CD9-D295-3BB4-012C728806B7}"/>
              </a:ext>
            </a:extLst>
          </p:cNvPr>
          <p:cNvSpPr>
            <a:spLocks/>
          </p:cNvSpPr>
          <p:nvPr/>
        </p:nvSpPr>
        <p:spPr>
          <a:xfrm>
            <a:off x="685177" y="3756446"/>
            <a:ext cx="368618" cy="340263"/>
          </a:xfrm>
          <a:custGeom>
            <a:avLst/>
            <a:gdLst/>
            <a:ahLst/>
            <a:cxnLst/>
            <a:rect l="l" t="t" r="r" b="b"/>
            <a:pathLst>
              <a:path w="495300" h="457200" extrusionOk="0">
                <a:moveTo>
                  <a:pt x="116396" y="388525"/>
                </a:moveTo>
                <a:cubicBezTo>
                  <a:pt x="126682" y="379762"/>
                  <a:pt x="133350" y="366903"/>
                  <a:pt x="133350" y="352425"/>
                </a:cubicBezTo>
                <a:cubicBezTo>
                  <a:pt x="133350" y="326136"/>
                  <a:pt x="112014" y="304800"/>
                  <a:pt x="85725" y="304800"/>
                </a:cubicBezTo>
                <a:cubicBezTo>
                  <a:pt x="59436" y="304800"/>
                  <a:pt x="38100" y="326136"/>
                  <a:pt x="38100" y="352425"/>
                </a:cubicBezTo>
                <a:cubicBezTo>
                  <a:pt x="38100" y="366903"/>
                  <a:pt x="44767" y="379762"/>
                  <a:pt x="55054" y="388525"/>
                </a:cubicBezTo>
                <a:cubicBezTo>
                  <a:pt x="33718" y="399669"/>
                  <a:pt x="19050" y="421958"/>
                  <a:pt x="19050" y="447675"/>
                </a:cubicBezTo>
                <a:cubicBezTo>
                  <a:pt x="19050" y="452914"/>
                  <a:pt x="23336" y="457200"/>
                  <a:pt x="28575" y="457200"/>
                </a:cubicBezTo>
                <a:cubicBezTo>
                  <a:pt x="33814" y="457200"/>
                  <a:pt x="38100" y="452914"/>
                  <a:pt x="38100" y="447675"/>
                </a:cubicBezTo>
                <a:cubicBezTo>
                  <a:pt x="38100" y="421386"/>
                  <a:pt x="59436" y="400050"/>
                  <a:pt x="85725" y="400050"/>
                </a:cubicBezTo>
                <a:cubicBezTo>
                  <a:pt x="112014" y="400050"/>
                  <a:pt x="133350" y="421386"/>
                  <a:pt x="133350" y="447675"/>
                </a:cubicBezTo>
                <a:cubicBezTo>
                  <a:pt x="133350" y="452914"/>
                  <a:pt x="137636" y="457200"/>
                  <a:pt x="142875" y="457200"/>
                </a:cubicBezTo>
                <a:cubicBezTo>
                  <a:pt x="148114" y="457200"/>
                  <a:pt x="152400" y="452914"/>
                  <a:pt x="152400" y="447675"/>
                </a:cubicBezTo>
                <a:cubicBezTo>
                  <a:pt x="152400" y="421958"/>
                  <a:pt x="137731" y="399669"/>
                  <a:pt x="116396" y="388525"/>
                </a:cubicBezTo>
                <a:close/>
                <a:moveTo>
                  <a:pt x="85725" y="381000"/>
                </a:moveTo>
                <a:cubicBezTo>
                  <a:pt x="70009" y="381000"/>
                  <a:pt x="57150" y="368141"/>
                  <a:pt x="57150" y="352425"/>
                </a:cubicBezTo>
                <a:cubicBezTo>
                  <a:pt x="57150" y="336709"/>
                  <a:pt x="70009" y="323850"/>
                  <a:pt x="85725" y="323850"/>
                </a:cubicBezTo>
                <a:cubicBezTo>
                  <a:pt x="101441" y="323850"/>
                  <a:pt x="114300" y="336709"/>
                  <a:pt x="114300" y="352425"/>
                </a:cubicBezTo>
                <a:cubicBezTo>
                  <a:pt x="114300" y="368141"/>
                  <a:pt x="101441" y="381000"/>
                  <a:pt x="85725" y="381000"/>
                </a:cubicBezTo>
                <a:close/>
                <a:moveTo>
                  <a:pt x="278321" y="388525"/>
                </a:moveTo>
                <a:cubicBezTo>
                  <a:pt x="288607" y="379762"/>
                  <a:pt x="295275" y="366903"/>
                  <a:pt x="295275" y="352425"/>
                </a:cubicBezTo>
                <a:cubicBezTo>
                  <a:pt x="295275" y="326136"/>
                  <a:pt x="273939" y="304800"/>
                  <a:pt x="247650" y="304800"/>
                </a:cubicBezTo>
                <a:cubicBezTo>
                  <a:pt x="221361" y="304800"/>
                  <a:pt x="200025" y="326136"/>
                  <a:pt x="200025" y="352425"/>
                </a:cubicBezTo>
                <a:cubicBezTo>
                  <a:pt x="200025" y="366903"/>
                  <a:pt x="206693" y="379762"/>
                  <a:pt x="216979" y="388525"/>
                </a:cubicBezTo>
                <a:cubicBezTo>
                  <a:pt x="195644" y="399669"/>
                  <a:pt x="180975" y="421958"/>
                  <a:pt x="180975" y="447675"/>
                </a:cubicBezTo>
                <a:cubicBezTo>
                  <a:pt x="180975" y="452914"/>
                  <a:pt x="185261" y="457200"/>
                  <a:pt x="190500" y="457200"/>
                </a:cubicBezTo>
                <a:cubicBezTo>
                  <a:pt x="195739" y="457200"/>
                  <a:pt x="200025" y="452914"/>
                  <a:pt x="200025" y="447675"/>
                </a:cubicBezTo>
                <a:cubicBezTo>
                  <a:pt x="200025" y="421386"/>
                  <a:pt x="221361" y="400050"/>
                  <a:pt x="247650" y="400050"/>
                </a:cubicBezTo>
                <a:cubicBezTo>
                  <a:pt x="273939" y="400050"/>
                  <a:pt x="295275" y="421386"/>
                  <a:pt x="295275" y="447675"/>
                </a:cubicBezTo>
                <a:cubicBezTo>
                  <a:pt x="295275" y="452914"/>
                  <a:pt x="299561" y="457200"/>
                  <a:pt x="304800" y="457200"/>
                </a:cubicBezTo>
                <a:cubicBezTo>
                  <a:pt x="310039" y="457200"/>
                  <a:pt x="314325" y="452914"/>
                  <a:pt x="314325" y="447675"/>
                </a:cubicBezTo>
                <a:cubicBezTo>
                  <a:pt x="314325" y="421958"/>
                  <a:pt x="299656" y="399669"/>
                  <a:pt x="278321" y="388525"/>
                </a:cubicBezTo>
                <a:close/>
                <a:moveTo>
                  <a:pt x="247650" y="381000"/>
                </a:moveTo>
                <a:cubicBezTo>
                  <a:pt x="231934" y="381000"/>
                  <a:pt x="219075" y="368141"/>
                  <a:pt x="219075" y="352425"/>
                </a:cubicBezTo>
                <a:cubicBezTo>
                  <a:pt x="219075" y="336709"/>
                  <a:pt x="231934" y="323850"/>
                  <a:pt x="247650" y="323850"/>
                </a:cubicBezTo>
                <a:cubicBezTo>
                  <a:pt x="263366" y="323850"/>
                  <a:pt x="276225" y="336709"/>
                  <a:pt x="276225" y="352425"/>
                </a:cubicBezTo>
                <a:cubicBezTo>
                  <a:pt x="276225" y="368141"/>
                  <a:pt x="263366" y="381000"/>
                  <a:pt x="247650" y="381000"/>
                </a:cubicBezTo>
                <a:close/>
                <a:moveTo>
                  <a:pt x="440246" y="388525"/>
                </a:moveTo>
                <a:cubicBezTo>
                  <a:pt x="450532" y="379762"/>
                  <a:pt x="457200" y="366903"/>
                  <a:pt x="457200" y="352425"/>
                </a:cubicBezTo>
                <a:cubicBezTo>
                  <a:pt x="457200" y="326136"/>
                  <a:pt x="435864" y="304800"/>
                  <a:pt x="409575" y="304800"/>
                </a:cubicBezTo>
                <a:cubicBezTo>
                  <a:pt x="383286" y="304800"/>
                  <a:pt x="361950" y="326136"/>
                  <a:pt x="361950" y="352425"/>
                </a:cubicBezTo>
                <a:cubicBezTo>
                  <a:pt x="361950" y="366903"/>
                  <a:pt x="368618" y="379762"/>
                  <a:pt x="378905" y="388525"/>
                </a:cubicBezTo>
                <a:cubicBezTo>
                  <a:pt x="357569" y="399669"/>
                  <a:pt x="342900" y="421958"/>
                  <a:pt x="342900" y="447675"/>
                </a:cubicBezTo>
                <a:cubicBezTo>
                  <a:pt x="342900" y="452914"/>
                  <a:pt x="347186" y="457200"/>
                  <a:pt x="352425" y="457200"/>
                </a:cubicBezTo>
                <a:cubicBezTo>
                  <a:pt x="357664" y="457200"/>
                  <a:pt x="361950" y="452914"/>
                  <a:pt x="361950" y="447675"/>
                </a:cubicBezTo>
                <a:cubicBezTo>
                  <a:pt x="361950" y="421386"/>
                  <a:pt x="383286" y="400050"/>
                  <a:pt x="409575" y="400050"/>
                </a:cubicBezTo>
                <a:cubicBezTo>
                  <a:pt x="435864" y="400050"/>
                  <a:pt x="457200" y="421386"/>
                  <a:pt x="457200" y="447675"/>
                </a:cubicBezTo>
                <a:cubicBezTo>
                  <a:pt x="457200" y="452914"/>
                  <a:pt x="461486" y="457200"/>
                  <a:pt x="466725" y="457200"/>
                </a:cubicBezTo>
                <a:cubicBezTo>
                  <a:pt x="471964" y="457200"/>
                  <a:pt x="476250" y="452914"/>
                  <a:pt x="476250" y="447675"/>
                </a:cubicBezTo>
                <a:cubicBezTo>
                  <a:pt x="476250" y="421958"/>
                  <a:pt x="461581" y="399669"/>
                  <a:pt x="440246" y="388525"/>
                </a:cubicBezTo>
                <a:close/>
                <a:moveTo>
                  <a:pt x="409575" y="381000"/>
                </a:moveTo>
                <a:cubicBezTo>
                  <a:pt x="393859" y="381000"/>
                  <a:pt x="381000" y="368141"/>
                  <a:pt x="381000" y="352425"/>
                </a:cubicBezTo>
                <a:cubicBezTo>
                  <a:pt x="381000" y="336709"/>
                  <a:pt x="393859" y="323850"/>
                  <a:pt x="409575" y="323850"/>
                </a:cubicBezTo>
                <a:cubicBezTo>
                  <a:pt x="425291" y="323850"/>
                  <a:pt x="438150" y="336709"/>
                  <a:pt x="438150" y="352425"/>
                </a:cubicBezTo>
                <a:cubicBezTo>
                  <a:pt x="438150" y="368141"/>
                  <a:pt x="425291" y="381000"/>
                  <a:pt x="409575" y="381000"/>
                </a:cubicBezTo>
                <a:close/>
                <a:moveTo>
                  <a:pt x="285750" y="123825"/>
                </a:moveTo>
                <a:cubicBezTo>
                  <a:pt x="285750" y="108109"/>
                  <a:pt x="272891" y="95250"/>
                  <a:pt x="257175" y="95250"/>
                </a:cubicBezTo>
                <a:lnTo>
                  <a:pt x="125254" y="95250"/>
                </a:lnTo>
                <a:cubicBezTo>
                  <a:pt x="138779" y="85725"/>
                  <a:pt x="147638" y="70104"/>
                  <a:pt x="147638" y="52388"/>
                </a:cubicBezTo>
                <a:cubicBezTo>
                  <a:pt x="147638" y="23527"/>
                  <a:pt x="124111" y="0"/>
                  <a:pt x="95250" y="0"/>
                </a:cubicBezTo>
                <a:cubicBezTo>
                  <a:pt x="66389" y="0"/>
                  <a:pt x="42863" y="23527"/>
                  <a:pt x="42863" y="52388"/>
                </a:cubicBezTo>
                <a:cubicBezTo>
                  <a:pt x="42863" y="71628"/>
                  <a:pt x="53340" y="88392"/>
                  <a:pt x="68771" y="97536"/>
                </a:cubicBezTo>
                <a:cubicBezTo>
                  <a:pt x="27242" y="104775"/>
                  <a:pt x="0" y="129254"/>
                  <a:pt x="0" y="161925"/>
                </a:cubicBezTo>
                <a:lnTo>
                  <a:pt x="0" y="238125"/>
                </a:lnTo>
                <a:cubicBezTo>
                  <a:pt x="0" y="264414"/>
                  <a:pt x="21336" y="285750"/>
                  <a:pt x="47625" y="285750"/>
                </a:cubicBezTo>
                <a:cubicBezTo>
                  <a:pt x="52864" y="285750"/>
                  <a:pt x="57150" y="281464"/>
                  <a:pt x="57150" y="276225"/>
                </a:cubicBezTo>
                <a:lnTo>
                  <a:pt x="57150" y="171450"/>
                </a:lnTo>
                <a:cubicBezTo>
                  <a:pt x="57150" y="166211"/>
                  <a:pt x="52864" y="161925"/>
                  <a:pt x="47625" y="161925"/>
                </a:cubicBezTo>
                <a:cubicBezTo>
                  <a:pt x="42386" y="161925"/>
                  <a:pt x="38100" y="166211"/>
                  <a:pt x="38100" y="171450"/>
                </a:cubicBezTo>
                <a:lnTo>
                  <a:pt x="38100" y="265081"/>
                </a:lnTo>
                <a:cubicBezTo>
                  <a:pt x="27051" y="261176"/>
                  <a:pt x="19050" y="250603"/>
                  <a:pt x="19050" y="238125"/>
                </a:cubicBezTo>
                <a:lnTo>
                  <a:pt x="19050" y="161925"/>
                </a:lnTo>
                <a:cubicBezTo>
                  <a:pt x="19050" y="129159"/>
                  <a:pt x="58579" y="114300"/>
                  <a:pt x="95250" y="114300"/>
                </a:cubicBezTo>
                <a:lnTo>
                  <a:pt x="257175" y="114300"/>
                </a:lnTo>
                <a:cubicBezTo>
                  <a:pt x="262414" y="114300"/>
                  <a:pt x="266700" y="118586"/>
                  <a:pt x="266700" y="123825"/>
                </a:cubicBezTo>
                <a:cubicBezTo>
                  <a:pt x="266700" y="129064"/>
                  <a:pt x="262414" y="133350"/>
                  <a:pt x="257175" y="133350"/>
                </a:cubicBezTo>
                <a:lnTo>
                  <a:pt x="161925" y="133350"/>
                </a:lnTo>
                <a:cubicBezTo>
                  <a:pt x="146209" y="133350"/>
                  <a:pt x="133350" y="146209"/>
                  <a:pt x="133350" y="161925"/>
                </a:cubicBezTo>
                <a:lnTo>
                  <a:pt x="133350" y="295275"/>
                </a:lnTo>
                <a:cubicBezTo>
                  <a:pt x="133350" y="300514"/>
                  <a:pt x="137636" y="304800"/>
                  <a:pt x="142875" y="304800"/>
                </a:cubicBezTo>
                <a:cubicBezTo>
                  <a:pt x="148114" y="304800"/>
                  <a:pt x="152400" y="300514"/>
                  <a:pt x="152400" y="295275"/>
                </a:cubicBezTo>
                <a:lnTo>
                  <a:pt x="152400" y="161925"/>
                </a:lnTo>
                <a:cubicBezTo>
                  <a:pt x="152400" y="156686"/>
                  <a:pt x="156686" y="152400"/>
                  <a:pt x="161925" y="152400"/>
                </a:cubicBezTo>
                <a:lnTo>
                  <a:pt x="257175" y="152400"/>
                </a:lnTo>
                <a:cubicBezTo>
                  <a:pt x="272891" y="152400"/>
                  <a:pt x="285750" y="139541"/>
                  <a:pt x="285750" y="123825"/>
                </a:cubicBezTo>
                <a:close/>
                <a:moveTo>
                  <a:pt x="95250" y="85725"/>
                </a:moveTo>
                <a:cubicBezTo>
                  <a:pt x="76867" y="85725"/>
                  <a:pt x="61913" y="70771"/>
                  <a:pt x="61913" y="52388"/>
                </a:cubicBezTo>
                <a:cubicBezTo>
                  <a:pt x="61913" y="34004"/>
                  <a:pt x="76867" y="19050"/>
                  <a:pt x="95250" y="19050"/>
                </a:cubicBezTo>
                <a:cubicBezTo>
                  <a:pt x="113633" y="19050"/>
                  <a:pt x="128588" y="34004"/>
                  <a:pt x="128588" y="52388"/>
                </a:cubicBezTo>
                <a:cubicBezTo>
                  <a:pt x="128588" y="70771"/>
                  <a:pt x="113633" y="85725"/>
                  <a:pt x="95250" y="85725"/>
                </a:cubicBezTo>
                <a:close/>
                <a:moveTo>
                  <a:pt x="457200" y="0"/>
                </a:moveTo>
                <a:lnTo>
                  <a:pt x="171450" y="0"/>
                </a:lnTo>
                <a:cubicBezTo>
                  <a:pt x="166211" y="0"/>
                  <a:pt x="161925" y="4286"/>
                  <a:pt x="161925" y="9525"/>
                </a:cubicBezTo>
                <a:cubicBezTo>
                  <a:pt x="161925" y="14764"/>
                  <a:pt x="166211" y="19050"/>
                  <a:pt x="171450" y="19050"/>
                </a:cubicBezTo>
                <a:lnTo>
                  <a:pt x="457200" y="19050"/>
                </a:lnTo>
                <a:cubicBezTo>
                  <a:pt x="467678" y="19050"/>
                  <a:pt x="476250" y="27623"/>
                  <a:pt x="476250" y="38100"/>
                </a:cubicBezTo>
                <a:lnTo>
                  <a:pt x="476250" y="247650"/>
                </a:lnTo>
                <a:cubicBezTo>
                  <a:pt x="476250" y="258128"/>
                  <a:pt x="467678" y="266700"/>
                  <a:pt x="457200" y="266700"/>
                </a:cubicBezTo>
                <a:lnTo>
                  <a:pt x="180975" y="266700"/>
                </a:lnTo>
                <a:cubicBezTo>
                  <a:pt x="175736" y="266700"/>
                  <a:pt x="171450" y="270986"/>
                  <a:pt x="171450" y="276225"/>
                </a:cubicBezTo>
                <a:cubicBezTo>
                  <a:pt x="171450" y="281464"/>
                  <a:pt x="175736" y="285750"/>
                  <a:pt x="180975" y="285750"/>
                </a:cubicBezTo>
                <a:lnTo>
                  <a:pt x="457200" y="285750"/>
                </a:lnTo>
                <a:cubicBezTo>
                  <a:pt x="478250" y="285750"/>
                  <a:pt x="495300" y="268700"/>
                  <a:pt x="495300" y="247650"/>
                </a:cubicBezTo>
                <a:lnTo>
                  <a:pt x="495300" y="38100"/>
                </a:lnTo>
                <a:cubicBezTo>
                  <a:pt x="495300" y="17050"/>
                  <a:pt x="478250" y="0"/>
                  <a:pt x="457200" y="0"/>
                </a:cubicBezTo>
                <a:close/>
                <a:moveTo>
                  <a:pt x="352425" y="38100"/>
                </a:moveTo>
                <a:lnTo>
                  <a:pt x="257175" y="38100"/>
                </a:lnTo>
                <a:cubicBezTo>
                  <a:pt x="251936" y="38100"/>
                  <a:pt x="247650" y="42386"/>
                  <a:pt x="247650" y="47625"/>
                </a:cubicBezTo>
                <a:cubicBezTo>
                  <a:pt x="247650" y="52864"/>
                  <a:pt x="251936" y="57150"/>
                  <a:pt x="257175" y="57150"/>
                </a:cubicBezTo>
                <a:lnTo>
                  <a:pt x="352425" y="57150"/>
                </a:lnTo>
                <a:cubicBezTo>
                  <a:pt x="357664" y="57150"/>
                  <a:pt x="361950" y="52864"/>
                  <a:pt x="361950" y="47625"/>
                </a:cubicBezTo>
                <a:cubicBezTo>
                  <a:pt x="361950" y="42386"/>
                  <a:pt x="357664" y="38100"/>
                  <a:pt x="352425" y="38100"/>
                </a:cubicBezTo>
                <a:close/>
                <a:moveTo>
                  <a:pt x="428625" y="95250"/>
                </a:moveTo>
                <a:lnTo>
                  <a:pt x="314325" y="95250"/>
                </a:lnTo>
                <a:cubicBezTo>
                  <a:pt x="309086" y="95250"/>
                  <a:pt x="304800" y="99536"/>
                  <a:pt x="304800" y="104775"/>
                </a:cubicBezTo>
                <a:cubicBezTo>
                  <a:pt x="304800" y="110014"/>
                  <a:pt x="309086" y="114300"/>
                  <a:pt x="314325" y="114300"/>
                </a:cubicBezTo>
                <a:lnTo>
                  <a:pt x="428625" y="114300"/>
                </a:lnTo>
                <a:cubicBezTo>
                  <a:pt x="433864" y="114300"/>
                  <a:pt x="438150" y="110014"/>
                  <a:pt x="438150" y="104775"/>
                </a:cubicBezTo>
                <a:cubicBezTo>
                  <a:pt x="438150" y="99536"/>
                  <a:pt x="433864" y="95250"/>
                  <a:pt x="428625" y="95250"/>
                </a:cubicBezTo>
                <a:close/>
                <a:moveTo>
                  <a:pt x="428625" y="133350"/>
                </a:moveTo>
                <a:lnTo>
                  <a:pt x="314325" y="133350"/>
                </a:lnTo>
                <a:cubicBezTo>
                  <a:pt x="309086" y="133350"/>
                  <a:pt x="304800" y="137636"/>
                  <a:pt x="304800" y="142875"/>
                </a:cubicBezTo>
                <a:cubicBezTo>
                  <a:pt x="304800" y="148114"/>
                  <a:pt x="309086" y="152400"/>
                  <a:pt x="314325" y="152400"/>
                </a:cubicBezTo>
                <a:lnTo>
                  <a:pt x="428625" y="152400"/>
                </a:lnTo>
                <a:cubicBezTo>
                  <a:pt x="433864" y="152400"/>
                  <a:pt x="438150" y="148114"/>
                  <a:pt x="438150" y="142875"/>
                </a:cubicBezTo>
                <a:cubicBezTo>
                  <a:pt x="438150" y="137636"/>
                  <a:pt x="433864" y="133350"/>
                  <a:pt x="428625" y="133350"/>
                </a:cubicBezTo>
                <a:close/>
                <a:moveTo>
                  <a:pt x="428625" y="171450"/>
                </a:moveTo>
                <a:lnTo>
                  <a:pt x="180975" y="171450"/>
                </a:lnTo>
                <a:cubicBezTo>
                  <a:pt x="175736" y="171450"/>
                  <a:pt x="171450" y="175736"/>
                  <a:pt x="171450" y="180975"/>
                </a:cubicBezTo>
                <a:cubicBezTo>
                  <a:pt x="171450" y="186214"/>
                  <a:pt x="175736" y="190500"/>
                  <a:pt x="180975" y="190500"/>
                </a:cubicBezTo>
                <a:lnTo>
                  <a:pt x="428625" y="190500"/>
                </a:lnTo>
                <a:cubicBezTo>
                  <a:pt x="433864" y="190500"/>
                  <a:pt x="438150" y="186214"/>
                  <a:pt x="438150" y="180975"/>
                </a:cubicBezTo>
                <a:cubicBezTo>
                  <a:pt x="438150" y="175736"/>
                  <a:pt x="433864" y="171450"/>
                  <a:pt x="428625" y="171450"/>
                </a:cubicBezTo>
                <a:close/>
                <a:moveTo>
                  <a:pt x="428625" y="209550"/>
                </a:moveTo>
                <a:lnTo>
                  <a:pt x="180975" y="209550"/>
                </a:lnTo>
                <a:cubicBezTo>
                  <a:pt x="175736" y="209550"/>
                  <a:pt x="171450" y="213836"/>
                  <a:pt x="171450" y="219075"/>
                </a:cubicBezTo>
                <a:cubicBezTo>
                  <a:pt x="171450" y="224314"/>
                  <a:pt x="175736" y="228600"/>
                  <a:pt x="180975" y="228600"/>
                </a:cubicBezTo>
                <a:lnTo>
                  <a:pt x="428625" y="228600"/>
                </a:lnTo>
                <a:cubicBezTo>
                  <a:pt x="433864" y="228600"/>
                  <a:pt x="438150" y="224314"/>
                  <a:pt x="438150" y="219075"/>
                </a:cubicBezTo>
                <a:cubicBezTo>
                  <a:pt x="438150" y="213836"/>
                  <a:pt x="433864" y="209550"/>
                  <a:pt x="428625" y="209550"/>
                </a:cubicBezTo>
                <a:close/>
              </a:path>
            </a:pathLst>
          </a:custGeom>
          <a:solidFill>
            <a:schemeClr val="tx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sp>
        <p:nvSpPr>
          <p:cNvPr id="2" name="Oval 12">
            <a:extLst>
              <a:ext uri="{FF2B5EF4-FFF2-40B4-BE49-F238E27FC236}">
                <a16:creationId xmlns:a16="http://schemas.microsoft.com/office/drawing/2014/main" id="{EF0888DA-A6AE-6ECA-7881-01E106B21AE8}"/>
              </a:ext>
            </a:extLst>
          </p:cNvPr>
          <p:cNvSpPr/>
          <p:nvPr/>
        </p:nvSpPr>
        <p:spPr>
          <a:xfrm>
            <a:off x="607827" y="2074927"/>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sp>
        <p:nvSpPr>
          <p:cNvPr id="3" name="Google Shape;2216;p100">
            <a:extLst>
              <a:ext uri="{FF2B5EF4-FFF2-40B4-BE49-F238E27FC236}">
                <a16:creationId xmlns:a16="http://schemas.microsoft.com/office/drawing/2014/main" id="{A4B43B53-8588-A47B-82C4-A9A7CEDCE112}"/>
              </a:ext>
            </a:extLst>
          </p:cNvPr>
          <p:cNvSpPr/>
          <p:nvPr/>
        </p:nvSpPr>
        <p:spPr>
          <a:xfrm>
            <a:off x="715912" y="2222760"/>
            <a:ext cx="355853" cy="301106"/>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tx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sp>
        <p:nvSpPr>
          <p:cNvPr id="11" name="Oval 11">
            <a:extLst>
              <a:ext uri="{FF2B5EF4-FFF2-40B4-BE49-F238E27FC236}">
                <a16:creationId xmlns:a16="http://schemas.microsoft.com/office/drawing/2014/main" id="{E3E80B64-CB28-022B-17D7-ACA783924411}"/>
              </a:ext>
            </a:extLst>
          </p:cNvPr>
          <p:cNvSpPr/>
          <p:nvPr/>
        </p:nvSpPr>
        <p:spPr>
          <a:xfrm>
            <a:off x="594328" y="2884259"/>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pic>
        <p:nvPicPr>
          <p:cNvPr id="16" name="Imagem 15">
            <a:extLst>
              <a:ext uri="{FF2B5EF4-FFF2-40B4-BE49-F238E27FC236}">
                <a16:creationId xmlns:a16="http://schemas.microsoft.com/office/drawing/2014/main" id="{386E3F66-91D2-A2B0-91F9-B072DC35590C}"/>
              </a:ext>
            </a:extLst>
          </p:cNvPr>
          <p:cNvPicPr>
            <a:picLocks noChangeAspect="1"/>
          </p:cNvPicPr>
          <p:nvPr/>
        </p:nvPicPr>
        <p:blipFill>
          <a:blip r:embed="rId5"/>
          <a:srcRect/>
          <a:stretch/>
        </p:blipFill>
        <p:spPr>
          <a:xfrm>
            <a:off x="769865" y="3028438"/>
            <a:ext cx="235287" cy="282344"/>
          </a:xfrm>
          <a:prstGeom prst="rect">
            <a:avLst/>
          </a:prstGeom>
        </p:spPr>
      </p:pic>
      <p:sp>
        <p:nvSpPr>
          <p:cNvPr id="22" name="CaixaDeTexto 21">
            <a:extLst>
              <a:ext uri="{FF2B5EF4-FFF2-40B4-BE49-F238E27FC236}">
                <a16:creationId xmlns:a16="http://schemas.microsoft.com/office/drawing/2014/main" id="{3D47DE44-040E-7963-E355-BF5EBB0E6BF8}"/>
              </a:ext>
            </a:extLst>
          </p:cNvPr>
          <p:cNvSpPr txBox="1"/>
          <p:nvPr/>
        </p:nvSpPr>
        <p:spPr>
          <a:xfrm>
            <a:off x="1478280" y="1193628"/>
            <a:ext cx="8884920" cy="920061"/>
          </a:xfrm>
          <a:prstGeom prst="rect">
            <a:avLst/>
          </a:prstGeom>
          <a:noFill/>
          <a:ln>
            <a:noFill/>
          </a:ln>
        </p:spPr>
        <p:txBody>
          <a:bodyPr spcFirstLastPara="1" wrap="none" lIns="91425" tIns="45700" rIns="91425" bIns="45700" rtlCol="0" anchor="t" anchorCtr="0">
            <a:noAutofit/>
          </a:bodyPr>
          <a:lstStyle/>
          <a:p>
            <a:pPr algn="l"/>
            <a:r>
              <a:rPr lang="pt-BR" sz="4500" b="1" dirty="0">
                <a:solidFill>
                  <a:schemeClr val="bg1"/>
                </a:solidFill>
                <a:latin typeface="Poppins" pitchFamily="2" charset="77"/>
                <a:cs typeface="Poppins" pitchFamily="2" charset="77"/>
              </a:rPr>
              <a:t>Slide 14</a:t>
            </a:r>
            <a:endParaRPr lang="pt-BR" sz="4800" b="1" dirty="0">
              <a:solidFill>
                <a:schemeClr val="bg1"/>
              </a:solidFill>
              <a:latin typeface="Poppins" pitchFamily="2" charset="77"/>
              <a:cs typeface="Poppins" pitchFamily="2" charset="77"/>
            </a:endParaRPr>
          </a:p>
        </p:txBody>
      </p:sp>
    </p:spTree>
    <p:extLst>
      <p:ext uri="{BB962C8B-B14F-4D97-AF65-F5344CB8AC3E}">
        <p14:creationId xmlns:p14="http://schemas.microsoft.com/office/powerpoint/2010/main" val="11722486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7235961"/>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ln>
          <a:noFill/>
        </a:ln>
      </a:spPr>
      <a:bodyPr spcFirstLastPara="1" wrap="square" lIns="91425" tIns="45700" rIns="91425" bIns="45700" anchor="t" anchorCtr="0">
        <a:normAutofit/>
      </a:bodyPr>
      <a:lstStyle>
        <a:defPPr algn="l">
          <a:defRPr sz="2400" dirty="0"/>
        </a:defPPr>
      </a:lstStyle>
    </a:txDef>
  </a:objectDefaults>
  <a:extraClrSchemeLst/>
</a:theme>
</file>

<file path=ppt/theme/theme2.xml><?xml version="1.0" encoding="utf-8"?>
<a:theme xmlns:a="http://schemas.openxmlformats.org/drawingml/2006/main" name="Trilha_SIS">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nchor="ctr"/>
      <a:lstStyle>
        <a:defPPr>
          <a:defRPr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rilhas_Iniciais">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nchor="ctr"/>
      <a:lstStyle>
        <a:defPPr>
          <a:defRPr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ema do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aacb3b2f-5927-4b98-82b1-fea2b4072a87">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4B81252851F28942875D89D2C39F1241" ma:contentTypeVersion="14" ma:contentTypeDescription="Create a new document." ma:contentTypeScope="" ma:versionID="894987b6a2ba3f058ad13be232fc7de6">
  <xsd:schema xmlns:xsd="http://www.w3.org/2001/XMLSchema" xmlns:xs="http://www.w3.org/2001/XMLSchema" xmlns:p="http://schemas.microsoft.com/office/2006/metadata/properties" xmlns:ns2="aacb3b2f-5927-4b98-82b1-fea2b4072a87" xmlns:ns3="a45d3e5f-3e31-4187-b998-c44ee850df36" targetNamespace="http://schemas.microsoft.com/office/2006/metadata/properties" ma:root="true" ma:fieldsID="d576219bc32e6af574b7254886c8d3cb" ns2:_="" ns3:_="">
    <xsd:import namespace="aacb3b2f-5927-4b98-82b1-fea2b4072a87"/>
    <xsd:import namespace="a45d3e5f-3e31-4187-b998-c44ee850df36"/>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lcf76f155ced4ddcb4097134ff3c332f"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acb3b2f-5927-4b98-82b1-fea2b4072a8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a85b3961-dbc6-48b8-bc39-d38047892866"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45d3e5f-3e31-4187-b998-c44ee850df36"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C661F7A-1649-4A39-91A5-A3893F5678E5}">
  <ds:schemaRefs>
    <ds:schemaRef ds:uri="aacb3b2f-5927-4b98-82b1-fea2b4072a87"/>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11B2E877-7561-41DA-AAC7-0B6400DBCA3B}">
  <ds:schemaRefs>
    <ds:schemaRef ds:uri="a45d3e5f-3e31-4187-b998-c44ee850df36"/>
    <ds:schemaRef ds:uri="aacb3b2f-5927-4b98-82b1-fea2b4072a8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27590F2-902A-4FFC-B993-9715B30E05A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{FEC88D2B-52F4-444E-836C-622E8DFD9A7D}tf10001120</Template>
  <TotalTime>271</TotalTime>
  <Words>2539</Words>
  <Application>Microsoft Office PowerPoint</Application>
  <PresentationFormat>Personalizar</PresentationFormat>
  <Paragraphs>364</Paragraphs>
  <Slides>30</Slides>
  <Notes>29</Notes>
  <HiddenSlides>16</HiddenSlides>
  <MMClips>0</MMClips>
  <ScaleCrop>false</ScaleCrop>
  <HeadingPairs>
    <vt:vector size="6" baseType="variant">
      <vt:variant>
        <vt:lpstr>Fontes usadas</vt:lpstr>
      </vt:variant>
      <vt:variant>
        <vt:i4>7</vt:i4>
      </vt:variant>
      <vt:variant>
        <vt:lpstr>Tema</vt:lpstr>
      </vt:variant>
      <vt:variant>
        <vt:i4>3</vt:i4>
      </vt:variant>
      <vt:variant>
        <vt:lpstr>Títulos de slides</vt:lpstr>
      </vt:variant>
      <vt:variant>
        <vt:i4>30</vt:i4>
      </vt:variant>
    </vt:vector>
  </HeadingPairs>
  <TitlesOfParts>
    <vt:vector size="40" baseType="lpstr">
      <vt:lpstr>Calibri</vt:lpstr>
      <vt:lpstr>Arial</vt:lpstr>
      <vt:lpstr>Poppins Bold</vt:lpstr>
      <vt:lpstr>Roboto</vt:lpstr>
      <vt:lpstr>Poppins Light</vt:lpstr>
      <vt:lpstr>Poppins</vt:lpstr>
      <vt:lpstr>Poppins Medium</vt:lpstr>
      <vt:lpstr>Office Theme</vt:lpstr>
      <vt:lpstr>Trilha_SIS</vt:lpstr>
      <vt:lpstr>Trilhas_Iniciais</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Caco Bressane Ilustração e Design</dc:creator>
  <cp:lastModifiedBy>Luca Rocha</cp:lastModifiedBy>
  <cp:revision>26</cp:revision>
  <dcterms:modified xsi:type="dcterms:W3CDTF">2026-09-17T15:04:55Z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0x0101004B81252851F28942875D89D2C39F1241</vt:lpwstr>
  </property>
  <property fmtid="{D5CDD505-2E9C-101B-9397-08002B2CF9AE}" pid="3" name="MediaServiceImageTags">
    <vt:lpwstr/>
  </property>
</Properties>
</file>